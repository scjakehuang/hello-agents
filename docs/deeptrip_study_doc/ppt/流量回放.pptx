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345" r:id="rId2"/>
    <p:sldId id="401" r:id="rId3"/>
    <p:sldId id="508" r:id="rId4"/>
    <p:sldId id="509" r:id="rId5"/>
    <p:sldId id="493" r:id="rId6"/>
    <p:sldId id="524" r:id="rId7"/>
    <p:sldId id="459" r:id="rId8"/>
    <p:sldId id="522" r:id="rId9"/>
    <p:sldId id="494" r:id="rId10"/>
    <p:sldId id="511" r:id="rId11"/>
    <p:sldId id="510" r:id="rId12"/>
    <p:sldId id="504" r:id="rId13"/>
    <p:sldId id="506" r:id="rId14"/>
    <p:sldId id="505" r:id="rId15"/>
    <p:sldId id="465" r:id="rId16"/>
    <p:sldId id="495" r:id="rId17"/>
    <p:sldId id="500" r:id="rId18"/>
    <p:sldId id="496" r:id="rId19"/>
    <p:sldId id="497" r:id="rId20"/>
    <p:sldId id="498" r:id="rId21"/>
    <p:sldId id="468" r:id="rId22"/>
    <p:sldId id="503" r:id="rId23"/>
    <p:sldId id="528" r:id="rId24"/>
    <p:sldId id="525" r:id="rId25"/>
    <p:sldId id="527" r:id="rId26"/>
    <p:sldId id="469" r:id="rId27"/>
    <p:sldId id="516" r:id="rId28"/>
    <p:sldId id="515" r:id="rId29"/>
    <p:sldId id="517" r:id="rId30"/>
    <p:sldId id="520" r:id="rId31"/>
    <p:sldId id="478" r:id="rId32"/>
    <p:sldId id="514" r:id="rId33"/>
    <p:sldId id="33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ADFF"/>
    <a:srgbClr val="4472C4"/>
    <a:srgbClr val="F6C412"/>
    <a:srgbClr val="F46D4C"/>
    <a:srgbClr val="7C7FC0"/>
    <a:srgbClr val="589DD9"/>
    <a:srgbClr val="E4E6EA"/>
    <a:srgbClr val="FFC000"/>
    <a:srgbClr val="A5A5A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59" autoAdjust="0"/>
    <p:restoredTop sz="89045" autoAdjust="0"/>
  </p:normalViewPr>
  <p:slideViewPr>
    <p:cSldViewPr snapToObjects="1">
      <p:cViewPr varScale="1">
        <p:scale>
          <a:sx n="97" d="100"/>
          <a:sy n="97" d="100"/>
        </p:scale>
        <p:origin x="696" y="200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Objects="1">
      <p:cViewPr varScale="1">
        <p:scale>
          <a:sx n="90" d="100"/>
          <a:sy n="90" d="100"/>
        </p:scale>
        <p:origin x="-378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60DF4-05DB-A44D-9492-46D446118C52}" type="datetimeFigureOut">
              <a:rPr kumimoji="1" lang="zh-CN" altLang="en-US" smtClean="0"/>
              <a:t>2024/11/5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96F9B-3F3A-754E-B54D-BFDCBFFB48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9463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9321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609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8594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9494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559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94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356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1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2760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7858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12320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5587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182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16471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224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587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03915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71135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3253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80525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60645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10742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58633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4070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63383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11689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52201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82066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01434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87125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39969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986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卡通人物&#10;&#10;描述已自动生成">
            <a:extLst>
              <a:ext uri="{FF2B5EF4-FFF2-40B4-BE49-F238E27FC236}">
                <a16:creationId xmlns:a16="http://schemas.microsoft.com/office/drawing/2014/main" id="{4C3D7B5F-B196-0541-A199-FCCDC2FA40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400" y="5157192"/>
            <a:ext cx="1248139" cy="36004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77B756-4023-D842-B469-D077FAABB428}"/>
              </a:ext>
            </a:extLst>
          </p:cNvPr>
          <p:cNvSpPr/>
          <p:nvPr userDrawn="1"/>
        </p:nvSpPr>
        <p:spPr>
          <a:xfrm>
            <a:off x="0" y="0"/>
            <a:ext cx="12192000" cy="4797152"/>
          </a:xfrm>
          <a:prstGeom prst="rect">
            <a:avLst/>
          </a:prstGeom>
          <a:solidFill>
            <a:srgbClr val="65BA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14549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897867"/>
            <a:ext cx="9144000" cy="67514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5323592"/>
            <a:ext cx="1726367" cy="94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1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6666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273938"/>
            <a:ext cx="11089232" cy="517939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77B756-4023-D842-B469-D077FAABB428}"/>
              </a:ext>
            </a:extLst>
          </p:cNvPr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65BA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10515600" cy="79208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7821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11ADAA-9C9B-C14A-9430-A87DED73A044}" type="datetimeFigureOut">
              <a:rPr kumimoji="1" lang="zh-CN" altLang="en-US" smtClean="0"/>
              <a:t>2024/11/5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388B4F-6341-4E4F-9A04-23E5374916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9367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21080" cy="792088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11ADAA-9C9B-C14A-9430-A87DED73A044}" type="datetimeFigureOut">
              <a:rPr kumimoji="1" lang="zh-CN" altLang="en-US" smtClean="0"/>
              <a:t>2024/11/5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388B4F-6341-4E4F-9A04-23E5374916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522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74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10515600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5400" y="1314068"/>
            <a:ext cx="10801200" cy="4851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77B756-4023-D842-B469-D077FAABB428}"/>
              </a:ext>
            </a:extLst>
          </p:cNvPr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65BA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10386463" y="719964"/>
            <a:ext cx="925777" cy="179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800" y="292222"/>
            <a:ext cx="894000" cy="47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8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2" r:id="rId4"/>
    <p:sldLayoutId id="2147483654" r:id="rId5"/>
    <p:sldLayoutId id="214748365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rgbClr val="65BA67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/>
              <a:t>流量回放</a:t>
            </a:r>
          </a:p>
        </p:txBody>
      </p:sp>
    </p:spTree>
    <p:extLst>
      <p:ext uri="{BB962C8B-B14F-4D97-AF65-F5344CB8AC3E}">
        <p14:creationId xmlns:p14="http://schemas.microsoft.com/office/powerpoint/2010/main" val="2481156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AB5239-BC3D-B84B-A0D3-6EF73FC01E68}"/>
              </a:ext>
            </a:extLst>
          </p:cNvPr>
          <p:cNvSpPr txBox="1"/>
          <p:nvPr/>
        </p:nvSpPr>
        <p:spPr>
          <a:xfrm>
            <a:off x="4079776" y="1772816"/>
            <a:ext cx="45365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dirty="0"/>
              <a:t>流量回放价值</a:t>
            </a:r>
            <a:endParaRPr kumimoji="1" lang="en-US" altLang="zh-CN" sz="3600" dirty="0"/>
          </a:p>
          <a:p>
            <a:endParaRPr kumimoji="1" lang="en-US" altLang="zh-CN" sz="3600" dirty="0"/>
          </a:p>
          <a:p>
            <a:r>
              <a:rPr kumimoji="1" lang="zh-CN" altLang="en-US" sz="3600" dirty="0"/>
              <a:t>技术选型</a:t>
            </a:r>
            <a:endParaRPr kumimoji="1" lang="en-US" altLang="zh-CN" sz="3600" dirty="0"/>
          </a:p>
          <a:p>
            <a:endParaRPr kumimoji="1" lang="en-US" altLang="zh-CN" sz="3600" dirty="0"/>
          </a:p>
          <a:p>
            <a:r>
              <a:rPr kumimoji="1" lang="en-US" altLang="zh-CN" sz="3600" dirty="0" err="1"/>
              <a:t>Arex</a:t>
            </a:r>
            <a:r>
              <a:rPr kumimoji="1" lang="zh-CN" altLang="en-US" sz="3600" dirty="0"/>
              <a:t>原理</a:t>
            </a:r>
            <a:endParaRPr kumimoji="1" lang="en-US" altLang="zh-CN" sz="3600" dirty="0"/>
          </a:p>
          <a:p>
            <a:endParaRPr kumimoji="1" lang="en-US" altLang="zh-CN" sz="3600" dirty="0"/>
          </a:p>
          <a:p>
            <a:r>
              <a:rPr kumimoji="1" lang="en-US" altLang="zh-CN" sz="3600" dirty="0" err="1"/>
              <a:t>Arex</a:t>
            </a:r>
            <a:r>
              <a:rPr kumimoji="1" lang="zh-CN" altLang="en-US" sz="3600" dirty="0"/>
              <a:t>实践</a:t>
            </a:r>
            <a:endParaRPr kumimoji="1" lang="en-US" altLang="zh-CN" sz="36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kumimoji="1"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2693650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流量回放是什么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301C6A-ED78-E415-F8FE-0E1684A3A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" y="1360950"/>
            <a:ext cx="11647059" cy="4136099"/>
          </a:xfrm>
          <a:prstGeom prst="rect">
            <a:avLst/>
          </a:prstGeom>
        </p:spPr>
      </p:pic>
      <p:sp>
        <p:nvSpPr>
          <p:cNvPr id="5" name="圆角矩形 4">
            <a:extLst>
              <a:ext uri="{FF2B5EF4-FFF2-40B4-BE49-F238E27FC236}">
                <a16:creationId xmlns:a16="http://schemas.microsoft.com/office/drawing/2014/main" id="{9F688B2F-8C16-61E5-0176-4CA026F8A36E}"/>
              </a:ext>
            </a:extLst>
          </p:cNvPr>
          <p:cNvSpPr/>
          <p:nvPr/>
        </p:nvSpPr>
        <p:spPr>
          <a:xfrm>
            <a:off x="839416" y="5733256"/>
            <a:ext cx="1872208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线上录制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941473C-2297-ACDD-ACC0-23C763B25CA7}"/>
              </a:ext>
            </a:extLst>
          </p:cNvPr>
          <p:cNvSpPr/>
          <p:nvPr/>
        </p:nvSpPr>
        <p:spPr>
          <a:xfrm>
            <a:off x="4655840" y="5733256"/>
            <a:ext cx="1872208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线下回放（</a:t>
            </a:r>
            <a:r>
              <a:rPr kumimoji="1" lang="en-US" altLang="zh-CN" dirty="0"/>
              <a:t>MOCK</a:t>
            </a:r>
            <a:r>
              <a:rPr kumimoji="1" lang="zh-CN" altLang="en-US" dirty="0"/>
              <a:t>调用）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F3B010D-0AD8-6DBE-B49F-305DCD8DE748}"/>
              </a:ext>
            </a:extLst>
          </p:cNvPr>
          <p:cNvSpPr/>
          <p:nvPr/>
        </p:nvSpPr>
        <p:spPr>
          <a:xfrm>
            <a:off x="8832304" y="5733256"/>
            <a:ext cx="1872208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生成报告</a:t>
            </a:r>
          </a:p>
        </p:txBody>
      </p:sp>
    </p:spTree>
    <p:extLst>
      <p:ext uri="{BB962C8B-B14F-4D97-AF65-F5344CB8AC3E}">
        <p14:creationId xmlns:p14="http://schemas.microsoft.com/office/powerpoint/2010/main" val="2814648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流量回放是什么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2E10E3-3ABD-30C6-BD9B-2B2455DA4CD8}"/>
              </a:ext>
            </a:extLst>
          </p:cNvPr>
          <p:cNvSpPr txBox="1"/>
          <p:nvPr/>
        </p:nvSpPr>
        <p:spPr>
          <a:xfrm>
            <a:off x="894030" y="1412776"/>
            <a:ext cx="104039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流量录制：</a:t>
            </a:r>
            <a:endParaRPr lang="zh-CN" altLang="en-US" dirty="0"/>
          </a:p>
          <a:p>
            <a:r>
              <a:rPr lang="en" altLang="zh-CN" dirty="0"/>
              <a:t>AREX Java Agent </a:t>
            </a:r>
            <a:r>
              <a:rPr lang="zh-CN" altLang="en-US" dirty="0"/>
              <a:t>在生产环境中搭载在 </a:t>
            </a:r>
            <a:r>
              <a:rPr lang="en" altLang="zh-CN" dirty="0"/>
              <a:t>Java </a:t>
            </a:r>
            <a:r>
              <a:rPr lang="zh-CN" altLang="en-US" dirty="0"/>
              <a:t>应用上，录制数据流量和请求信息。</a:t>
            </a:r>
          </a:p>
          <a:p>
            <a:r>
              <a:rPr lang="zh-CN" altLang="en-US" dirty="0"/>
              <a:t>将录制到的信息发送到 </a:t>
            </a:r>
            <a:r>
              <a:rPr lang="en" altLang="zh-CN" dirty="0"/>
              <a:t>AREX </a:t>
            </a:r>
            <a:r>
              <a:rPr lang="zh-CN" altLang="en-US" dirty="0"/>
              <a:t>数据存取服务（</a:t>
            </a:r>
            <a:r>
              <a:rPr lang="en" altLang="zh-CN" dirty="0"/>
              <a:t>Storage Service</a:t>
            </a:r>
            <a:r>
              <a:rPr lang="zh-CN" altLang="en" dirty="0"/>
              <a:t>）。</a:t>
            </a:r>
          </a:p>
          <a:p>
            <a:r>
              <a:rPr lang="zh-CN" altLang="en-US" dirty="0"/>
              <a:t>数据存取服务将信息导入 </a:t>
            </a:r>
            <a:r>
              <a:rPr lang="en" altLang="zh-CN" dirty="0"/>
              <a:t>MongoDB </a:t>
            </a:r>
            <a:r>
              <a:rPr lang="zh-CN" altLang="en-US" dirty="0"/>
              <a:t>数据库中进行存储。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2. </a:t>
            </a:r>
            <a:r>
              <a:rPr lang="zh-CN" altLang="en-US" b="1" dirty="0"/>
              <a:t>流量回放：</a:t>
            </a:r>
            <a:endParaRPr lang="zh-CN" altLang="en-US" dirty="0"/>
          </a:p>
          <a:p>
            <a:r>
              <a:rPr lang="zh-CN" altLang="en-US" dirty="0"/>
              <a:t>调度服务向目标验证服务发送接口请求，模拟生产环境中的行为。</a:t>
            </a:r>
          </a:p>
          <a:p>
            <a:r>
              <a:rPr lang="zh-CN" altLang="en-US" dirty="0"/>
              <a:t>测试环境中的被测应用同样搭载 </a:t>
            </a:r>
            <a:r>
              <a:rPr lang="en" altLang="zh-CN" dirty="0"/>
              <a:t>AREX Java Agent</a:t>
            </a:r>
            <a:r>
              <a:rPr lang="zh-CN" altLang="en" dirty="0"/>
              <a:t>，</a:t>
            </a:r>
            <a:r>
              <a:rPr lang="zh-CN" altLang="en-US" dirty="0"/>
              <a:t>当被测应用需要对外部依赖进行调用时，</a:t>
            </a:r>
            <a:r>
              <a:rPr lang="en" altLang="zh-CN" dirty="0"/>
              <a:t>Agent </a:t>
            </a:r>
            <a:r>
              <a:rPr lang="zh-CN" altLang="en-US" dirty="0"/>
              <a:t>会将录制的外部依赖（外部请求</a:t>
            </a:r>
            <a:r>
              <a:rPr lang="en-US" altLang="zh-CN" dirty="0"/>
              <a:t>/</a:t>
            </a:r>
            <a:r>
              <a:rPr lang="en" altLang="zh-CN" dirty="0"/>
              <a:t>DB</a:t>
            </a:r>
            <a:r>
              <a:rPr lang="zh-CN" altLang="en" dirty="0"/>
              <a:t>）</a:t>
            </a:r>
            <a:r>
              <a:rPr lang="zh-CN" altLang="en-US" dirty="0"/>
              <a:t>的响应返回给被测应用，避免了对实际数据库或其他依赖的交互，减少对特定环境数据的依赖，专注于验证程序本身的逻辑和功能。</a:t>
            </a:r>
          </a:p>
          <a:p>
            <a:r>
              <a:rPr lang="zh-CN" altLang="en-US" dirty="0"/>
              <a:t>目标服务处理请求逻辑，并返回响应报文。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结果验证与报告：</a:t>
            </a:r>
            <a:endParaRPr lang="zh-CN" altLang="en-US" dirty="0"/>
          </a:p>
          <a:p>
            <a:r>
              <a:rPr lang="zh-CN" altLang="en-US" dirty="0"/>
              <a:t>调度服务分别对录制和回放的主接口响应报文进行对比，验证系统逻辑的正确性。</a:t>
            </a:r>
          </a:p>
          <a:p>
            <a:r>
              <a:rPr lang="zh-CN" altLang="en-US" dirty="0"/>
              <a:t>比对结果分析后生成回放报告。</a:t>
            </a:r>
          </a:p>
          <a:p>
            <a:r>
              <a:rPr lang="zh-CN" altLang="en-US" dirty="0"/>
              <a:t>测试人员检查回放报告，评估应用的功能和性能。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7549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流量回放解决的痛点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28E4B9-58D9-5E02-C781-0FC5014F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134" y="1154602"/>
            <a:ext cx="10445732" cy="443463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398FD2A-2E29-0C05-BAEC-D913E546860B}"/>
              </a:ext>
            </a:extLst>
          </p:cNvPr>
          <p:cNvSpPr txBox="1"/>
          <p:nvPr/>
        </p:nvSpPr>
        <p:spPr>
          <a:xfrm>
            <a:off x="1127448" y="5889466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dirty="0">
                <a:solidFill>
                  <a:srgbClr val="FF0000"/>
                </a:solidFill>
              </a:rPr>
              <a:t>降本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933067-BFB2-48EC-DA45-F771260DAF94}"/>
              </a:ext>
            </a:extLst>
          </p:cNvPr>
          <p:cNvSpPr txBox="1"/>
          <p:nvPr/>
        </p:nvSpPr>
        <p:spPr>
          <a:xfrm>
            <a:off x="4327712" y="5889466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dirty="0">
                <a:solidFill>
                  <a:srgbClr val="FF0000"/>
                </a:solidFill>
              </a:rPr>
              <a:t>增效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2CDD2A-55C6-5672-1733-0D52D629C2F8}"/>
              </a:ext>
            </a:extLst>
          </p:cNvPr>
          <p:cNvSpPr txBox="1"/>
          <p:nvPr/>
        </p:nvSpPr>
        <p:spPr>
          <a:xfrm>
            <a:off x="7176120" y="5889466"/>
            <a:ext cx="375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dirty="0">
                <a:solidFill>
                  <a:srgbClr val="FF0000"/>
                </a:solidFill>
              </a:rPr>
              <a:t>提升系统稳定性</a:t>
            </a:r>
          </a:p>
        </p:txBody>
      </p:sp>
    </p:spTree>
    <p:extLst>
      <p:ext uri="{BB962C8B-B14F-4D97-AF65-F5344CB8AC3E}">
        <p14:creationId xmlns:p14="http://schemas.microsoft.com/office/powerpoint/2010/main" val="3112949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流量回放解决的痛点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Shape 6914">
            <a:extLst>
              <a:ext uri="{FF2B5EF4-FFF2-40B4-BE49-F238E27FC236}">
                <a16:creationId xmlns:a16="http://schemas.microsoft.com/office/drawing/2014/main" id="{58792ADE-1612-4F79-6C39-346947E5DDA3}"/>
              </a:ext>
            </a:extLst>
          </p:cNvPr>
          <p:cNvSpPr/>
          <p:nvPr/>
        </p:nvSpPr>
        <p:spPr>
          <a:xfrm>
            <a:off x="4308336" y="1676484"/>
            <a:ext cx="1986760" cy="1805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95" y="18391"/>
                </a:moveTo>
                <a:cubicBezTo>
                  <a:pt x="2131" y="18465"/>
                  <a:pt x="1144" y="18588"/>
                  <a:pt x="224" y="18761"/>
                </a:cubicBezTo>
                <a:cubicBezTo>
                  <a:pt x="90" y="19699"/>
                  <a:pt x="22" y="20637"/>
                  <a:pt x="0" y="21600"/>
                </a:cubicBezTo>
                <a:cubicBezTo>
                  <a:pt x="3701" y="21600"/>
                  <a:pt x="3701" y="21600"/>
                  <a:pt x="3701" y="21600"/>
                </a:cubicBezTo>
                <a:cubicBezTo>
                  <a:pt x="4060" y="20168"/>
                  <a:pt x="5249" y="19156"/>
                  <a:pt x="6639" y="19156"/>
                </a:cubicBezTo>
                <a:cubicBezTo>
                  <a:pt x="8030" y="19156"/>
                  <a:pt x="9219" y="20168"/>
                  <a:pt x="9600" y="21600"/>
                </a:cubicBezTo>
                <a:cubicBezTo>
                  <a:pt x="10273" y="21600"/>
                  <a:pt x="10273" y="21600"/>
                  <a:pt x="10273" y="21600"/>
                </a:cubicBezTo>
                <a:cubicBezTo>
                  <a:pt x="10295" y="20711"/>
                  <a:pt x="10430" y="19847"/>
                  <a:pt x="10654" y="18983"/>
                </a:cubicBezTo>
                <a:cubicBezTo>
                  <a:pt x="11125" y="17206"/>
                  <a:pt x="12045" y="15552"/>
                  <a:pt x="13279" y="14268"/>
                </a:cubicBezTo>
                <a:cubicBezTo>
                  <a:pt x="14467" y="12960"/>
                  <a:pt x="16015" y="12096"/>
                  <a:pt x="17675" y="11602"/>
                </a:cubicBezTo>
                <a:cubicBezTo>
                  <a:pt x="18258" y="11454"/>
                  <a:pt x="18841" y="11380"/>
                  <a:pt x="19447" y="11331"/>
                </a:cubicBezTo>
                <a:cubicBezTo>
                  <a:pt x="19447" y="9183"/>
                  <a:pt x="19447" y="9183"/>
                  <a:pt x="19447" y="9183"/>
                </a:cubicBezTo>
                <a:cubicBezTo>
                  <a:pt x="19828" y="9109"/>
                  <a:pt x="19828" y="9109"/>
                  <a:pt x="19828" y="9109"/>
                </a:cubicBezTo>
                <a:cubicBezTo>
                  <a:pt x="20860" y="8912"/>
                  <a:pt x="21600" y="7949"/>
                  <a:pt x="21600" y="6764"/>
                </a:cubicBezTo>
                <a:cubicBezTo>
                  <a:pt x="21600" y="5579"/>
                  <a:pt x="20860" y="4592"/>
                  <a:pt x="19828" y="4394"/>
                </a:cubicBezTo>
                <a:cubicBezTo>
                  <a:pt x="19447" y="4320"/>
                  <a:pt x="19447" y="4320"/>
                  <a:pt x="19447" y="4320"/>
                </a:cubicBezTo>
                <a:cubicBezTo>
                  <a:pt x="19447" y="0"/>
                  <a:pt x="19447" y="0"/>
                  <a:pt x="19447" y="0"/>
                </a:cubicBezTo>
                <a:cubicBezTo>
                  <a:pt x="18931" y="25"/>
                  <a:pt x="18437" y="49"/>
                  <a:pt x="17921" y="123"/>
                </a:cubicBezTo>
                <a:cubicBezTo>
                  <a:pt x="17720" y="1185"/>
                  <a:pt x="17563" y="2197"/>
                  <a:pt x="17450" y="3259"/>
                </a:cubicBezTo>
                <a:cubicBezTo>
                  <a:pt x="15880" y="3579"/>
                  <a:pt x="15880" y="3579"/>
                  <a:pt x="15880" y="3579"/>
                </a:cubicBezTo>
                <a:cubicBezTo>
                  <a:pt x="14355" y="4098"/>
                  <a:pt x="14355" y="4098"/>
                  <a:pt x="14355" y="4098"/>
                </a:cubicBezTo>
                <a:cubicBezTo>
                  <a:pt x="13817" y="3209"/>
                  <a:pt x="13234" y="2370"/>
                  <a:pt x="12628" y="1555"/>
                </a:cubicBezTo>
                <a:cubicBezTo>
                  <a:pt x="11080" y="2197"/>
                  <a:pt x="9622" y="3110"/>
                  <a:pt x="8277" y="4172"/>
                </a:cubicBezTo>
                <a:cubicBezTo>
                  <a:pt x="8568" y="5159"/>
                  <a:pt x="8905" y="6171"/>
                  <a:pt x="9286" y="7134"/>
                </a:cubicBezTo>
                <a:cubicBezTo>
                  <a:pt x="8882" y="7529"/>
                  <a:pt x="8456" y="7875"/>
                  <a:pt x="8075" y="8294"/>
                </a:cubicBezTo>
                <a:cubicBezTo>
                  <a:pt x="7716" y="8714"/>
                  <a:pt x="7312" y="9109"/>
                  <a:pt x="6976" y="9578"/>
                </a:cubicBezTo>
                <a:cubicBezTo>
                  <a:pt x="6123" y="9134"/>
                  <a:pt x="5226" y="8714"/>
                  <a:pt x="4329" y="8319"/>
                </a:cubicBezTo>
                <a:cubicBezTo>
                  <a:pt x="3297" y="9751"/>
                  <a:pt x="2422" y="11331"/>
                  <a:pt x="1750" y="12985"/>
                </a:cubicBezTo>
                <a:cubicBezTo>
                  <a:pt x="2490" y="13701"/>
                  <a:pt x="3230" y="14367"/>
                  <a:pt x="3993" y="15009"/>
                </a:cubicBezTo>
                <a:cubicBezTo>
                  <a:pt x="3746" y="15552"/>
                  <a:pt x="3634" y="16120"/>
                  <a:pt x="3454" y="16663"/>
                </a:cubicBezTo>
                <a:cubicBezTo>
                  <a:pt x="3275" y="17231"/>
                  <a:pt x="3207" y="17798"/>
                  <a:pt x="3095" y="18391"/>
                </a:cubicBezTo>
                <a:close/>
              </a:path>
            </a:pathLst>
          </a:custGeom>
          <a:solidFill>
            <a:srgbClr val="FFBC00"/>
          </a:solidFill>
          <a:ln>
            <a:noFill/>
          </a:ln>
        </p:spPr>
        <p:txBody>
          <a:bodyPr vert="horz" wrap="square" lIns="121901" tIns="60951" rIns="121901" bIns="60951" numCol="1" anchor="t" anchorCtr="0" compatLnSpc="1"/>
          <a:lstStyle/>
          <a:p>
            <a:pPr defTabSz="1218815"/>
            <a:endParaRPr sz="2402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6" name="Shape 6916">
            <a:extLst>
              <a:ext uri="{FF2B5EF4-FFF2-40B4-BE49-F238E27FC236}">
                <a16:creationId xmlns:a16="http://schemas.microsoft.com/office/drawing/2014/main" id="{6A5454F1-9F28-3588-CF66-71D85C980200}"/>
              </a:ext>
            </a:extLst>
          </p:cNvPr>
          <p:cNvSpPr/>
          <p:nvPr/>
        </p:nvSpPr>
        <p:spPr>
          <a:xfrm>
            <a:off x="4308335" y="3361784"/>
            <a:ext cx="1788658" cy="19881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530"/>
                </a:moveTo>
                <a:cubicBezTo>
                  <a:pt x="20205" y="18127"/>
                  <a:pt x="19233" y="16984"/>
                  <a:pt x="19233" y="15595"/>
                </a:cubicBezTo>
                <a:cubicBezTo>
                  <a:pt x="19233" y="14228"/>
                  <a:pt x="20205" y="13063"/>
                  <a:pt x="21600" y="12682"/>
                </a:cubicBezTo>
                <a:cubicBezTo>
                  <a:pt x="21600" y="11338"/>
                  <a:pt x="21600" y="11338"/>
                  <a:pt x="21600" y="11338"/>
                </a:cubicBezTo>
                <a:cubicBezTo>
                  <a:pt x="20778" y="11293"/>
                  <a:pt x="19956" y="11181"/>
                  <a:pt x="19158" y="10957"/>
                </a:cubicBezTo>
                <a:cubicBezTo>
                  <a:pt x="17365" y="10486"/>
                  <a:pt x="15696" y="9590"/>
                  <a:pt x="14400" y="8358"/>
                </a:cubicBezTo>
                <a:cubicBezTo>
                  <a:pt x="13080" y="7148"/>
                  <a:pt x="12208" y="5602"/>
                  <a:pt x="11709" y="3966"/>
                </a:cubicBezTo>
                <a:cubicBezTo>
                  <a:pt x="11560" y="3383"/>
                  <a:pt x="11485" y="2801"/>
                  <a:pt x="11435" y="2218"/>
                </a:cubicBezTo>
                <a:cubicBezTo>
                  <a:pt x="9841" y="2218"/>
                  <a:pt x="9841" y="2218"/>
                  <a:pt x="9841" y="2218"/>
                </a:cubicBezTo>
                <a:cubicBezTo>
                  <a:pt x="9766" y="1837"/>
                  <a:pt x="9766" y="1837"/>
                  <a:pt x="9766" y="1837"/>
                </a:cubicBezTo>
                <a:cubicBezTo>
                  <a:pt x="9592" y="784"/>
                  <a:pt x="8570" y="0"/>
                  <a:pt x="7374" y="0"/>
                </a:cubicBezTo>
                <a:cubicBezTo>
                  <a:pt x="6179" y="0"/>
                  <a:pt x="5182" y="784"/>
                  <a:pt x="4983" y="1837"/>
                </a:cubicBezTo>
                <a:cubicBezTo>
                  <a:pt x="4933" y="2218"/>
                  <a:pt x="4933" y="2218"/>
                  <a:pt x="4933" y="2218"/>
                </a:cubicBezTo>
                <a:cubicBezTo>
                  <a:pt x="0" y="2218"/>
                  <a:pt x="0" y="2218"/>
                  <a:pt x="0" y="2218"/>
                </a:cubicBezTo>
                <a:cubicBezTo>
                  <a:pt x="25" y="2711"/>
                  <a:pt x="75" y="3204"/>
                  <a:pt x="125" y="3697"/>
                </a:cubicBezTo>
                <a:cubicBezTo>
                  <a:pt x="1196" y="3899"/>
                  <a:pt x="2217" y="4056"/>
                  <a:pt x="3289" y="4168"/>
                </a:cubicBezTo>
                <a:cubicBezTo>
                  <a:pt x="3612" y="5736"/>
                  <a:pt x="3612" y="5736"/>
                  <a:pt x="3612" y="5736"/>
                </a:cubicBezTo>
                <a:cubicBezTo>
                  <a:pt x="4111" y="7260"/>
                  <a:pt x="4111" y="7260"/>
                  <a:pt x="4111" y="7260"/>
                </a:cubicBezTo>
                <a:cubicBezTo>
                  <a:pt x="3239" y="7820"/>
                  <a:pt x="2392" y="8380"/>
                  <a:pt x="1570" y="8985"/>
                </a:cubicBezTo>
                <a:cubicBezTo>
                  <a:pt x="2217" y="10554"/>
                  <a:pt x="3139" y="11988"/>
                  <a:pt x="4210" y="13354"/>
                </a:cubicBezTo>
                <a:cubicBezTo>
                  <a:pt x="5207" y="13063"/>
                  <a:pt x="6228" y="12705"/>
                  <a:pt x="7200" y="12324"/>
                </a:cubicBezTo>
                <a:cubicBezTo>
                  <a:pt x="7599" y="12727"/>
                  <a:pt x="7947" y="13175"/>
                  <a:pt x="8371" y="13534"/>
                </a:cubicBezTo>
                <a:cubicBezTo>
                  <a:pt x="8794" y="13915"/>
                  <a:pt x="9193" y="14318"/>
                  <a:pt x="9666" y="14632"/>
                </a:cubicBezTo>
                <a:cubicBezTo>
                  <a:pt x="9218" y="15505"/>
                  <a:pt x="8794" y="16379"/>
                  <a:pt x="8421" y="17298"/>
                </a:cubicBezTo>
                <a:cubicBezTo>
                  <a:pt x="9841" y="18329"/>
                  <a:pt x="11435" y="19180"/>
                  <a:pt x="13104" y="19852"/>
                </a:cubicBezTo>
                <a:cubicBezTo>
                  <a:pt x="13827" y="19135"/>
                  <a:pt x="14500" y="18396"/>
                  <a:pt x="15147" y="17634"/>
                </a:cubicBezTo>
                <a:cubicBezTo>
                  <a:pt x="15671" y="17858"/>
                  <a:pt x="16269" y="17970"/>
                  <a:pt x="16817" y="18149"/>
                </a:cubicBezTo>
                <a:cubicBezTo>
                  <a:pt x="17390" y="18329"/>
                  <a:pt x="17963" y="18418"/>
                  <a:pt x="18561" y="18530"/>
                </a:cubicBezTo>
                <a:cubicBezTo>
                  <a:pt x="18635" y="19494"/>
                  <a:pt x="18760" y="20457"/>
                  <a:pt x="18934" y="21398"/>
                </a:cubicBezTo>
                <a:cubicBezTo>
                  <a:pt x="19806" y="21510"/>
                  <a:pt x="20703" y="21578"/>
                  <a:pt x="21600" y="21600"/>
                </a:cubicBezTo>
                <a:lnTo>
                  <a:pt x="21600" y="18530"/>
                </a:lnTo>
                <a:close/>
              </a:path>
            </a:pathLst>
          </a:custGeom>
          <a:solidFill>
            <a:srgbClr val="3B5CC3"/>
          </a:solidFill>
          <a:ln>
            <a:noFill/>
          </a:ln>
        </p:spPr>
        <p:txBody>
          <a:bodyPr vert="horz" wrap="square" lIns="121901" tIns="60951" rIns="121901" bIns="60951" numCol="1" anchor="t" anchorCtr="0" compatLnSpc="1"/>
          <a:lstStyle/>
          <a:p>
            <a:pPr defTabSz="1218815"/>
            <a:endParaRPr sz="2402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7" name="Shape 6915">
            <a:extLst>
              <a:ext uri="{FF2B5EF4-FFF2-40B4-BE49-F238E27FC236}">
                <a16:creationId xmlns:a16="http://schemas.microsoft.com/office/drawing/2014/main" id="{7F520DF4-A615-79F9-38F7-F5970D2AB0A5}"/>
              </a:ext>
            </a:extLst>
          </p:cNvPr>
          <p:cNvSpPr/>
          <p:nvPr/>
        </p:nvSpPr>
        <p:spPr>
          <a:xfrm>
            <a:off x="6178816" y="1676484"/>
            <a:ext cx="1801579" cy="20039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181"/>
                </a:moveTo>
                <a:cubicBezTo>
                  <a:pt x="1410" y="3559"/>
                  <a:pt x="2375" y="4738"/>
                  <a:pt x="2375" y="6095"/>
                </a:cubicBezTo>
                <a:cubicBezTo>
                  <a:pt x="2375" y="7452"/>
                  <a:pt x="1410" y="8609"/>
                  <a:pt x="0" y="9009"/>
                </a:cubicBezTo>
                <a:cubicBezTo>
                  <a:pt x="0" y="10188"/>
                  <a:pt x="0" y="10188"/>
                  <a:pt x="0" y="10188"/>
                </a:cubicBezTo>
                <a:cubicBezTo>
                  <a:pt x="866" y="10233"/>
                  <a:pt x="1732" y="10344"/>
                  <a:pt x="2573" y="10566"/>
                </a:cubicBezTo>
                <a:cubicBezTo>
                  <a:pt x="4379" y="11034"/>
                  <a:pt x="6037" y="11946"/>
                  <a:pt x="7324" y="13169"/>
                </a:cubicBezTo>
                <a:cubicBezTo>
                  <a:pt x="8635" y="14370"/>
                  <a:pt x="9501" y="15883"/>
                  <a:pt x="9971" y="17529"/>
                </a:cubicBezTo>
                <a:cubicBezTo>
                  <a:pt x="10120" y="18130"/>
                  <a:pt x="10219" y="18753"/>
                  <a:pt x="10268" y="19375"/>
                </a:cubicBezTo>
                <a:cubicBezTo>
                  <a:pt x="12767" y="19375"/>
                  <a:pt x="12767" y="19375"/>
                  <a:pt x="12767" y="19375"/>
                </a:cubicBezTo>
                <a:cubicBezTo>
                  <a:pt x="12841" y="19754"/>
                  <a:pt x="12841" y="19754"/>
                  <a:pt x="12841" y="19754"/>
                </a:cubicBezTo>
                <a:cubicBezTo>
                  <a:pt x="13014" y="20821"/>
                  <a:pt x="14029" y="21600"/>
                  <a:pt x="15216" y="21600"/>
                </a:cubicBezTo>
                <a:cubicBezTo>
                  <a:pt x="16404" y="21600"/>
                  <a:pt x="17394" y="20821"/>
                  <a:pt x="17592" y="19776"/>
                </a:cubicBezTo>
                <a:cubicBezTo>
                  <a:pt x="17641" y="19375"/>
                  <a:pt x="17641" y="19375"/>
                  <a:pt x="17641" y="19375"/>
                </a:cubicBezTo>
                <a:cubicBezTo>
                  <a:pt x="21600" y="19375"/>
                  <a:pt x="21600" y="19375"/>
                  <a:pt x="21600" y="19375"/>
                </a:cubicBezTo>
                <a:cubicBezTo>
                  <a:pt x="21600" y="18842"/>
                  <a:pt x="21551" y="18308"/>
                  <a:pt x="21476" y="17774"/>
                </a:cubicBezTo>
                <a:cubicBezTo>
                  <a:pt x="20437" y="17596"/>
                  <a:pt x="19423" y="17418"/>
                  <a:pt x="18359" y="17307"/>
                </a:cubicBezTo>
                <a:cubicBezTo>
                  <a:pt x="18012" y="15750"/>
                  <a:pt x="18012" y="15750"/>
                  <a:pt x="18012" y="15750"/>
                </a:cubicBezTo>
                <a:cubicBezTo>
                  <a:pt x="17518" y="14237"/>
                  <a:pt x="17518" y="14237"/>
                  <a:pt x="17518" y="14237"/>
                </a:cubicBezTo>
                <a:cubicBezTo>
                  <a:pt x="18408" y="13703"/>
                  <a:pt x="19225" y="13125"/>
                  <a:pt x="20066" y="12524"/>
                </a:cubicBezTo>
                <a:cubicBezTo>
                  <a:pt x="19423" y="10989"/>
                  <a:pt x="18482" y="9543"/>
                  <a:pt x="17443" y="8208"/>
                </a:cubicBezTo>
                <a:cubicBezTo>
                  <a:pt x="16429" y="8498"/>
                  <a:pt x="15414" y="8854"/>
                  <a:pt x="14449" y="9209"/>
                </a:cubicBezTo>
                <a:cubicBezTo>
                  <a:pt x="14078" y="8809"/>
                  <a:pt x="13732" y="8386"/>
                  <a:pt x="13287" y="8008"/>
                </a:cubicBezTo>
                <a:cubicBezTo>
                  <a:pt x="12866" y="7652"/>
                  <a:pt x="12470" y="7252"/>
                  <a:pt x="12000" y="6918"/>
                </a:cubicBezTo>
                <a:cubicBezTo>
                  <a:pt x="12470" y="6073"/>
                  <a:pt x="12891" y="5183"/>
                  <a:pt x="13262" y="4293"/>
                </a:cubicBezTo>
                <a:cubicBezTo>
                  <a:pt x="11827" y="3270"/>
                  <a:pt x="10268" y="2402"/>
                  <a:pt x="8586" y="1735"/>
                </a:cubicBezTo>
                <a:cubicBezTo>
                  <a:pt x="7868" y="2469"/>
                  <a:pt x="7200" y="3203"/>
                  <a:pt x="6581" y="3960"/>
                </a:cubicBezTo>
                <a:cubicBezTo>
                  <a:pt x="6037" y="3737"/>
                  <a:pt x="5468" y="3604"/>
                  <a:pt x="4899" y="3426"/>
                </a:cubicBezTo>
                <a:cubicBezTo>
                  <a:pt x="4355" y="3270"/>
                  <a:pt x="3761" y="3181"/>
                  <a:pt x="3192" y="3070"/>
                </a:cubicBezTo>
                <a:cubicBezTo>
                  <a:pt x="3093" y="2113"/>
                  <a:pt x="2994" y="1135"/>
                  <a:pt x="2796" y="200"/>
                </a:cubicBezTo>
                <a:cubicBezTo>
                  <a:pt x="1880" y="111"/>
                  <a:pt x="940" y="22"/>
                  <a:pt x="0" y="0"/>
                </a:cubicBezTo>
                <a:lnTo>
                  <a:pt x="0" y="3181"/>
                </a:lnTo>
                <a:close/>
              </a:path>
            </a:pathLst>
          </a:custGeom>
          <a:solidFill>
            <a:srgbClr val="3B5CC3"/>
          </a:solidFill>
          <a:ln>
            <a:noFill/>
          </a:ln>
        </p:spPr>
        <p:txBody>
          <a:bodyPr vert="horz" wrap="square" lIns="121901" tIns="60951" rIns="121901" bIns="60951" numCol="1" anchor="t" anchorCtr="0" compatLnSpc="1"/>
          <a:lstStyle/>
          <a:p>
            <a:pPr defTabSz="1218815"/>
            <a:endParaRPr sz="2402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10" name="Shape 6917">
            <a:extLst>
              <a:ext uri="{FF2B5EF4-FFF2-40B4-BE49-F238E27FC236}">
                <a16:creationId xmlns:a16="http://schemas.microsoft.com/office/drawing/2014/main" id="{9FB4E6AE-1DCE-A206-9973-DC7265909682}"/>
              </a:ext>
            </a:extLst>
          </p:cNvPr>
          <p:cNvSpPr/>
          <p:nvPr/>
        </p:nvSpPr>
        <p:spPr>
          <a:xfrm>
            <a:off x="5980715" y="3557015"/>
            <a:ext cx="1999680" cy="17929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46" y="3107"/>
                </a:moveTo>
                <a:cubicBezTo>
                  <a:pt x="19482" y="3008"/>
                  <a:pt x="20463" y="2908"/>
                  <a:pt x="21399" y="2734"/>
                </a:cubicBezTo>
                <a:cubicBezTo>
                  <a:pt x="21511" y="1814"/>
                  <a:pt x="21578" y="920"/>
                  <a:pt x="21600" y="0"/>
                </a:cubicBezTo>
                <a:cubicBezTo>
                  <a:pt x="18769" y="0"/>
                  <a:pt x="18769" y="0"/>
                  <a:pt x="18769" y="0"/>
                </a:cubicBezTo>
                <a:cubicBezTo>
                  <a:pt x="18412" y="1491"/>
                  <a:pt x="17231" y="2461"/>
                  <a:pt x="15849" y="2461"/>
                </a:cubicBezTo>
                <a:cubicBezTo>
                  <a:pt x="14467" y="2461"/>
                  <a:pt x="13285" y="1491"/>
                  <a:pt x="12907" y="0"/>
                </a:cubicBezTo>
                <a:cubicBezTo>
                  <a:pt x="11391" y="0"/>
                  <a:pt x="11391" y="0"/>
                  <a:pt x="11391" y="0"/>
                </a:cubicBezTo>
                <a:cubicBezTo>
                  <a:pt x="11346" y="845"/>
                  <a:pt x="11235" y="1665"/>
                  <a:pt x="11012" y="2486"/>
                </a:cubicBezTo>
                <a:cubicBezTo>
                  <a:pt x="10544" y="4300"/>
                  <a:pt x="9630" y="5941"/>
                  <a:pt x="8426" y="7258"/>
                </a:cubicBezTo>
                <a:cubicBezTo>
                  <a:pt x="7222" y="8575"/>
                  <a:pt x="5684" y="9445"/>
                  <a:pt x="4057" y="9942"/>
                </a:cubicBezTo>
                <a:cubicBezTo>
                  <a:pt x="3433" y="10092"/>
                  <a:pt x="2786" y="10191"/>
                  <a:pt x="2140" y="10216"/>
                </a:cubicBezTo>
                <a:cubicBezTo>
                  <a:pt x="2140" y="12503"/>
                  <a:pt x="2140" y="12503"/>
                  <a:pt x="2140" y="12503"/>
                </a:cubicBezTo>
                <a:cubicBezTo>
                  <a:pt x="1761" y="12577"/>
                  <a:pt x="1761" y="12577"/>
                  <a:pt x="1761" y="12577"/>
                </a:cubicBezTo>
                <a:cubicBezTo>
                  <a:pt x="736" y="12801"/>
                  <a:pt x="0" y="13770"/>
                  <a:pt x="0" y="14939"/>
                </a:cubicBezTo>
                <a:cubicBezTo>
                  <a:pt x="0" y="16132"/>
                  <a:pt x="736" y="17101"/>
                  <a:pt x="1761" y="17325"/>
                </a:cubicBezTo>
                <a:cubicBezTo>
                  <a:pt x="2140" y="17399"/>
                  <a:pt x="2140" y="17399"/>
                  <a:pt x="2140" y="17399"/>
                </a:cubicBezTo>
                <a:cubicBezTo>
                  <a:pt x="2140" y="21600"/>
                  <a:pt x="2140" y="21600"/>
                  <a:pt x="2140" y="21600"/>
                </a:cubicBezTo>
                <a:cubicBezTo>
                  <a:pt x="2697" y="21600"/>
                  <a:pt x="3254" y="21550"/>
                  <a:pt x="3789" y="21476"/>
                </a:cubicBezTo>
                <a:cubicBezTo>
                  <a:pt x="3990" y="20432"/>
                  <a:pt x="4146" y="19413"/>
                  <a:pt x="4258" y="18344"/>
                </a:cubicBezTo>
                <a:cubicBezTo>
                  <a:pt x="5818" y="18021"/>
                  <a:pt x="5818" y="18021"/>
                  <a:pt x="5818" y="18021"/>
                </a:cubicBezTo>
                <a:cubicBezTo>
                  <a:pt x="7356" y="17499"/>
                  <a:pt x="7356" y="17499"/>
                  <a:pt x="7356" y="17499"/>
                </a:cubicBezTo>
                <a:cubicBezTo>
                  <a:pt x="7891" y="18394"/>
                  <a:pt x="8448" y="19214"/>
                  <a:pt x="9050" y="20059"/>
                </a:cubicBezTo>
                <a:cubicBezTo>
                  <a:pt x="10611" y="19413"/>
                  <a:pt x="12037" y="18468"/>
                  <a:pt x="13397" y="17424"/>
                </a:cubicBezTo>
                <a:cubicBezTo>
                  <a:pt x="13107" y="16405"/>
                  <a:pt x="12750" y="15386"/>
                  <a:pt x="12372" y="14417"/>
                </a:cubicBezTo>
                <a:cubicBezTo>
                  <a:pt x="12773" y="14044"/>
                  <a:pt x="13219" y="13696"/>
                  <a:pt x="13575" y="13248"/>
                </a:cubicBezTo>
                <a:cubicBezTo>
                  <a:pt x="13954" y="12826"/>
                  <a:pt x="14355" y="12453"/>
                  <a:pt x="14667" y="11981"/>
                </a:cubicBezTo>
                <a:cubicBezTo>
                  <a:pt x="15515" y="12428"/>
                  <a:pt x="16406" y="12826"/>
                  <a:pt x="17320" y="13223"/>
                </a:cubicBezTo>
                <a:cubicBezTo>
                  <a:pt x="18346" y="11782"/>
                  <a:pt x="19193" y="10216"/>
                  <a:pt x="19861" y="8526"/>
                </a:cubicBezTo>
                <a:cubicBezTo>
                  <a:pt x="19148" y="7805"/>
                  <a:pt x="18412" y="7134"/>
                  <a:pt x="17654" y="6512"/>
                </a:cubicBezTo>
                <a:cubicBezTo>
                  <a:pt x="17877" y="5965"/>
                  <a:pt x="17989" y="5394"/>
                  <a:pt x="18167" y="4822"/>
                </a:cubicBezTo>
                <a:cubicBezTo>
                  <a:pt x="18346" y="4275"/>
                  <a:pt x="18412" y="3679"/>
                  <a:pt x="18546" y="3107"/>
                </a:cubicBezTo>
                <a:close/>
              </a:path>
            </a:pathLst>
          </a:custGeom>
          <a:solidFill>
            <a:srgbClr val="FFBC00"/>
          </a:solidFill>
          <a:ln>
            <a:noFill/>
          </a:ln>
        </p:spPr>
        <p:txBody>
          <a:bodyPr vert="horz" wrap="square" lIns="121901" tIns="60951" rIns="121901" bIns="60951" numCol="1" anchor="t" anchorCtr="0" compatLnSpc="1"/>
          <a:lstStyle/>
          <a:p>
            <a:pPr defTabSz="1218815"/>
            <a:endParaRPr sz="2402" kern="0">
              <a:solidFill>
                <a:srgbClr val="404040"/>
              </a:solidFill>
              <a:cs typeface="+mn-ea"/>
              <a:sym typeface="+mn-lt"/>
            </a:endParaRPr>
          </a:p>
        </p:txBody>
      </p:sp>
      <p:grpSp>
        <p:nvGrpSpPr>
          <p:cNvPr id="11" name="Group 6936" descr="D:\51PPT模板网\51pptmoban.com\图片.jpg">
            <a:extLst>
              <a:ext uri="{FF2B5EF4-FFF2-40B4-BE49-F238E27FC236}">
                <a16:creationId xmlns:a16="http://schemas.microsoft.com/office/drawing/2014/main" id="{32FB5889-D2EA-7366-C202-F325B2962971}"/>
              </a:ext>
            </a:extLst>
          </p:cNvPr>
          <p:cNvGrpSpPr/>
          <p:nvPr/>
        </p:nvGrpSpPr>
        <p:grpSpPr>
          <a:xfrm>
            <a:off x="5599958" y="3029142"/>
            <a:ext cx="1034328" cy="1034378"/>
            <a:chOff x="0" y="0"/>
            <a:chExt cx="977493" cy="977540"/>
          </a:xfrm>
        </p:grpSpPr>
        <p:sp>
          <p:nvSpPr>
            <p:cNvPr id="12" name="Shape 6930">
              <a:extLst>
                <a:ext uri="{FF2B5EF4-FFF2-40B4-BE49-F238E27FC236}">
                  <a16:creationId xmlns:a16="http://schemas.microsoft.com/office/drawing/2014/main" id="{F298B9DD-3928-013C-B03E-1B84380F2282}"/>
                </a:ext>
              </a:extLst>
            </p:cNvPr>
            <p:cNvSpPr/>
            <p:nvPr/>
          </p:nvSpPr>
          <p:spPr>
            <a:xfrm>
              <a:off x="-1" y="92449"/>
              <a:ext cx="890097" cy="8850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3" h="21600" extrusionOk="0">
                  <a:moveTo>
                    <a:pt x="15259" y="526"/>
                  </a:moveTo>
                  <a:cubicBezTo>
                    <a:pt x="14911" y="175"/>
                    <a:pt x="14448" y="0"/>
                    <a:pt x="13956" y="0"/>
                  </a:cubicBezTo>
                  <a:cubicBezTo>
                    <a:pt x="13464" y="0"/>
                    <a:pt x="13000" y="175"/>
                    <a:pt x="12653" y="526"/>
                  </a:cubicBezTo>
                  <a:cubicBezTo>
                    <a:pt x="11611" y="1578"/>
                    <a:pt x="11611" y="1578"/>
                    <a:pt x="11611" y="1578"/>
                  </a:cubicBezTo>
                  <a:cubicBezTo>
                    <a:pt x="11263" y="1929"/>
                    <a:pt x="11089" y="2397"/>
                    <a:pt x="11089" y="2894"/>
                  </a:cubicBezTo>
                  <a:cubicBezTo>
                    <a:pt x="11089" y="3244"/>
                    <a:pt x="11176" y="3595"/>
                    <a:pt x="11350" y="3887"/>
                  </a:cubicBezTo>
                  <a:cubicBezTo>
                    <a:pt x="1332" y="7921"/>
                    <a:pt x="1332" y="7921"/>
                    <a:pt x="1332" y="7921"/>
                  </a:cubicBezTo>
                  <a:cubicBezTo>
                    <a:pt x="666" y="8242"/>
                    <a:pt x="174" y="8856"/>
                    <a:pt x="29" y="9558"/>
                  </a:cubicBezTo>
                  <a:cubicBezTo>
                    <a:pt x="-87" y="10288"/>
                    <a:pt x="145" y="11048"/>
                    <a:pt x="666" y="11575"/>
                  </a:cubicBezTo>
                  <a:cubicBezTo>
                    <a:pt x="10047" y="20957"/>
                    <a:pt x="10047" y="20957"/>
                    <a:pt x="10047" y="20957"/>
                  </a:cubicBezTo>
                  <a:cubicBezTo>
                    <a:pt x="10452" y="21366"/>
                    <a:pt x="11003" y="21600"/>
                    <a:pt x="11553" y="21600"/>
                  </a:cubicBezTo>
                  <a:cubicBezTo>
                    <a:pt x="11582" y="21600"/>
                    <a:pt x="11611" y="21600"/>
                    <a:pt x="11611" y="21600"/>
                  </a:cubicBezTo>
                  <a:cubicBezTo>
                    <a:pt x="11755" y="21600"/>
                    <a:pt x="11900" y="21571"/>
                    <a:pt x="12074" y="21542"/>
                  </a:cubicBezTo>
                  <a:cubicBezTo>
                    <a:pt x="12798" y="21395"/>
                    <a:pt x="13406" y="20899"/>
                    <a:pt x="13666" y="20197"/>
                  </a:cubicBezTo>
                  <a:cubicBezTo>
                    <a:pt x="17604" y="10230"/>
                    <a:pt x="17604" y="10230"/>
                    <a:pt x="17604" y="10230"/>
                  </a:cubicBezTo>
                  <a:cubicBezTo>
                    <a:pt x="17923" y="10405"/>
                    <a:pt x="18270" y="10522"/>
                    <a:pt x="18618" y="10522"/>
                  </a:cubicBezTo>
                  <a:cubicBezTo>
                    <a:pt x="19110" y="10522"/>
                    <a:pt x="19573" y="10318"/>
                    <a:pt x="19921" y="9967"/>
                  </a:cubicBezTo>
                  <a:cubicBezTo>
                    <a:pt x="20963" y="8944"/>
                    <a:pt x="20963" y="8944"/>
                    <a:pt x="20963" y="8944"/>
                  </a:cubicBezTo>
                  <a:cubicBezTo>
                    <a:pt x="21310" y="8564"/>
                    <a:pt x="21513" y="8096"/>
                    <a:pt x="21513" y="7599"/>
                  </a:cubicBezTo>
                  <a:cubicBezTo>
                    <a:pt x="21513" y="7103"/>
                    <a:pt x="21310" y="6635"/>
                    <a:pt x="20963" y="6284"/>
                  </a:cubicBezTo>
                  <a:lnTo>
                    <a:pt x="15259" y="526"/>
                  </a:lnTo>
                  <a:close/>
                  <a:moveTo>
                    <a:pt x="12305" y="19642"/>
                  </a:moveTo>
                  <a:cubicBezTo>
                    <a:pt x="12219" y="19876"/>
                    <a:pt x="12016" y="20051"/>
                    <a:pt x="11755" y="20080"/>
                  </a:cubicBezTo>
                  <a:cubicBezTo>
                    <a:pt x="11697" y="20109"/>
                    <a:pt x="11640" y="20109"/>
                    <a:pt x="11582" y="20109"/>
                  </a:cubicBezTo>
                  <a:cubicBezTo>
                    <a:pt x="11408" y="20109"/>
                    <a:pt x="11234" y="20022"/>
                    <a:pt x="11089" y="19905"/>
                  </a:cubicBezTo>
                  <a:cubicBezTo>
                    <a:pt x="1679" y="10522"/>
                    <a:pt x="1679" y="10522"/>
                    <a:pt x="1679" y="10522"/>
                  </a:cubicBezTo>
                  <a:cubicBezTo>
                    <a:pt x="1534" y="10347"/>
                    <a:pt x="1448" y="10084"/>
                    <a:pt x="1477" y="9850"/>
                  </a:cubicBezTo>
                  <a:cubicBezTo>
                    <a:pt x="1534" y="9616"/>
                    <a:pt x="1708" y="9412"/>
                    <a:pt x="1911" y="9295"/>
                  </a:cubicBezTo>
                  <a:cubicBezTo>
                    <a:pt x="6515" y="7453"/>
                    <a:pt x="6515" y="7453"/>
                    <a:pt x="6515" y="7453"/>
                  </a:cubicBezTo>
                  <a:cubicBezTo>
                    <a:pt x="9613" y="8476"/>
                    <a:pt x="12682" y="7483"/>
                    <a:pt x="15780" y="10815"/>
                  </a:cubicBezTo>
                  <a:lnTo>
                    <a:pt x="12305" y="19642"/>
                  </a:lnTo>
                  <a:close/>
                  <a:moveTo>
                    <a:pt x="19921" y="7863"/>
                  </a:moveTo>
                  <a:cubicBezTo>
                    <a:pt x="18878" y="8915"/>
                    <a:pt x="18878" y="8915"/>
                    <a:pt x="18878" y="8915"/>
                  </a:cubicBezTo>
                  <a:cubicBezTo>
                    <a:pt x="18733" y="9061"/>
                    <a:pt x="18502" y="9061"/>
                    <a:pt x="18357" y="8915"/>
                  </a:cubicBezTo>
                  <a:cubicBezTo>
                    <a:pt x="17054" y="7599"/>
                    <a:pt x="17054" y="7599"/>
                    <a:pt x="17054" y="7599"/>
                  </a:cubicBezTo>
                  <a:cubicBezTo>
                    <a:pt x="16012" y="10288"/>
                    <a:pt x="16012" y="10288"/>
                    <a:pt x="16012" y="10288"/>
                  </a:cubicBezTo>
                  <a:cubicBezTo>
                    <a:pt x="16099" y="10055"/>
                    <a:pt x="16099" y="10055"/>
                    <a:pt x="16099" y="10055"/>
                  </a:cubicBezTo>
                  <a:cubicBezTo>
                    <a:pt x="13869" y="7804"/>
                    <a:pt x="11611" y="7541"/>
                    <a:pt x="9584" y="7278"/>
                  </a:cubicBezTo>
                  <a:cubicBezTo>
                    <a:pt x="8918" y="7190"/>
                    <a:pt x="8281" y="7103"/>
                    <a:pt x="7644" y="6986"/>
                  </a:cubicBezTo>
                  <a:cubicBezTo>
                    <a:pt x="13927" y="4443"/>
                    <a:pt x="13927" y="4443"/>
                    <a:pt x="13927" y="4443"/>
                  </a:cubicBezTo>
                  <a:cubicBezTo>
                    <a:pt x="12653" y="3157"/>
                    <a:pt x="12653" y="3157"/>
                    <a:pt x="12653" y="3157"/>
                  </a:cubicBezTo>
                  <a:cubicBezTo>
                    <a:pt x="12508" y="3011"/>
                    <a:pt x="12508" y="2777"/>
                    <a:pt x="12653" y="2631"/>
                  </a:cubicBezTo>
                  <a:cubicBezTo>
                    <a:pt x="13695" y="1578"/>
                    <a:pt x="13695" y="1578"/>
                    <a:pt x="13695" y="1578"/>
                  </a:cubicBezTo>
                  <a:cubicBezTo>
                    <a:pt x="13840" y="1432"/>
                    <a:pt x="14072" y="1432"/>
                    <a:pt x="14216" y="1578"/>
                  </a:cubicBezTo>
                  <a:cubicBezTo>
                    <a:pt x="19921" y="7336"/>
                    <a:pt x="19921" y="7336"/>
                    <a:pt x="19921" y="7336"/>
                  </a:cubicBezTo>
                  <a:cubicBezTo>
                    <a:pt x="20065" y="7483"/>
                    <a:pt x="20065" y="7716"/>
                    <a:pt x="19921" y="786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6" tIns="45713" rIns="91426" bIns="45713" rtlCol="0" anchor="ctr"/>
            <a:lstStyle/>
            <a:p>
              <a:pPr algn="ctr"/>
              <a:endParaRPr sz="1400">
                <a:solidFill>
                  <a:srgbClr val="292929"/>
                </a:solidFill>
                <a:cs typeface="+mn-ea"/>
                <a:sym typeface="+mn-lt"/>
              </a:endParaRPr>
            </a:p>
          </p:txBody>
        </p:sp>
        <p:sp>
          <p:nvSpPr>
            <p:cNvPr id="13" name="Shape 6931">
              <a:extLst>
                <a:ext uri="{FF2B5EF4-FFF2-40B4-BE49-F238E27FC236}">
                  <a16:creationId xmlns:a16="http://schemas.microsoft.com/office/drawing/2014/main" id="{713BE3AB-E4F9-A88F-4380-1C1D08BA2379}"/>
                </a:ext>
              </a:extLst>
            </p:cNvPr>
            <p:cNvSpPr/>
            <p:nvPr/>
          </p:nvSpPr>
          <p:spPr>
            <a:xfrm>
              <a:off x="427848" y="488517"/>
              <a:ext cx="153578" cy="153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16706" y="21600"/>
                    <a:pt x="21600" y="16706"/>
                    <a:pt x="21600" y="10800"/>
                  </a:cubicBezTo>
                  <a:cubicBezTo>
                    <a:pt x="21600" y="4894"/>
                    <a:pt x="16706" y="0"/>
                    <a:pt x="10800" y="0"/>
                  </a:cubicBezTo>
                  <a:cubicBezTo>
                    <a:pt x="4894" y="0"/>
                    <a:pt x="0" y="4894"/>
                    <a:pt x="0" y="10800"/>
                  </a:cubicBezTo>
                  <a:cubicBezTo>
                    <a:pt x="0" y="16706"/>
                    <a:pt x="4894" y="21600"/>
                    <a:pt x="10800" y="21600"/>
                  </a:cubicBezTo>
                  <a:close/>
                  <a:moveTo>
                    <a:pt x="10800" y="4388"/>
                  </a:moveTo>
                  <a:cubicBezTo>
                    <a:pt x="14344" y="4388"/>
                    <a:pt x="17212" y="7256"/>
                    <a:pt x="17212" y="10800"/>
                  </a:cubicBezTo>
                  <a:cubicBezTo>
                    <a:pt x="17212" y="14344"/>
                    <a:pt x="14344" y="17212"/>
                    <a:pt x="10800" y="17212"/>
                  </a:cubicBezTo>
                  <a:cubicBezTo>
                    <a:pt x="7256" y="17212"/>
                    <a:pt x="4387" y="14344"/>
                    <a:pt x="4387" y="10800"/>
                  </a:cubicBezTo>
                  <a:cubicBezTo>
                    <a:pt x="4387" y="7256"/>
                    <a:pt x="7256" y="4388"/>
                    <a:pt x="10800" y="4388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6" tIns="45713" rIns="91426" bIns="45713" rtlCol="0" anchor="ctr"/>
            <a:lstStyle/>
            <a:p>
              <a:pPr algn="ctr"/>
              <a:endParaRPr sz="1400">
                <a:solidFill>
                  <a:srgbClr val="292929"/>
                </a:solidFill>
                <a:cs typeface="+mn-ea"/>
                <a:sym typeface="+mn-lt"/>
              </a:endParaRPr>
            </a:p>
          </p:txBody>
        </p:sp>
        <p:sp>
          <p:nvSpPr>
            <p:cNvPr id="14" name="Shape 6932">
              <a:extLst>
                <a:ext uri="{FF2B5EF4-FFF2-40B4-BE49-F238E27FC236}">
                  <a16:creationId xmlns:a16="http://schemas.microsoft.com/office/drawing/2014/main" id="{CC8EDA79-9223-14A9-28D4-BF8981E119E0}"/>
                </a:ext>
              </a:extLst>
            </p:cNvPr>
            <p:cNvSpPr/>
            <p:nvPr/>
          </p:nvSpPr>
          <p:spPr>
            <a:xfrm>
              <a:off x="825431" y="0"/>
              <a:ext cx="152063" cy="153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15" y="0"/>
                  </a:moveTo>
                  <a:cubicBezTo>
                    <a:pt x="4762" y="0"/>
                    <a:pt x="0" y="4894"/>
                    <a:pt x="0" y="10800"/>
                  </a:cubicBezTo>
                  <a:cubicBezTo>
                    <a:pt x="0" y="16706"/>
                    <a:pt x="4762" y="21600"/>
                    <a:pt x="10715" y="21600"/>
                  </a:cubicBezTo>
                  <a:cubicBezTo>
                    <a:pt x="16668" y="21600"/>
                    <a:pt x="21600" y="16706"/>
                    <a:pt x="21600" y="10800"/>
                  </a:cubicBezTo>
                  <a:cubicBezTo>
                    <a:pt x="21600" y="4894"/>
                    <a:pt x="16668" y="0"/>
                    <a:pt x="10715" y="0"/>
                  </a:cubicBezTo>
                  <a:close/>
                  <a:moveTo>
                    <a:pt x="10715" y="17212"/>
                  </a:moveTo>
                  <a:cubicBezTo>
                    <a:pt x="7143" y="17212"/>
                    <a:pt x="4252" y="14344"/>
                    <a:pt x="4252" y="10800"/>
                  </a:cubicBezTo>
                  <a:cubicBezTo>
                    <a:pt x="4252" y="7256"/>
                    <a:pt x="7143" y="4388"/>
                    <a:pt x="10715" y="4388"/>
                  </a:cubicBezTo>
                  <a:cubicBezTo>
                    <a:pt x="14287" y="4388"/>
                    <a:pt x="17348" y="7256"/>
                    <a:pt x="17348" y="10800"/>
                  </a:cubicBezTo>
                  <a:cubicBezTo>
                    <a:pt x="17348" y="14344"/>
                    <a:pt x="14287" y="17212"/>
                    <a:pt x="10715" y="17212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6" tIns="45713" rIns="91426" bIns="45713" rtlCol="0" anchor="ctr"/>
            <a:lstStyle/>
            <a:p>
              <a:pPr algn="ctr"/>
              <a:endParaRPr sz="1400">
                <a:solidFill>
                  <a:srgbClr val="292929"/>
                </a:solidFill>
                <a:cs typeface="+mn-ea"/>
                <a:sym typeface="+mn-lt"/>
              </a:endParaRPr>
            </a:p>
          </p:txBody>
        </p:sp>
        <p:sp>
          <p:nvSpPr>
            <p:cNvPr id="15" name="Shape 6933">
              <a:extLst>
                <a:ext uri="{FF2B5EF4-FFF2-40B4-BE49-F238E27FC236}">
                  <a16:creationId xmlns:a16="http://schemas.microsoft.com/office/drawing/2014/main" id="{846B8BB9-7A16-AF9C-31B4-8D787E184510}"/>
                </a:ext>
              </a:extLst>
            </p:cNvPr>
            <p:cNvSpPr/>
            <p:nvPr/>
          </p:nvSpPr>
          <p:spPr>
            <a:xfrm>
              <a:off x="244465" y="458711"/>
              <a:ext cx="122256" cy="1222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16729"/>
                    <a:pt x="4871" y="21600"/>
                    <a:pt x="10800" y="21600"/>
                  </a:cubicBezTo>
                  <a:cubicBezTo>
                    <a:pt x="16729" y="21600"/>
                    <a:pt x="21600" y="16729"/>
                    <a:pt x="21600" y="10800"/>
                  </a:cubicBezTo>
                  <a:cubicBezTo>
                    <a:pt x="21600" y="4659"/>
                    <a:pt x="16729" y="0"/>
                    <a:pt x="10800" y="0"/>
                  </a:cubicBezTo>
                  <a:cubicBezTo>
                    <a:pt x="4871" y="0"/>
                    <a:pt x="0" y="4659"/>
                    <a:pt x="0" y="10800"/>
                  </a:cubicBezTo>
                  <a:close/>
                  <a:moveTo>
                    <a:pt x="10800" y="5294"/>
                  </a:moveTo>
                  <a:cubicBezTo>
                    <a:pt x="13765" y="5294"/>
                    <a:pt x="16306" y="7624"/>
                    <a:pt x="16306" y="10800"/>
                  </a:cubicBezTo>
                  <a:cubicBezTo>
                    <a:pt x="16306" y="13765"/>
                    <a:pt x="13765" y="16094"/>
                    <a:pt x="10800" y="16094"/>
                  </a:cubicBezTo>
                  <a:cubicBezTo>
                    <a:pt x="7835" y="16094"/>
                    <a:pt x="5506" y="13765"/>
                    <a:pt x="5506" y="10800"/>
                  </a:cubicBezTo>
                  <a:cubicBezTo>
                    <a:pt x="5506" y="7624"/>
                    <a:pt x="7835" y="5294"/>
                    <a:pt x="10800" y="5294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6" tIns="45713" rIns="91426" bIns="45713" rtlCol="0" anchor="ctr"/>
            <a:lstStyle/>
            <a:p>
              <a:pPr algn="ctr"/>
              <a:endParaRPr sz="1400">
                <a:solidFill>
                  <a:srgbClr val="292929"/>
                </a:solidFill>
                <a:cs typeface="+mn-ea"/>
                <a:sym typeface="+mn-lt"/>
              </a:endParaRPr>
            </a:p>
          </p:txBody>
        </p:sp>
        <p:sp>
          <p:nvSpPr>
            <p:cNvPr id="16" name="Shape 6934">
              <a:extLst>
                <a:ext uri="{FF2B5EF4-FFF2-40B4-BE49-F238E27FC236}">
                  <a16:creationId xmlns:a16="http://schemas.microsoft.com/office/drawing/2014/main" id="{BDFA52AF-32A0-3B10-4C97-8A758598AD07}"/>
                </a:ext>
              </a:extLst>
            </p:cNvPr>
            <p:cNvSpPr/>
            <p:nvPr/>
          </p:nvSpPr>
          <p:spPr>
            <a:xfrm>
              <a:off x="366720" y="671900"/>
              <a:ext cx="61129" cy="611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6" tIns="45713" rIns="91426" bIns="45713" rtlCol="0" anchor="ctr"/>
            <a:lstStyle/>
            <a:p>
              <a:pPr algn="ctr"/>
              <a:endParaRPr sz="1400">
                <a:solidFill>
                  <a:srgbClr val="292929"/>
                </a:solidFill>
                <a:cs typeface="+mn-ea"/>
                <a:sym typeface="+mn-lt"/>
              </a:endParaRPr>
            </a:p>
          </p:txBody>
        </p:sp>
        <p:sp>
          <p:nvSpPr>
            <p:cNvPr id="17" name="Shape 6935">
              <a:extLst>
                <a:ext uri="{FF2B5EF4-FFF2-40B4-BE49-F238E27FC236}">
                  <a16:creationId xmlns:a16="http://schemas.microsoft.com/office/drawing/2014/main" id="{2E3FEE7D-FE5C-1C00-BD26-B073FF4C4184}"/>
                </a:ext>
              </a:extLst>
            </p:cNvPr>
            <p:cNvSpPr/>
            <p:nvPr/>
          </p:nvSpPr>
          <p:spPr>
            <a:xfrm>
              <a:off x="855742" y="214199"/>
              <a:ext cx="60623" cy="611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6" tIns="45713" rIns="91426" bIns="45713" rtlCol="0" anchor="ctr"/>
            <a:lstStyle/>
            <a:p>
              <a:pPr algn="ctr"/>
              <a:endParaRPr sz="1400">
                <a:solidFill>
                  <a:srgbClr val="29292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58BBD6E-7290-514B-156B-A7A8745CBD54}"/>
              </a:ext>
            </a:extLst>
          </p:cNvPr>
          <p:cNvGrpSpPr/>
          <p:nvPr/>
        </p:nvGrpSpPr>
        <p:grpSpPr>
          <a:xfrm>
            <a:off x="1855020" y="4095059"/>
            <a:ext cx="8500074" cy="707886"/>
            <a:chOff x="2263904" y="2806409"/>
            <a:chExt cx="8500074" cy="707886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3B08F31-720D-550F-3863-C3752E64274E}"/>
                </a:ext>
              </a:extLst>
            </p:cNvPr>
            <p:cNvSpPr txBox="1"/>
            <p:nvPr/>
          </p:nvSpPr>
          <p:spPr>
            <a:xfrm>
              <a:off x="2263904" y="2806409"/>
              <a:ext cx="22355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just"/>
              <a:r>
                <a:rPr lang="zh-CN" altLang="en-US" sz="2000" b="0" i="0" dirty="0">
                  <a:solidFill>
                    <a:srgbClr val="4A4A4A"/>
                  </a:solidFill>
                  <a:effectLst/>
                  <a:latin typeface="Avenir" panose="02000503020000020003" pitchFamily="2" charset="0"/>
                </a:rPr>
                <a:t>自动化测试脚本场景覆盖不全</a:t>
              </a:r>
              <a:endParaRPr lang="en-US" altLang="zh-CN" sz="2000" b="0" i="0" dirty="0">
                <a:solidFill>
                  <a:srgbClr val="4A4A4A"/>
                </a:solidFill>
                <a:effectLst/>
                <a:latin typeface="Avenir" panose="02000503020000020003" pitchFamily="2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65F1EB8-240D-421B-5885-0958B97C1C63}"/>
                </a:ext>
              </a:extLst>
            </p:cNvPr>
            <p:cNvSpPr txBox="1"/>
            <p:nvPr/>
          </p:nvSpPr>
          <p:spPr>
            <a:xfrm>
              <a:off x="8528411" y="2806409"/>
              <a:ext cx="22355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l"/>
              <a:r>
                <a:rPr lang="zh-CN" altLang="en-US" sz="2000" b="0" i="0" dirty="0">
                  <a:solidFill>
                    <a:srgbClr val="1C1E21"/>
                  </a:solidFill>
                  <a:effectLst/>
                  <a:latin typeface="system-ui"/>
                </a:rPr>
                <a:t>线上问题难以本地复现，排查困难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F57D0BD-E082-8CE8-D7FC-315EC4B131D7}"/>
              </a:ext>
            </a:extLst>
          </p:cNvPr>
          <p:cNvGrpSpPr/>
          <p:nvPr/>
        </p:nvGrpSpPr>
        <p:grpSpPr>
          <a:xfrm>
            <a:off x="1855020" y="1921977"/>
            <a:ext cx="8500074" cy="1015663"/>
            <a:chOff x="2263904" y="2806409"/>
            <a:chExt cx="8500074" cy="1015663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B96A024-DF0F-F6EE-58F7-DA9EB9CC06A2}"/>
                </a:ext>
              </a:extLst>
            </p:cNvPr>
            <p:cNvSpPr txBox="1"/>
            <p:nvPr/>
          </p:nvSpPr>
          <p:spPr>
            <a:xfrm>
              <a:off x="2263904" y="2806409"/>
              <a:ext cx="22355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just"/>
              <a:r>
                <a:rPr lang="zh-CN" altLang="en-US" sz="2000" b="0" i="0" dirty="0">
                  <a:solidFill>
                    <a:srgbClr val="4A4A4A"/>
                  </a:solidFill>
                  <a:effectLst/>
                  <a:latin typeface="Avenir" panose="02000503020000020003" pitchFamily="2" charset="0"/>
                </a:rPr>
                <a:t>自动化测试脚本编写和维护成本高</a:t>
              </a:r>
              <a:endParaRPr lang="en-US" altLang="zh-CN" sz="2000" b="0" i="0" dirty="0">
                <a:solidFill>
                  <a:srgbClr val="4A4A4A"/>
                </a:solidFill>
                <a:effectLst/>
                <a:latin typeface="Avenir" panose="02000503020000020003" pitchFamily="2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86A1BD5E-A5E9-C9D7-A12E-70409C8682A2}"/>
                </a:ext>
              </a:extLst>
            </p:cNvPr>
            <p:cNvSpPr txBox="1"/>
            <p:nvPr/>
          </p:nvSpPr>
          <p:spPr>
            <a:xfrm>
              <a:off x="8528411" y="2806409"/>
              <a:ext cx="223556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l"/>
              <a:r>
                <a:rPr lang="zh-CN" altLang="en-US" sz="2000" b="0" i="0" dirty="0">
                  <a:solidFill>
                    <a:srgbClr val="1C1E21"/>
                  </a:solidFill>
                  <a:effectLst/>
                  <a:latin typeface="system-ui"/>
                </a:rPr>
                <a:t>写服务难于验证，而且测试会产生脏数据，清理困难</a:t>
              </a:r>
              <a:endParaRPr lang="en-US" altLang="zh-CN" sz="2000" b="0" i="0" dirty="0">
                <a:solidFill>
                  <a:srgbClr val="1C1E21"/>
                </a:solidFill>
                <a:effectLst/>
                <a:latin typeface="system-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3184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技术选型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18E0CF7-E62E-6BA8-803A-77C3A8B4E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197243"/>
              </p:ext>
            </p:extLst>
          </p:nvPr>
        </p:nvGraphicFramePr>
        <p:xfrm>
          <a:off x="348670" y="1199991"/>
          <a:ext cx="11494659" cy="4528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99">
                  <a:extLst>
                    <a:ext uri="{9D8B030D-6E8A-4147-A177-3AD203B41FA5}">
                      <a16:colId xmlns:a16="http://schemas.microsoft.com/office/drawing/2014/main" val="4120122500"/>
                    </a:ext>
                  </a:extLst>
                </a:gridCol>
                <a:gridCol w="1718566">
                  <a:extLst>
                    <a:ext uri="{9D8B030D-6E8A-4147-A177-3AD203B41FA5}">
                      <a16:colId xmlns:a16="http://schemas.microsoft.com/office/drawing/2014/main" val="2188129212"/>
                    </a:ext>
                  </a:extLst>
                </a:gridCol>
                <a:gridCol w="1648544">
                  <a:extLst>
                    <a:ext uri="{9D8B030D-6E8A-4147-A177-3AD203B41FA5}">
                      <a16:colId xmlns:a16="http://schemas.microsoft.com/office/drawing/2014/main" val="18947601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366033584"/>
                    </a:ext>
                  </a:extLst>
                </a:gridCol>
                <a:gridCol w="1863187">
                  <a:extLst>
                    <a:ext uri="{9D8B030D-6E8A-4147-A177-3AD203B41FA5}">
                      <a16:colId xmlns:a16="http://schemas.microsoft.com/office/drawing/2014/main" val="995597493"/>
                    </a:ext>
                  </a:extLst>
                </a:gridCol>
                <a:gridCol w="2187263">
                  <a:extLst>
                    <a:ext uri="{9D8B030D-6E8A-4147-A177-3AD203B41FA5}">
                      <a16:colId xmlns:a16="http://schemas.microsoft.com/office/drawing/2014/main" val="343389614"/>
                    </a:ext>
                  </a:extLst>
                </a:gridCol>
              </a:tblGrid>
              <a:tr h="1103015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字节码增强技术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插件丰富度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社区活跃度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完善的后台系统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接入成本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091184"/>
                  </a:ext>
                </a:extLst>
              </a:tr>
              <a:tr h="11183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jvm</a:t>
                      </a:r>
                      <a:r>
                        <a:rPr lang="en" altLang="zh-C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-sandbox-repeater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ASM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基本不维护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缺少报告生成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723501"/>
                  </a:ext>
                </a:extLst>
              </a:tr>
              <a:tr h="1118334">
                <a:tc>
                  <a:txBody>
                    <a:bodyPr/>
                    <a:lstStyle/>
                    <a:p>
                      <a:r>
                        <a:rPr lang="en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Moonbox</a:t>
                      </a:r>
                      <a:r>
                        <a:rPr lang="zh-CN" alt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月光宝盒）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ASM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活跃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支持报告生成，报告可观测性稍差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必须需要二次开发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202752"/>
                  </a:ext>
                </a:extLst>
              </a:tr>
              <a:tr h="1118334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arex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BYTEBUDDY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最全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非常活跃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完善的后台配置</a:t>
                      </a:r>
                      <a:br>
                        <a:rPr lang="en-US" altLang="zh-CN" dirty="0"/>
                      </a:br>
                      <a:r>
                        <a:rPr lang="zh-CN" altLang="en-US" dirty="0"/>
                        <a:t>，测试报告生成</a:t>
                      </a:r>
                      <a:br>
                        <a:rPr lang="en-US" altLang="zh-CN" dirty="0"/>
                      </a:br>
                      <a:r>
                        <a:rPr lang="zh-CN" altLang="en-US" dirty="0"/>
                        <a:t>，报告可读性更强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一键部署、二开比较容易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08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471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en" altLang="zh-CN" dirty="0"/>
              <a:t>AREX </a:t>
            </a:r>
            <a:r>
              <a:rPr lang="zh-CN" altLang="en-US" dirty="0"/>
              <a:t>核心优势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Freeform 10" descr="D:\51PPT模板网\51pptmoban.com\图片.jpg">
            <a:extLst>
              <a:ext uri="{FF2B5EF4-FFF2-40B4-BE49-F238E27FC236}">
                <a16:creationId xmlns:a16="http://schemas.microsoft.com/office/drawing/2014/main" id="{3302313D-9E1F-3111-0A49-22AC8583AA89}"/>
              </a:ext>
            </a:extLst>
          </p:cNvPr>
          <p:cNvSpPr/>
          <p:nvPr/>
        </p:nvSpPr>
        <p:spPr bwMode="auto">
          <a:xfrm>
            <a:off x="2835315" y="1936732"/>
            <a:ext cx="6431706" cy="595911"/>
          </a:xfrm>
          <a:custGeom>
            <a:avLst/>
            <a:gdLst>
              <a:gd name="T0" fmla="*/ 9591 w 9663"/>
              <a:gd name="T1" fmla="*/ 899 h 899"/>
              <a:gd name="T2" fmla="*/ 9663 w 9663"/>
              <a:gd name="T3" fmla="*/ 899 h 899"/>
              <a:gd name="T4" fmla="*/ 9003 w 9663"/>
              <a:gd name="T5" fmla="*/ 522 h 899"/>
              <a:gd name="T6" fmla="*/ 7701 w 9663"/>
              <a:gd name="T7" fmla="*/ 337 h 899"/>
              <a:gd name="T8" fmla="*/ 6885 w 9663"/>
              <a:gd name="T9" fmla="*/ 379 h 899"/>
              <a:gd name="T10" fmla="*/ 6405 w 9663"/>
              <a:gd name="T11" fmla="*/ 413 h 899"/>
              <a:gd name="T12" fmla="*/ 6069 w 9663"/>
              <a:gd name="T13" fmla="*/ 425 h 899"/>
              <a:gd name="T14" fmla="*/ 5319 w 9663"/>
              <a:gd name="T15" fmla="*/ 306 h 899"/>
              <a:gd name="T16" fmla="*/ 4908 w 9663"/>
              <a:gd name="T17" fmla="*/ 0 h 899"/>
              <a:gd name="T18" fmla="*/ 4755 w 9663"/>
              <a:gd name="T19" fmla="*/ 0 h 899"/>
              <a:gd name="T20" fmla="*/ 4344 w 9663"/>
              <a:gd name="T21" fmla="*/ 306 h 899"/>
              <a:gd name="T22" fmla="*/ 3594 w 9663"/>
              <a:gd name="T23" fmla="*/ 425 h 899"/>
              <a:gd name="T24" fmla="*/ 3304 w 9663"/>
              <a:gd name="T25" fmla="*/ 413 h 899"/>
              <a:gd name="T26" fmla="*/ 2768 w 9663"/>
              <a:gd name="T27" fmla="*/ 379 h 899"/>
              <a:gd name="T28" fmla="*/ 2286 w 9663"/>
              <a:gd name="T29" fmla="*/ 347 h 899"/>
              <a:gd name="T30" fmla="*/ 1962 w 9663"/>
              <a:gd name="T31" fmla="*/ 337 h 899"/>
              <a:gd name="T32" fmla="*/ 655 w 9663"/>
              <a:gd name="T33" fmla="*/ 508 h 899"/>
              <a:gd name="T34" fmla="*/ 0 w 9663"/>
              <a:gd name="T35" fmla="*/ 899 h 899"/>
              <a:gd name="T36" fmla="*/ 64 w 9663"/>
              <a:gd name="T37" fmla="*/ 899 h 899"/>
              <a:gd name="T38" fmla="*/ 512 w 9663"/>
              <a:gd name="T39" fmla="*/ 619 h 899"/>
              <a:gd name="T40" fmla="*/ 1346 w 9663"/>
              <a:gd name="T41" fmla="*/ 520 h 899"/>
              <a:gd name="T42" fmla="*/ 1665 w 9663"/>
              <a:gd name="T43" fmla="*/ 531 h 899"/>
              <a:gd name="T44" fmla="*/ 2161 w 9663"/>
              <a:gd name="T45" fmla="*/ 562 h 899"/>
              <a:gd name="T46" fmla="*/ 2678 w 9663"/>
              <a:gd name="T47" fmla="*/ 594 h 899"/>
              <a:gd name="T48" fmla="*/ 3000 w 9663"/>
              <a:gd name="T49" fmla="*/ 604 h 899"/>
              <a:gd name="T50" fmla="*/ 4048 w 9663"/>
              <a:gd name="T51" fmla="*/ 461 h 899"/>
              <a:gd name="T52" fmla="*/ 4809 w 9663"/>
              <a:gd name="T53" fmla="*/ 68 h 899"/>
              <a:gd name="T54" fmla="*/ 4849 w 9663"/>
              <a:gd name="T55" fmla="*/ 31 h 899"/>
              <a:gd name="T56" fmla="*/ 4888 w 9663"/>
              <a:gd name="T57" fmla="*/ 69 h 899"/>
              <a:gd name="T58" fmla="*/ 5627 w 9663"/>
              <a:gd name="T59" fmla="*/ 461 h 899"/>
              <a:gd name="T60" fmla="*/ 6664 w 9663"/>
              <a:gd name="T61" fmla="*/ 604 h 899"/>
              <a:gd name="T62" fmla="*/ 7480 w 9663"/>
              <a:gd name="T63" fmla="*/ 562 h 899"/>
              <a:gd name="T64" fmla="*/ 7977 w 9663"/>
              <a:gd name="T65" fmla="*/ 531 h 899"/>
              <a:gd name="T66" fmla="*/ 8317 w 9663"/>
              <a:gd name="T67" fmla="*/ 520 h 899"/>
              <a:gd name="T68" fmla="*/ 9591 w 9663"/>
              <a:gd name="T69" fmla="*/ 899 h 8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663" h="899">
                <a:moveTo>
                  <a:pt x="9591" y="899"/>
                </a:moveTo>
                <a:lnTo>
                  <a:pt x="9663" y="899"/>
                </a:lnTo>
                <a:cubicBezTo>
                  <a:pt x="9549" y="702"/>
                  <a:pt x="9208" y="582"/>
                  <a:pt x="9003" y="522"/>
                </a:cubicBezTo>
                <a:cubicBezTo>
                  <a:pt x="8581" y="398"/>
                  <a:pt x="8145" y="337"/>
                  <a:pt x="7701" y="337"/>
                </a:cubicBezTo>
                <a:cubicBezTo>
                  <a:pt x="7430" y="337"/>
                  <a:pt x="7155" y="356"/>
                  <a:pt x="6885" y="379"/>
                </a:cubicBezTo>
                <a:cubicBezTo>
                  <a:pt x="6725" y="392"/>
                  <a:pt x="6565" y="404"/>
                  <a:pt x="6405" y="413"/>
                </a:cubicBezTo>
                <a:cubicBezTo>
                  <a:pt x="6294" y="420"/>
                  <a:pt x="6181" y="425"/>
                  <a:pt x="6069" y="425"/>
                </a:cubicBezTo>
                <a:cubicBezTo>
                  <a:pt x="5814" y="425"/>
                  <a:pt x="5557" y="392"/>
                  <a:pt x="5319" y="306"/>
                </a:cubicBezTo>
                <a:cubicBezTo>
                  <a:pt x="5153" y="246"/>
                  <a:pt x="4984" y="153"/>
                  <a:pt x="4908" y="0"/>
                </a:cubicBezTo>
                <a:lnTo>
                  <a:pt x="4755" y="0"/>
                </a:lnTo>
                <a:cubicBezTo>
                  <a:pt x="4679" y="153"/>
                  <a:pt x="4511" y="246"/>
                  <a:pt x="4344" y="306"/>
                </a:cubicBezTo>
                <a:cubicBezTo>
                  <a:pt x="4106" y="392"/>
                  <a:pt x="3849" y="425"/>
                  <a:pt x="3594" y="425"/>
                </a:cubicBezTo>
                <a:cubicBezTo>
                  <a:pt x="3499" y="425"/>
                  <a:pt x="3400" y="419"/>
                  <a:pt x="3304" y="413"/>
                </a:cubicBezTo>
                <a:cubicBezTo>
                  <a:pt x="3126" y="403"/>
                  <a:pt x="2947" y="391"/>
                  <a:pt x="2768" y="379"/>
                </a:cubicBezTo>
                <a:cubicBezTo>
                  <a:pt x="2608" y="367"/>
                  <a:pt x="2447" y="356"/>
                  <a:pt x="2286" y="347"/>
                </a:cubicBezTo>
                <a:cubicBezTo>
                  <a:pt x="2178" y="342"/>
                  <a:pt x="2070" y="337"/>
                  <a:pt x="1962" y="337"/>
                </a:cubicBezTo>
                <a:cubicBezTo>
                  <a:pt x="1522" y="337"/>
                  <a:pt x="1074" y="382"/>
                  <a:pt x="655" y="508"/>
                </a:cubicBezTo>
                <a:cubicBezTo>
                  <a:pt x="419" y="580"/>
                  <a:pt x="139" y="698"/>
                  <a:pt x="0" y="899"/>
                </a:cubicBezTo>
                <a:lnTo>
                  <a:pt x="64" y="899"/>
                </a:lnTo>
                <a:cubicBezTo>
                  <a:pt x="175" y="763"/>
                  <a:pt x="337" y="675"/>
                  <a:pt x="512" y="619"/>
                </a:cubicBezTo>
                <a:cubicBezTo>
                  <a:pt x="766" y="537"/>
                  <a:pt x="1079" y="520"/>
                  <a:pt x="1346" y="520"/>
                </a:cubicBezTo>
                <a:cubicBezTo>
                  <a:pt x="1452" y="520"/>
                  <a:pt x="1559" y="525"/>
                  <a:pt x="1665" y="531"/>
                </a:cubicBezTo>
                <a:cubicBezTo>
                  <a:pt x="1831" y="539"/>
                  <a:pt x="1996" y="550"/>
                  <a:pt x="2161" y="562"/>
                </a:cubicBezTo>
                <a:cubicBezTo>
                  <a:pt x="2333" y="574"/>
                  <a:pt x="2506" y="585"/>
                  <a:pt x="2678" y="594"/>
                </a:cubicBezTo>
                <a:cubicBezTo>
                  <a:pt x="2785" y="599"/>
                  <a:pt x="2893" y="604"/>
                  <a:pt x="3000" y="604"/>
                </a:cubicBezTo>
                <a:cubicBezTo>
                  <a:pt x="3356" y="604"/>
                  <a:pt x="3708" y="559"/>
                  <a:pt x="4048" y="461"/>
                </a:cubicBezTo>
                <a:cubicBezTo>
                  <a:pt x="4325" y="381"/>
                  <a:pt x="4602" y="259"/>
                  <a:pt x="4809" y="68"/>
                </a:cubicBezTo>
                <a:lnTo>
                  <a:pt x="4849" y="31"/>
                </a:lnTo>
                <a:lnTo>
                  <a:pt x="4888" y="69"/>
                </a:lnTo>
                <a:cubicBezTo>
                  <a:pt x="5086" y="259"/>
                  <a:pt x="5356" y="381"/>
                  <a:pt x="5627" y="461"/>
                </a:cubicBezTo>
                <a:cubicBezTo>
                  <a:pt x="5962" y="560"/>
                  <a:pt x="6311" y="604"/>
                  <a:pt x="6664" y="604"/>
                </a:cubicBezTo>
                <a:cubicBezTo>
                  <a:pt x="6934" y="604"/>
                  <a:pt x="7211" y="585"/>
                  <a:pt x="7480" y="562"/>
                </a:cubicBezTo>
                <a:cubicBezTo>
                  <a:pt x="7646" y="550"/>
                  <a:pt x="7811" y="539"/>
                  <a:pt x="7977" y="531"/>
                </a:cubicBezTo>
                <a:cubicBezTo>
                  <a:pt x="8090" y="525"/>
                  <a:pt x="8204" y="520"/>
                  <a:pt x="8317" y="520"/>
                </a:cubicBezTo>
                <a:cubicBezTo>
                  <a:pt x="8717" y="520"/>
                  <a:pt x="9342" y="561"/>
                  <a:pt x="9591" y="899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chemeClr val="lt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7F1DC33-9511-9D03-9050-A21CD0F56AA1}"/>
              </a:ext>
            </a:extLst>
          </p:cNvPr>
          <p:cNvGrpSpPr>
            <a:grpSpLocks noChangeAspect="1"/>
          </p:cNvGrpSpPr>
          <p:nvPr/>
        </p:nvGrpSpPr>
        <p:grpSpPr>
          <a:xfrm>
            <a:off x="2041940" y="2611013"/>
            <a:ext cx="1355327" cy="1676621"/>
            <a:chOff x="1881188" y="2136775"/>
            <a:chExt cx="1744662" cy="2168525"/>
          </a:xfrm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8D860DE8-383D-569E-102A-667D07BB182D}"/>
                </a:ext>
              </a:extLst>
            </p:cNvPr>
            <p:cNvSpPr/>
            <p:nvPr/>
          </p:nvSpPr>
          <p:spPr bwMode="auto">
            <a:xfrm>
              <a:off x="1881188" y="2136775"/>
              <a:ext cx="1744662" cy="2168525"/>
            </a:xfrm>
            <a:custGeom>
              <a:avLst/>
              <a:gdLst>
                <a:gd name="T0" fmla="*/ 0 w 2452"/>
                <a:gd name="T1" fmla="*/ 1226 h 3050"/>
                <a:gd name="T2" fmla="*/ 1226 w 2452"/>
                <a:gd name="T3" fmla="*/ 3050 h 3050"/>
                <a:gd name="T4" fmla="*/ 2452 w 2452"/>
                <a:gd name="T5" fmla="*/ 1226 h 3050"/>
                <a:gd name="T6" fmla="*/ 2452 w 2452"/>
                <a:gd name="T7" fmla="*/ 1226 h 3050"/>
                <a:gd name="T8" fmla="*/ 1226 w 2452"/>
                <a:gd name="T9" fmla="*/ 0 h 3050"/>
                <a:gd name="T10" fmla="*/ 1226 w 2452"/>
                <a:gd name="T11" fmla="*/ 0 h 3050"/>
                <a:gd name="T12" fmla="*/ 0 w 2452"/>
                <a:gd name="T13" fmla="*/ 1226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52" h="3050">
                  <a:moveTo>
                    <a:pt x="0" y="1226"/>
                  </a:moveTo>
                  <a:cubicBezTo>
                    <a:pt x="0" y="1903"/>
                    <a:pt x="1226" y="3050"/>
                    <a:pt x="1226" y="3050"/>
                  </a:cubicBezTo>
                  <a:cubicBezTo>
                    <a:pt x="1226" y="3050"/>
                    <a:pt x="2452" y="1903"/>
                    <a:pt x="2452" y="1226"/>
                  </a:cubicBezTo>
                  <a:lnTo>
                    <a:pt x="2452" y="1226"/>
                  </a:lnTo>
                  <a:cubicBezTo>
                    <a:pt x="2452" y="549"/>
                    <a:pt x="1903" y="0"/>
                    <a:pt x="1226" y="0"/>
                  </a:cubicBezTo>
                  <a:lnTo>
                    <a:pt x="1226" y="0"/>
                  </a:lnTo>
                  <a:cubicBezTo>
                    <a:pt x="549" y="0"/>
                    <a:pt x="0" y="549"/>
                    <a:pt x="0" y="1226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vert="horz" wrap="square" lIns="67391" tIns="33696" rIns="67391" bIns="33696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067F9FED-738E-FF5C-B568-3757EBB6E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236" y="2333767"/>
              <a:ext cx="1352154" cy="1350680"/>
            </a:xfrm>
            <a:prstGeom prst="ellipse">
              <a:avLst/>
            </a:prstGeom>
            <a:solidFill>
              <a:srgbClr val="F8F8F8"/>
            </a:solidFill>
            <a:ln w="7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A84B53B-73B5-B7EC-08DE-EDA980D4313F}"/>
              </a:ext>
            </a:extLst>
          </p:cNvPr>
          <p:cNvGrpSpPr>
            <a:grpSpLocks noChangeAspect="1"/>
          </p:cNvGrpSpPr>
          <p:nvPr/>
        </p:nvGrpSpPr>
        <p:grpSpPr>
          <a:xfrm>
            <a:off x="4303919" y="2611013"/>
            <a:ext cx="1354095" cy="1676621"/>
            <a:chOff x="4114800" y="2136775"/>
            <a:chExt cx="1743075" cy="216852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1739C88-DF5C-92F6-0196-19E428A6F214}"/>
                </a:ext>
              </a:extLst>
            </p:cNvPr>
            <p:cNvSpPr/>
            <p:nvPr/>
          </p:nvSpPr>
          <p:spPr bwMode="auto">
            <a:xfrm>
              <a:off x="4114800" y="2136775"/>
              <a:ext cx="1743075" cy="2168525"/>
            </a:xfrm>
            <a:custGeom>
              <a:avLst/>
              <a:gdLst>
                <a:gd name="T0" fmla="*/ 0 w 2452"/>
                <a:gd name="T1" fmla="*/ 1226 h 3050"/>
                <a:gd name="T2" fmla="*/ 1226 w 2452"/>
                <a:gd name="T3" fmla="*/ 3050 h 3050"/>
                <a:gd name="T4" fmla="*/ 2452 w 2452"/>
                <a:gd name="T5" fmla="*/ 1226 h 3050"/>
                <a:gd name="T6" fmla="*/ 2452 w 2452"/>
                <a:gd name="T7" fmla="*/ 1226 h 3050"/>
                <a:gd name="T8" fmla="*/ 1226 w 2452"/>
                <a:gd name="T9" fmla="*/ 0 h 3050"/>
                <a:gd name="T10" fmla="*/ 1226 w 2452"/>
                <a:gd name="T11" fmla="*/ 0 h 3050"/>
                <a:gd name="T12" fmla="*/ 0 w 2452"/>
                <a:gd name="T13" fmla="*/ 1226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52" h="3050">
                  <a:moveTo>
                    <a:pt x="0" y="1226"/>
                  </a:moveTo>
                  <a:cubicBezTo>
                    <a:pt x="0" y="1903"/>
                    <a:pt x="1226" y="3050"/>
                    <a:pt x="1226" y="3050"/>
                  </a:cubicBezTo>
                  <a:cubicBezTo>
                    <a:pt x="1226" y="3050"/>
                    <a:pt x="2452" y="1903"/>
                    <a:pt x="2452" y="1226"/>
                  </a:cubicBezTo>
                  <a:lnTo>
                    <a:pt x="2452" y="1226"/>
                  </a:lnTo>
                  <a:cubicBezTo>
                    <a:pt x="2452" y="549"/>
                    <a:pt x="1903" y="0"/>
                    <a:pt x="1226" y="0"/>
                  </a:cubicBezTo>
                  <a:lnTo>
                    <a:pt x="1226" y="0"/>
                  </a:lnTo>
                  <a:cubicBezTo>
                    <a:pt x="549" y="0"/>
                    <a:pt x="0" y="549"/>
                    <a:pt x="0" y="1226"/>
                  </a:cubicBezTo>
                  <a:close/>
                </a:path>
              </a:pathLst>
            </a:custGeom>
            <a:solidFill>
              <a:srgbClr val="389A9C"/>
            </a:solidFill>
            <a:ln w="67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Oval 15">
              <a:extLst>
                <a:ext uri="{FF2B5EF4-FFF2-40B4-BE49-F238E27FC236}">
                  <a16:creationId xmlns:a16="http://schemas.microsoft.com/office/drawing/2014/main" id="{90A66B44-B171-5234-2DA1-8A70C4FAB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468" y="2333767"/>
              <a:ext cx="1352154" cy="1350680"/>
            </a:xfrm>
            <a:prstGeom prst="ellipse">
              <a:avLst/>
            </a:prstGeom>
            <a:solidFill>
              <a:srgbClr val="F8F8F8"/>
            </a:solidFill>
            <a:ln w="7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4FB0EB5-6382-D661-2CDD-70B3B230C178}"/>
              </a:ext>
            </a:extLst>
          </p:cNvPr>
          <p:cNvGrpSpPr>
            <a:grpSpLocks noChangeAspect="1"/>
          </p:cNvGrpSpPr>
          <p:nvPr/>
        </p:nvGrpSpPr>
        <p:grpSpPr>
          <a:xfrm>
            <a:off x="6538421" y="2611013"/>
            <a:ext cx="1355327" cy="1676621"/>
            <a:chOff x="6391275" y="2136775"/>
            <a:chExt cx="1744662" cy="2168525"/>
          </a:xfrm>
        </p:grpSpPr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9913CAF-2C54-E428-555D-50F6DAF559A6}"/>
                </a:ext>
              </a:extLst>
            </p:cNvPr>
            <p:cNvSpPr/>
            <p:nvPr/>
          </p:nvSpPr>
          <p:spPr bwMode="auto">
            <a:xfrm>
              <a:off x="6391275" y="2136775"/>
              <a:ext cx="1744662" cy="2168525"/>
            </a:xfrm>
            <a:custGeom>
              <a:avLst/>
              <a:gdLst>
                <a:gd name="T0" fmla="*/ 0 w 2452"/>
                <a:gd name="T1" fmla="*/ 1226 h 3050"/>
                <a:gd name="T2" fmla="*/ 1226 w 2452"/>
                <a:gd name="T3" fmla="*/ 3050 h 3050"/>
                <a:gd name="T4" fmla="*/ 2452 w 2452"/>
                <a:gd name="T5" fmla="*/ 1226 h 3050"/>
                <a:gd name="T6" fmla="*/ 1226 w 2452"/>
                <a:gd name="T7" fmla="*/ 0 h 3050"/>
                <a:gd name="T8" fmla="*/ 1226 w 2452"/>
                <a:gd name="T9" fmla="*/ 0 h 3050"/>
                <a:gd name="T10" fmla="*/ 0 w 2452"/>
                <a:gd name="T11" fmla="*/ 1226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52" h="3050">
                  <a:moveTo>
                    <a:pt x="0" y="1226"/>
                  </a:moveTo>
                  <a:cubicBezTo>
                    <a:pt x="0" y="1903"/>
                    <a:pt x="1226" y="3050"/>
                    <a:pt x="1226" y="3050"/>
                  </a:cubicBezTo>
                  <a:cubicBezTo>
                    <a:pt x="1226" y="3050"/>
                    <a:pt x="2452" y="1903"/>
                    <a:pt x="2452" y="1226"/>
                  </a:cubicBezTo>
                  <a:cubicBezTo>
                    <a:pt x="2452" y="549"/>
                    <a:pt x="1903" y="0"/>
                    <a:pt x="1226" y="0"/>
                  </a:cubicBezTo>
                  <a:lnTo>
                    <a:pt x="1226" y="0"/>
                  </a:lnTo>
                  <a:cubicBezTo>
                    <a:pt x="549" y="0"/>
                    <a:pt x="0" y="549"/>
                    <a:pt x="0" y="1226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vert="horz" wrap="square" lIns="67391" tIns="33696" rIns="67391" bIns="33696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9558ABB-1AFD-841E-27B3-FD412DE48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5644" y="2333767"/>
              <a:ext cx="1352154" cy="1350680"/>
            </a:xfrm>
            <a:prstGeom prst="ellipse">
              <a:avLst/>
            </a:prstGeom>
            <a:solidFill>
              <a:srgbClr val="F8F8F8"/>
            </a:solidFill>
            <a:ln w="7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6F0D584-C406-2C0A-8110-419CFDF87AFC}"/>
              </a:ext>
            </a:extLst>
          </p:cNvPr>
          <p:cNvGrpSpPr>
            <a:grpSpLocks noChangeAspect="1"/>
          </p:cNvGrpSpPr>
          <p:nvPr/>
        </p:nvGrpSpPr>
        <p:grpSpPr>
          <a:xfrm>
            <a:off x="8783593" y="2611013"/>
            <a:ext cx="1354095" cy="1676621"/>
            <a:chOff x="8689975" y="2136775"/>
            <a:chExt cx="1743075" cy="2168525"/>
          </a:xfrm>
        </p:grpSpPr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C23D0715-4045-5FA6-EA2F-23B810517024}"/>
                </a:ext>
              </a:extLst>
            </p:cNvPr>
            <p:cNvSpPr/>
            <p:nvPr/>
          </p:nvSpPr>
          <p:spPr bwMode="auto">
            <a:xfrm>
              <a:off x="8689975" y="2136775"/>
              <a:ext cx="1743075" cy="2168525"/>
            </a:xfrm>
            <a:custGeom>
              <a:avLst/>
              <a:gdLst>
                <a:gd name="T0" fmla="*/ 0 w 2452"/>
                <a:gd name="T1" fmla="*/ 1226 h 3050"/>
                <a:gd name="T2" fmla="*/ 1226 w 2452"/>
                <a:gd name="T3" fmla="*/ 3050 h 3050"/>
                <a:gd name="T4" fmla="*/ 2452 w 2452"/>
                <a:gd name="T5" fmla="*/ 1226 h 3050"/>
                <a:gd name="T6" fmla="*/ 2452 w 2452"/>
                <a:gd name="T7" fmla="*/ 1226 h 3050"/>
                <a:gd name="T8" fmla="*/ 1226 w 2452"/>
                <a:gd name="T9" fmla="*/ 0 h 3050"/>
                <a:gd name="T10" fmla="*/ 1226 w 2452"/>
                <a:gd name="T11" fmla="*/ 0 h 3050"/>
                <a:gd name="T12" fmla="*/ 0 w 2452"/>
                <a:gd name="T13" fmla="*/ 1226 h 3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52" h="3050">
                  <a:moveTo>
                    <a:pt x="0" y="1226"/>
                  </a:moveTo>
                  <a:cubicBezTo>
                    <a:pt x="0" y="1903"/>
                    <a:pt x="1226" y="3050"/>
                    <a:pt x="1226" y="3050"/>
                  </a:cubicBezTo>
                  <a:cubicBezTo>
                    <a:pt x="1226" y="3050"/>
                    <a:pt x="2452" y="1903"/>
                    <a:pt x="2452" y="1226"/>
                  </a:cubicBezTo>
                  <a:lnTo>
                    <a:pt x="2452" y="1226"/>
                  </a:lnTo>
                  <a:cubicBezTo>
                    <a:pt x="2452" y="549"/>
                    <a:pt x="1903" y="0"/>
                    <a:pt x="1226" y="0"/>
                  </a:cubicBezTo>
                  <a:lnTo>
                    <a:pt x="1226" y="0"/>
                  </a:lnTo>
                  <a:cubicBezTo>
                    <a:pt x="549" y="0"/>
                    <a:pt x="0" y="549"/>
                    <a:pt x="0" y="1226"/>
                  </a:cubicBezTo>
                  <a:close/>
                </a:path>
              </a:pathLst>
            </a:custGeom>
            <a:solidFill>
              <a:srgbClr val="389A9C"/>
            </a:solidFill>
            <a:ln w="676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5">
              <a:extLst>
                <a:ext uri="{FF2B5EF4-FFF2-40B4-BE49-F238E27FC236}">
                  <a16:creationId xmlns:a16="http://schemas.microsoft.com/office/drawing/2014/main" id="{AE71FD83-892E-A5DA-1F73-0E784EA3A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4820" y="2333767"/>
              <a:ext cx="1352154" cy="1350680"/>
            </a:xfrm>
            <a:prstGeom prst="ellipse">
              <a:avLst/>
            </a:prstGeom>
            <a:solidFill>
              <a:srgbClr val="F8F8F8"/>
            </a:solidFill>
            <a:ln w="7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25124318-99FF-B207-E5C9-735347FAC2DE}"/>
              </a:ext>
            </a:extLst>
          </p:cNvPr>
          <p:cNvSpPr/>
          <p:nvPr/>
        </p:nvSpPr>
        <p:spPr bwMode="auto">
          <a:xfrm>
            <a:off x="4205935" y="1332988"/>
            <a:ext cx="3780130" cy="53657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9A9C"/>
            </a:solidFill>
            <a:round/>
          </a:ln>
        </p:spPr>
        <p:txBody>
          <a:bodyPr anchor="ctr"/>
          <a:lstStyle/>
          <a:p>
            <a:pPr algn="ctr"/>
            <a:endParaRPr lang="zh-CN" altLang="en-US">
              <a:solidFill>
                <a:srgbClr val="000000"/>
              </a:solidFill>
              <a:cs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FDF484-B17F-F14F-49E9-5152F0FD1E89}"/>
              </a:ext>
            </a:extLst>
          </p:cNvPr>
          <p:cNvSpPr txBox="1"/>
          <p:nvPr/>
        </p:nvSpPr>
        <p:spPr>
          <a:xfrm>
            <a:off x="2041940" y="4366004"/>
            <a:ext cx="1355326" cy="16809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000" dirty="0"/>
              <a:t>无代码侵入，基本无接入成本</a:t>
            </a:r>
            <a:br>
              <a:rPr lang="zh-CN" altLang="en-US" sz="1000" dirty="0"/>
            </a:br>
            <a:r>
              <a:rPr lang="zh-CN" altLang="en-US" sz="1000" dirty="0"/>
              <a:t>无需编写测试用例，海量的线上请求也能保证高覆盖率</a:t>
            </a:r>
            <a:br>
              <a:rPr lang="zh-CN" altLang="en-US" sz="1000" dirty="0"/>
            </a:br>
            <a:r>
              <a:rPr lang="zh-CN" altLang="en-US" sz="1000" dirty="0"/>
              <a:t>插桩代码足够简单，性能损耗低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2997FD-D7A1-5F46-B9BE-1ED4C239CE9A}"/>
              </a:ext>
            </a:extLst>
          </p:cNvPr>
          <p:cNvSpPr txBox="1"/>
          <p:nvPr/>
        </p:nvSpPr>
        <p:spPr>
          <a:xfrm>
            <a:off x="5030501" y="1405620"/>
            <a:ext cx="2235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rPr>
              <a:t>特点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8A7C1E-3DF5-4EEF-3C11-9873B593825C}"/>
              </a:ext>
            </a:extLst>
          </p:cNvPr>
          <p:cNvSpPr txBox="1"/>
          <p:nvPr/>
        </p:nvSpPr>
        <p:spPr>
          <a:xfrm>
            <a:off x="2312869" y="2993079"/>
            <a:ext cx="813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ym typeface="HarmonyOS Sans SC Light" panose="00000400000000000000" pitchFamily="2" charset="-122"/>
              </a:rPr>
              <a:t>成本低</a:t>
            </a:r>
            <a:endParaRPr lang="en-US" altLang="zh-CN" dirty="0">
              <a:sym typeface="HarmonyOS Sans SC Light" panose="00000400000000000000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4CE84A1-A915-174E-6103-C6CC8EE43569}"/>
              </a:ext>
            </a:extLst>
          </p:cNvPr>
          <p:cNvSpPr txBox="1"/>
          <p:nvPr/>
        </p:nvSpPr>
        <p:spPr>
          <a:xfrm>
            <a:off x="4574233" y="2993079"/>
            <a:ext cx="8134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ym typeface="HarmonyOS Sans SC Light" panose="00000400000000000000" pitchFamily="2" charset="-122"/>
              </a:rPr>
              <a:t>插件丰富</a:t>
            </a:r>
            <a:endParaRPr lang="en-US" altLang="zh-CN" dirty="0">
              <a:sym typeface="HarmonyOS Sans SC Light" panose="00000400000000000000" pitchFamily="2" charset="-122"/>
            </a:endParaRPr>
          </a:p>
          <a:p>
            <a:pPr algn="ctr"/>
            <a:endParaRPr lang="zh-CN" altLang="en-US" dirty="0">
              <a:sym typeface="HarmonyOS Sans SC Light" panose="00000400000000000000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940552-122F-2D24-060E-75AC12C12B2D}"/>
              </a:ext>
            </a:extLst>
          </p:cNvPr>
          <p:cNvSpPr txBox="1"/>
          <p:nvPr/>
        </p:nvSpPr>
        <p:spPr>
          <a:xfrm>
            <a:off x="6809351" y="2993079"/>
            <a:ext cx="813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ym typeface="HarmonyOS Sans SC Light" panose="00000400000000000000" pitchFamily="2" charset="-122"/>
              </a:rPr>
              <a:t>线上问题修复</a:t>
            </a:r>
            <a:endParaRPr lang="en-US" altLang="zh-CN" dirty="0">
              <a:sym typeface="HarmonyOS Sans SC Light" panose="00000400000000000000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30A7B50-D8B7-8C7E-9482-612AE58A18F1}"/>
              </a:ext>
            </a:extLst>
          </p:cNvPr>
          <p:cNvSpPr txBox="1"/>
          <p:nvPr/>
        </p:nvSpPr>
        <p:spPr>
          <a:xfrm>
            <a:off x="9053907" y="2993079"/>
            <a:ext cx="813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ym typeface="HarmonyOS Sans SC Light" panose="00000400000000000000" pitchFamily="2" charset="-122"/>
              </a:rPr>
              <a:t>稳定安全</a:t>
            </a:r>
            <a:endParaRPr lang="en-US" altLang="zh-CN" dirty="0">
              <a:sym typeface="HarmonyOS Sans SC Light" panose="00000400000000000000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AADF1C-E779-7EF8-028E-DBA8F88A5512}"/>
              </a:ext>
            </a:extLst>
          </p:cNvPr>
          <p:cNvSpPr txBox="1"/>
          <p:nvPr/>
        </p:nvSpPr>
        <p:spPr>
          <a:xfrm>
            <a:off x="4302688" y="4366004"/>
            <a:ext cx="1355326" cy="14501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000" dirty="0"/>
              <a:t>支持各种主流技术框架的自动数据采集和 </a:t>
            </a:r>
            <a:r>
              <a:rPr lang="en" altLang="zh-CN" sz="1000" dirty="0"/>
              <a:t>Mock ,</a:t>
            </a:r>
            <a:r>
              <a:rPr lang="zh-CN" altLang="en-US" sz="1000" dirty="0"/>
              <a:t>并且支持了本地时间、缓存，在回放时精准还原生产执行时的数据环境。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698CB55-6975-8EDB-AD9E-30E034F5A514}"/>
              </a:ext>
            </a:extLst>
          </p:cNvPr>
          <p:cNvSpPr txBox="1"/>
          <p:nvPr/>
        </p:nvSpPr>
        <p:spPr>
          <a:xfrm>
            <a:off x="6561601" y="4366004"/>
            <a:ext cx="1355326" cy="7576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000" dirty="0"/>
              <a:t>支持一键本地调试，可以快速本地调试线上问题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6D3ECE6-7D45-D2B6-B8DC-5654D2714C82}"/>
              </a:ext>
            </a:extLst>
          </p:cNvPr>
          <p:cNvSpPr txBox="1"/>
          <p:nvPr/>
        </p:nvSpPr>
        <p:spPr>
          <a:xfrm>
            <a:off x="8774730" y="4366004"/>
            <a:ext cx="1355326" cy="14501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000" dirty="0"/>
              <a:t>提供流量脱敏机制，保护线上敏感数据。代码隔离，也实现了健康管理，在系统繁忙时会智能降低或关闭数据采集频率</a:t>
            </a:r>
          </a:p>
        </p:txBody>
      </p:sp>
    </p:spTree>
    <p:extLst>
      <p:ext uri="{BB962C8B-B14F-4D97-AF65-F5344CB8AC3E}">
        <p14:creationId xmlns:p14="http://schemas.microsoft.com/office/powerpoint/2010/main" val="3386074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整体架构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FA0653E-D44B-E9DE-B8C2-9B74B27A0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71" y="1412776"/>
            <a:ext cx="10803867" cy="47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50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-agent</a:t>
            </a:r>
            <a:r>
              <a:rPr lang="zh-CN" altLang="en-US" dirty="0"/>
              <a:t>加载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E04B6F-C2AD-E506-AF2F-68242BE60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5" y="980728"/>
            <a:ext cx="6508105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23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支持的组件列表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4B018A-E4F8-59FE-DAC5-EBD903EDA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" y="1718594"/>
            <a:ext cx="11820063" cy="424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1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正常服务调用过程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FDDD3E4-6D88-266D-7A52-933367B9E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929" y="1412776"/>
            <a:ext cx="9566141" cy="511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60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流量录制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8CCC685-3F4D-5EAD-C53E-B6A97F2A8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84" y="1484784"/>
            <a:ext cx="10657100" cy="488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0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流量回放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C00EBBA-6F0E-2E45-FA35-8053300C5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5" y="1465657"/>
            <a:ext cx="10454209" cy="509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36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技术难点</a:t>
            </a:r>
            <a:r>
              <a:rPr lang="en-US" altLang="zh-CN" dirty="0"/>
              <a:t>-</a:t>
            </a:r>
            <a:r>
              <a:rPr lang="zh-CN" altLang="en-US" dirty="0"/>
              <a:t>类加载器隔离、互通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51CA44-03AA-2487-88B1-C3DF96126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023680"/>
            <a:ext cx="8350696" cy="571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28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技术难点</a:t>
            </a:r>
            <a:r>
              <a:rPr lang="en-US" altLang="zh-CN" dirty="0"/>
              <a:t>-</a:t>
            </a:r>
            <a:r>
              <a:rPr lang="zh-CN" altLang="en-US" dirty="0"/>
              <a:t>调用链路 </a:t>
            </a:r>
            <a:r>
              <a:rPr lang="en" altLang="zh-CN" dirty="0"/>
              <a:t>Trace </a:t>
            </a:r>
            <a:r>
              <a:rPr lang="zh-CN" altLang="en-US" dirty="0"/>
              <a:t>传递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4C8DA9-969A-96D9-E031-97B6AA5F9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1226922"/>
            <a:ext cx="8675240" cy="538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160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技术难点</a:t>
            </a:r>
            <a:r>
              <a:rPr lang="en-US" altLang="zh-CN" dirty="0"/>
              <a:t>-</a:t>
            </a:r>
            <a:r>
              <a:rPr lang="zh-CN" altLang="en-US" dirty="0"/>
              <a:t>调用链路 </a:t>
            </a:r>
            <a:r>
              <a:rPr lang="en" altLang="zh-CN" dirty="0"/>
              <a:t>Trace </a:t>
            </a:r>
            <a:r>
              <a:rPr lang="zh-CN" altLang="en-US" dirty="0"/>
              <a:t>传递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41CD8D-5330-B6F2-0A46-42BAFD7CF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1083489"/>
            <a:ext cx="7990656" cy="558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13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技术难点</a:t>
            </a:r>
            <a:r>
              <a:rPr lang="en-US" altLang="zh-CN" dirty="0"/>
              <a:t>-</a:t>
            </a:r>
            <a:r>
              <a:rPr lang="zh-CN" altLang="en-US" dirty="0"/>
              <a:t>组件版本兼容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E80B05-EF63-9363-51DC-D68AD39DF48B}"/>
              </a:ext>
            </a:extLst>
          </p:cNvPr>
          <p:cNvSpPr txBox="1"/>
          <p:nvPr/>
        </p:nvSpPr>
        <p:spPr>
          <a:xfrm>
            <a:off x="911424" y="1916832"/>
            <a:ext cx="102971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应用引入的组件可能存在多个版本，同一组件不同版本之间也有可能会出现不兼容的情况，</a:t>
            </a:r>
            <a:endParaRPr lang="en-US" altLang="zh-CN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/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比如</a:t>
            </a:r>
            <a:r>
              <a:rPr lang="en-US" altLang="zh-CN" b="0" i="0" dirty="0">
                <a:solidFill>
                  <a:srgbClr val="1C1E21"/>
                </a:solidFill>
                <a:effectLst/>
                <a:latin typeface="system-ui"/>
              </a:rPr>
              <a:t>: </a:t>
            </a:r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package </a:t>
            </a:r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变更、方法新增或移除等。为了兼容支持组件多个版本，</a:t>
            </a:r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AREX Agent </a:t>
            </a:r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需要识别</a:t>
            </a:r>
            <a:endParaRPr lang="en-US" altLang="zh-CN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/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正确的组件版本进行字节码增强，避免重复增强或者增强了错误的版本。</a:t>
            </a:r>
            <a:endParaRPr lang="en-US" altLang="zh-CN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/>
            <a:endParaRPr lang="zh-CN" altLang="en-US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/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AREX Agent </a:t>
            </a:r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通过识别组件 </a:t>
            </a:r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Jar </a:t>
            </a:r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包里面 </a:t>
            </a:r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META-INF/MANIFEST.MF </a:t>
            </a:r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的 </a:t>
            </a:r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Name </a:t>
            </a:r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和 </a:t>
            </a:r>
            <a:r>
              <a:rPr lang="en" altLang="zh-CN" b="0" i="0" dirty="0">
                <a:solidFill>
                  <a:srgbClr val="1C1E21"/>
                </a:solidFill>
                <a:effectLst/>
                <a:latin typeface="system-ui"/>
              </a:rPr>
              <a:t>Version</a:t>
            </a:r>
            <a:r>
              <a:rPr lang="zh-CN" altLang="en" b="0" i="0" dirty="0">
                <a:solidFill>
                  <a:srgbClr val="1C1E21"/>
                </a:solidFill>
                <a:effectLst/>
                <a:latin typeface="system-ui"/>
              </a:rPr>
              <a:t>，</a:t>
            </a:r>
            <a:endParaRPr lang="en-US" altLang="zh-CN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/>
            <a:r>
              <a:rPr lang="zh-CN" altLang="en-US" b="0" i="0" dirty="0">
                <a:solidFill>
                  <a:srgbClr val="1C1E21"/>
                </a:solidFill>
                <a:effectLst/>
                <a:latin typeface="system-ui"/>
              </a:rPr>
              <a:t>在类加载时进行版本匹配，确保对正确的版本进行代码增强。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5521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技术难点</a:t>
            </a:r>
            <a:r>
              <a:rPr lang="en-US" altLang="zh-CN" dirty="0"/>
              <a:t>-</a:t>
            </a:r>
            <a:r>
              <a:rPr lang="zh-CN" altLang="en-US" dirty="0"/>
              <a:t>本地缓存 </a:t>
            </a:r>
            <a:r>
              <a:rPr lang="en" altLang="zh-CN" dirty="0"/>
              <a:t>MOCK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FAF85A-4247-D675-E6D9-B729C8535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5" y="1161430"/>
            <a:ext cx="9721079" cy="550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57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技术实现</a:t>
            </a:r>
            <a:r>
              <a:rPr lang="en-US" altLang="zh-CN" dirty="0"/>
              <a:t>-</a:t>
            </a:r>
            <a:r>
              <a:rPr lang="zh-CN" altLang="en-US" dirty="0"/>
              <a:t>技术难点</a:t>
            </a:r>
            <a:r>
              <a:rPr lang="en-US" altLang="zh-CN" dirty="0"/>
              <a:t>-</a:t>
            </a:r>
            <a:r>
              <a:rPr lang="zh-CN" altLang="en-US" dirty="0"/>
              <a:t>时间回放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985215-787C-1CB2-D6C4-34CBDED45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56" y="1340768"/>
            <a:ext cx="10055966" cy="492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95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zh-CN" altLang="en-US" dirty="0"/>
              <a:t>插件开发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77FE30-5C5D-3E74-355E-1C6CA94A7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996" y="1016110"/>
            <a:ext cx="7990656" cy="24128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89E0D43-A3C7-05D1-8C5B-B86B6C6F0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379" y="3494344"/>
            <a:ext cx="7990656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630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zh-CN" altLang="en-US" dirty="0"/>
              <a:t>插件开发效果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21847DA-698D-4522-C30C-5879D4B249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B92237A-D4D5-8EA1-97FF-7F841F8A5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17" y="980728"/>
            <a:ext cx="11495365" cy="550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55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zh-CN" altLang="en-US" dirty="0"/>
              <a:t>影响成功率的关键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21847DA-698D-4522-C30C-5879D4B249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矩形 13">
            <a:extLst>
              <a:ext uri="{FF2B5EF4-FFF2-40B4-BE49-F238E27FC236}">
                <a16:creationId xmlns:a16="http://schemas.microsoft.com/office/drawing/2014/main" id="{93307CFB-AA62-FE8D-BCA6-BBFFF4685BA6}"/>
              </a:ext>
            </a:extLst>
          </p:cNvPr>
          <p:cNvSpPr/>
          <p:nvPr/>
        </p:nvSpPr>
        <p:spPr>
          <a:xfrm rot="19800000">
            <a:off x="6179113" y="1780468"/>
            <a:ext cx="716518" cy="1130594"/>
          </a:xfrm>
          <a:custGeom>
            <a:avLst/>
            <a:gdLst>
              <a:gd name="connsiteX0" fmla="*/ 0 w 783379"/>
              <a:gd name="connsiteY0" fmla="*/ 0 h 1233714"/>
              <a:gd name="connsiteX1" fmla="*/ 783379 w 783379"/>
              <a:gd name="connsiteY1" fmla="*/ 0 h 1233714"/>
              <a:gd name="connsiteX2" fmla="*/ 783379 w 783379"/>
              <a:gd name="connsiteY2" fmla="*/ 1233714 h 1233714"/>
              <a:gd name="connsiteX3" fmla="*/ 0 w 783379"/>
              <a:gd name="connsiteY3" fmla="*/ 1233714 h 1233714"/>
              <a:gd name="connsiteX4" fmla="*/ 0 w 783379"/>
              <a:gd name="connsiteY4" fmla="*/ 0 h 1233714"/>
              <a:gd name="connsiteX0-1" fmla="*/ 0 w 783379"/>
              <a:gd name="connsiteY0-2" fmla="*/ 0 h 1233714"/>
              <a:gd name="connsiteX1-3" fmla="*/ 756718 w 783379"/>
              <a:gd name="connsiteY1-4" fmla="*/ 17602 h 1233714"/>
              <a:gd name="connsiteX2-5" fmla="*/ 783379 w 783379"/>
              <a:gd name="connsiteY2-6" fmla="*/ 1233714 h 1233714"/>
              <a:gd name="connsiteX3-7" fmla="*/ 0 w 783379"/>
              <a:gd name="connsiteY3-8" fmla="*/ 1233714 h 1233714"/>
              <a:gd name="connsiteX4-9" fmla="*/ 0 w 783379"/>
              <a:gd name="connsiteY4-10" fmla="*/ 0 h 1233714"/>
              <a:gd name="connsiteX0-11" fmla="*/ 0 w 783379"/>
              <a:gd name="connsiteY0-12" fmla="*/ 0 h 1233714"/>
              <a:gd name="connsiteX1-13" fmla="*/ 756718 w 783379"/>
              <a:gd name="connsiteY1-14" fmla="*/ 17602 h 1233714"/>
              <a:gd name="connsiteX2-15" fmla="*/ 783379 w 783379"/>
              <a:gd name="connsiteY2-16" fmla="*/ 1233714 h 1233714"/>
              <a:gd name="connsiteX3-17" fmla="*/ 0 w 783379"/>
              <a:gd name="connsiteY3-18" fmla="*/ 1233714 h 1233714"/>
              <a:gd name="connsiteX4-19" fmla="*/ 0 w 783379"/>
              <a:gd name="connsiteY4-20" fmla="*/ 0 h 1233714"/>
              <a:gd name="connsiteX0-21" fmla="*/ 0 w 783379"/>
              <a:gd name="connsiteY0-22" fmla="*/ 0 h 1233714"/>
              <a:gd name="connsiteX1-23" fmla="*/ 738945 w 783379"/>
              <a:gd name="connsiteY1-24" fmla="*/ 29338 h 1233714"/>
              <a:gd name="connsiteX2-25" fmla="*/ 783379 w 783379"/>
              <a:gd name="connsiteY2-26" fmla="*/ 1233714 h 1233714"/>
              <a:gd name="connsiteX3-27" fmla="*/ 0 w 783379"/>
              <a:gd name="connsiteY3-28" fmla="*/ 1233714 h 1233714"/>
              <a:gd name="connsiteX4-29" fmla="*/ 0 w 783379"/>
              <a:gd name="connsiteY4-30" fmla="*/ 0 h 1233714"/>
              <a:gd name="connsiteX0-31" fmla="*/ 0 w 783379"/>
              <a:gd name="connsiteY0-32" fmla="*/ 0 h 1233714"/>
              <a:gd name="connsiteX1-33" fmla="*/ 738945 w 783379"/>
              <a:gd name="connsiteY1-34" fmla="*/ 29338 h 1233714"/>
              <a:gd name="connsiteX2-35" fmla="*/ 783379 w 783379"/>
              <a:gd name="connsiteY2-36" fmla="*/ 1233714 h 1233714"/>
              <a:gd name="connsiteX3-37" fmla="*/ 0 w 783379"/>
              <a:gd name="connsiteY3-38" fmla="*/ 1233714 h 1233714"/>
              <a:gd name="connsiteX4-39" fmla="*/ 0 w 783379"/>
              <a:gd name="connsiteY4-40" fmla="*/ 0 h 1233714"/>
              <a:gd name="connsiteX0-41" fmla="*/ 0 w 783379"/>
              <a:gd name="connsiteY0-42" fmla="*/ 6927 h 1240641"/>
              <a:gd name="connsiteX1-43" fmla="*/ 738945 w 783379"/>
              <a:gd name="connsiteY1-44" fmla="*/ 36265 h 1240641"/>
              <a:gd name="connsiteX2-45" fmla="*/ 783379 w 783379"/>
              <a:gd name="connsiteY2-46" fmla="*/ 1240641 h 1240641"/>
              <a:gd name="connsiteX3-47" fmla="*/ 0 w 783379"/>
              <a:gd name="connsiteY3-48" fmla="*/ 1240641 h 1240641"/>
              <a:gd name="connsiteX4-49" fmla="*/ 0 w 783379"/>
              <a:gd name="connsiteY4-50" fmla="*/ 6927 h 1240641"/>
              <a:gd name="connsiteX0-51" fmla="*/ 0 w 783379"/>
              <a:gd name="connsiteY0-52" fmla="*/ 0 h 1233714"/>
              <a:gd name="connsiteX1-53" fmla="*/ 722915 w 783379"/>
              <a:gd name="connsiteY1-54" fmla="*/ 47580 h 1233714"/>
              <a:gd name="connsiteX2-55" fmla="*/ 783379 w 783379"/>
              <a:gd name="connsiteY2-56" fmla="*/ 1233714 h 1233714"/>
              <a:gd name="connsiteX3-57" fmla="*/ 0 w 783379"/>
              <a:gd name="connsiteY3-58" fmla="*/ 1233714 h 1233714"/>
              <a:gd name="connsiteX4-59" fmla="*/ 0 w 783379"/>
              <a:gd name="connsiteY4-60" fmla="*/ 0 h 1233714"/>
              <a:gd name="connsiteX0-61" fmla="*/ 0 w 783379"/>
              <a:gd name="connsiteY0-62" fmla="*/ 0 h 1233714"/>
              <a:gd name="connsiteX1-63" fmla="*/ 722915 w 783379"/>
              <a:gd name="connsiteY1-64" fmla="*/ 47580 h 1233714"/>
              <a:gd name="connsiteX2-65" fmla="*/ 783379 w 783379"/>
              <a:gd name="connsiteY2-66" fmla="*/ 1233714 h 1233714"/>
              <a:gd name="connsiteX3-67" fmla="*/ 0 w 783379"/>
              <a:gd name="connsiteY3-68" fmla="*/ 1233714 h 1233714"/>
              <a:gd name="connsiteX4-69" fmla="*/ 0 w 783379"/>
              <a:gd name="connsiteY4-70" fmla="*/ 0 h 1233714"/>
              <a:gd name="connsiteX0-71" fmla="*/ 0 w 783379"/>
              <a:gd name="connsiteY0-72" fmla="*/ 0 h 1233714"/>
              <a:gd name="connsiteX1-73" fmla="*/ 696892 w 783379"/>
              <a:gd name="connsiteY1-74" fmla="*/ 54553 h 1233714"/>
              <a:gd name="connsiteX2-75" fmla="*/ 783379 w 783379"/>
              <a:gd name="connsiteY2-76" fmla="*/ 1233714 h 1233714"/>
              <a:gd name="connsiteX3-77" fmla="*/ 0 w 783379"/>
              <a:gd name="connsiteY3-78" fmla="*/ 1233714 h 1233714"/>
              <a:gd name="connsiteX4-79" fmla="*/ 0 w 783379"/>
              <a:gd name="connsiteY4-80" fmla="*/ 0 h 1233714"/>
              <a:gd name="connsiteX0-81" fmla="*/ 0 w 783379"/>
              <a:gd name="connsiteY0-82" fmla="*/ 0 h 1233714"/>
              <a:gd name="connsiteX1-83" fmla="*/ 696892 w 783379"/>
              <a:gd name="connsiteY1-84" fmla="*/ 54553 h 1233714"/>
              <a:gd name="connsiteX2-85" fmla="*/ 783379 w 783379"/>
              <a:gd name="connsiteY2-86" fmla="*/ 1233714 h 1233714"/>
              <a:gd name="connsiteX3-87" fmla="*/ 0 w 783379"/>
              <a:gd name="connsiteY3-88" fmla="*/ 1233714 h 1233714"/>
              <a:gd name="connsiteX4-89" fmla="*/ 0 w 783379"/>
              <a:gd name="connsiteY4-90" fmla="*/ 0 h 1233714"/>
              <a:gd name="connsiteX0-91" fmla="*/ 0 w 783379"/>
              <a:gd name="connsiteY0-92" fmla="*/ 13944 h 1247658"/>
              <a:gd name="connsiteX1-93" fmla="*/ 696892 w 783379"/>
              <a:gd name="connsiteY1-94" fmla="*/ 68497 h 1247658"/>
              <a:gd name="connsiteX2-95" fmla="*/ 783379 w 783379"/>
              <a:gd name="connsiteY2-96" fmla="*/ 1247658 h 1247658"/>
              <a:gd name="connsiteX3-97" fmla="*/ 0 w 783379"/>
              <a:gd name="connsiteY3-98" fmla="*/ 1247658 h 1247658"/>
              <a:gd name="connsiteX4-99" fmla="*/ 0 w 783379"/>
              <a:gd name="connsiteY4-100" fmla="*/ 13944 h 1247658"/>
              <a:gd name="connsiteX0-101" fmla="*/ 0 w 783379"/>
              <a:gd name="connsiteY0-102" fmla="*/ 13944 h 1247658"/>
              <a:gd name="connsiteX1-103" fmla="*/ 696892 w 783379"/>
              <a:gd name="connsiteY1-104" fmla="*/ 68497 h 1247658"/>
              <a:gd name="connsiteX2-105" fmla="*/ 783379 w 783379"/>
              <a:gd name="connsiteY2-106" fmla="*/ 1247658 h 1247658"/>
              <a:gd name="connsiteX3-107" fmla="*/ 0 w 783379"/>
              <a:gd name="connsiteY3-108" fmla="*/ 1247658 h 1247658"/>
              <a:gd name="connsiteX4-109" fmla="*/ 0 w 783379"/>
              <a:gd name="connsiteY4-110" fmla="*/ 13944 h 1247658"/>
              <a:gd name="connsiteX0-111" fmla="*/ 0 w 783379"/>
              <a:gd name="connsiteY0-112" fmla="*/ 13944 h 1247658"/>
              <a:gd name="connsiteX1-113" fmla="*/ 696892 w 783379"/>
              <a:gd name="connsiteY1-114" fmla="*/ 68497 h 1247658"/>
              <a:gd name="connsiteX2-115" fmla="*/ 783379 w 783379"/>
              <a:gd name="connsiteY2-116" fmla="*/ 1247658 h 1247658"/>
              <a:gd name="connsiteX3-117" fmla="*/ 0 w 783379"/>
              <a:gd name="connsiteY3-118" fmla="*/ 1247658 h 1247658"/>
              <a:gd name="connsiteX4-119" fmla="*/ 0 w 783379"/>
              <a:gd name="connsiteY4-120" fmla="*/ 13944 h 1247658"/>
              <a:gd name="connsiteX0-121" fmla="*/ 0 w 783379"/>
              <a:gd name="connsiteY0-122" fmla="*/ 2131 h 1235845"/>
              <a:gd name="connsiteX1-123" fmla="*/ 682604 w 783379"/>
              <a:gd name="connsiteY1-124" fmla="*/ 81430 h 1235845"/>
              <a:gd name="connsiteX2-125" fmla="*/ 783379 w 783379"/>
              <a:gd name="connsiteY2-126" fmla="*/ 1235845 h 1235845"/>
              <a:gd name="connsiteX3-127" fmla="*/ 0 w 783379"/>
              <a:gd name="connsiteY3-128" fmla="*/ 1235845 h 1235845"/>
              <a:gd name="connsiteX4-129" fmla="*/ 0 w 783379"/>
              <a:gd name="connsiteY4-130" fmla="*/ 2131 h 1235845"/>
              <a:gd name="connsiteX0-131" fmla="*/ 0 w 783379"/>
              <a:gd name="connsiteY0-132" fmla="*/ 2378 h 1236092"/>
              <a:gd name="connsiteX1-133" fmla="*/ 682604 w 783379"/>
              <a:gd name="connsiteY1-134" fmla="*/ 81677 h 1236092"/>
              <a:gd name="connsiteX2-135" fmla="*/ 783379 w 783379"/>
              <a:gd name="connsiteY2-136" fmla="*/ 1236092 h 1236092"/>
              <a:gd name="connsiteX3-137" fmla="*/ 0 w 783379"/>
              <a:gd name="connsiteY3-138" fmla="*/ 1236092 h 1236092"/>
              <a:gd name="connsiteX4-139" fmla="*/ 0 w 783379"/>
              <a:gd name="connsiteY4-140" fmla="*/ 2378 h 1236092"/>
              <a:gd name="connsiteX0-141" fmla="*/ 0 w 783379"/>
              <a:gd name="connsiteY0-142" fmla="*/ 2378 h 1236092"/>
              <a:gd name="connsiteX1-143" fmla="*/ 682604 w 783379"/>
              <a:gd name="connsiteY1-144" fmla="*/ 81677 h 1236092"/>
              <a:gd name="connsiteX2-145" fmla="*/ 783379 w 783379"/>
              <a:gd name="connsiteY2-146" fmla="*/ 1236092 h 1236092"/>
              <a:gd name="connsiteX3-147" fmla="*/ 0 w 783379"/>
              <a:gd name="connsiteY3-148" fmla="*/ 1236092 h 1236092"/>
              <a:gd name="connsiteX4-149" fmla="*/ 0 w 783379"/>
              <a:gd name="connsiteY4-150" fmla="*/ 2378 h 12360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83379" h="1236092">
                <a:moveTo>
                  <a:pt x="0" y="2378"/>
                </a:moveTo>
                <a:cubicBezTo>
                  <a:pt x="246315" y="12157"/>
                  <a:pt x="560240" y="-38015"/>
                  <a:pt x="682604" y="81677"/>
                </a:cubicBezTo>
                <a:cubicBezTo>
                  <a:pt x="794102" y="128347"/>
                  <a:pt x="774492" y="830721"/>
                  <a:pt x="783379" y="1236092"/>
                </a:cubicBezTo>
                <a:lnTo>
                  <a:pt x="0" y="1236092"/>
                </a:lnTo>
                <a:lnTo>
                  <a:pt x="0" y="2378"/>
                </a:lnTo>
                <a:close/>
              </a:path>
            </a:pathLst>
          </a:custGeom>
          <a:solidFill>
            <a:srgbClr val="0088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0" name="矩形 13">
            <a:extLst>
              <a:ext uri="{FF2B5EF4-FFF2-40B4-BE49-F238E27FC236}">
                <a16:creationId xmlns:a16="http://schemas.microsoft.com/office/drawing/2014/main" id="{5CCCABAE-89B9-6397-62CE-AFAF8A1C53C1}"/>
              </a:ext>
            </a:extLst>
          </p:cNvPr>
          <p:cNvSpPr/>
          <p:nvPr/>
        </p:nvSpPr>
        <p:spPr>
          <a:xfrm rot="19800000">
            <a:off x="6182081" y="1780467"/>
            <a:ext cx="716518" cy="1130594"/>
          </a:xfrm>
          <a:custGeom>
            <a:avLst/>
            <a:gdLst>
              <a:gd name="connsiteX0" fmla="*/ 0 w 783379"/>
              <a:gd name="connsiteY0" fmla="*/ 0 h 1233714"/>
              <a:gd name="connsiteX1" fmla="*/ 783379 w 783379"/>
              <a:gd name="connsiteY1" fmla="*/ 0 h 1233714"/>
              <a:gd name="connsiteX2" fmla="*/ 783379 w 783379"/>
              <a:gd name="connsiteY2" fmla="*/ 1233714 h 1233714"/>
              <a:gd name="connsiteX3" fmla="*/ 0 w 783379"/>
              <a:gd name="connsiteY3" fmla="*/ 1233714 h 1233714"/>
              <a:gd name="connsiteX4" fmla="*/ 0 w 783379"/>
              <a:gd name="connsiteY4" fmla="*/ 0 h 1233714"/>
              <a:gd name="connsiteX0-1" fmla="*/ 0 w 783379"/>
              <a:gd name="connsiteY0-2" fmla="*/ 0 h 1233714"/>
              <a:gd name="connsiteX1-3" fmla="*/ 756718 w 783379"/>
              <a:gd name="connsiteY1-4" fmla="*/ 17602 h 1233714"/>
              <a:gd name="connsiteX2-5" fmla="*/ 783379 w 783379"/>
              <a:gd name="connsiteY2-6" fmla="*/ 1233714 h 1233714"/>
              <a:gd name="connsiteX3-7" fmla="*/ 0 w 783379"/>
              <a:gd name="connsiteY3-8" fmla="*/ 1233714 h 1233714"/>
              <a:gd name="connsiteX4-9" fmla="*/ 0 w 783379"/>
              <a:gd name="connsiteY4-10" fmla="*/ 0 h 1233714"/>
              <a:gd name="connsiteX0-11" fmla="*/ 0 w 783379"/>
              <a:gd name="connsiteY0-12" fmla="*/ 0 h 1233714"/>
              <a:gd name="connsiteX1-13" fmla="*/ 756718 w 783379"/>
              <a:gd name="connsiteY1-14" fmla="*/ 17602 h 1233714"/>
              <a:gd name="connsiteX2-15" fmla="*/ 783379 w 783379"/>
              <a:gd name="connsiteY2-16" fmla="*/ 1233714 h 1233714"/>
              <a:gd name="connsiteX3-17" fmla="*/ 0 w 783379"/>
              <a:gd name="connsiteY3-18" fmla="*/ 1233714 h 1233714"/>
              <a:gd name="connsiteX4-19" fmla="*/ 0 w 783379"/>
              <a:gd name="connsiteY4-20" fmla="*/ 0 h 1233714"/>
              <a:gd name="connsiteX0-21" fmla="*/ 0 w 783379"/>
              <a:gd name="connsiteY0-22" fmla="*/ 0 h 1233714"/>
              <a:gd name="connsiteX1-23" fmla="*/ 738945 w 783379"/>
              <a:gd name="connsiteY1-24" fmla="*/ 29338 h 1233714"/>
              <a:gd name="connsiteX2-25" fmla="*/ 783379 w 783379"/>
              <a:gd name="connsiteY2-26" fmla="*/ 1233714 h 1233714"/>
              <a:gd name="connsiteX3-27" fmla="*/ 0 w 783379"/>
              <a:gd name="connsiteY3-28" fmla="*/ 1233714 h 1233714"/>
              <a:gd name="connsiteX4-29" fmla="*/ 0 w 783379"/>
              <a:gd name="connsiteY4-30" fmla="*/ 0 h 1233714"/>
              <a:gd name="connsiteX0-31" fmla="*/ 0 w 783379"/>
              <a:gd name="connsiteY0-32" fmla="*/ 0 h 1233714"/>
              <a:gd name="connsiteX1-33" fmla="*/ 738945 w 783379"/>
              <a:gd name="connsiteY1-34" fmla="*/ 29338 h 1233714"/>
              <a:gd name="connsiteX2-35" fmla="*/ 783379 w 783379"/>
              <a:gd name="connsiteY2-36" fmla="*/ 1233714 h 1233714"/>
              <a:gd name="connsiteX3-37" fmla="*/ 0 w 783379"/>
              <a:gd name="connsiteY3-38" fmla="*/ 1233714 h 1233714"/>
              <a:gd name="connsiteX4-39" fmla="*/ 0 w 783379"/>
              <a:gd name="connsiteY4-40" fmla="*/ 0 h 1233714"/>
              <a:gd name="connsiteX0-41" fmla="*/ 0 w 783379"/>
              <a:gd name="connsiteY0-42" fmla="*/ 6927 h 1240641"/>
              <a:gd name="connsiteX1-43" fmla="*/ 738945 w 783379"/>
              <a:gd name="connsiteY1-44" fmla="*/ 36265 h 1240641"/>
              <a:gd name="connsiteX2-45" fmla="*/ 783379 w 783379"/>
              <a:gd name="connsiteY2-46" fmla="*/ 1240641 h 1240641"/>
              <a:gd name="connsiteX3-47" fmla="*/ 0 w 783379"/>
              <a:gd name="connsiteY3-48" fmla="*/ 1240641 h 1240641"/>
              <a:gd name="connsiteX4-49" fmla="*/ 0 w 783379"/>
              <a:gd name="connsiteY4-50" fmla="*/ 6927 h 1240641"/>
              <a:gd name="connsiteX0-51" fmla="*/ 0 w 783379"/>
              <a:gd name="connsiteY0-52" fmla="*/ 0 h 1233714"/>
              <a:gd name="connsiteX1-53" fmla="*/ 722915 w 783379"/>
              <a:gd name="connsiteY1-54" fmla="*/ 47580 h 1233714"/>
              <a:gd name="connsiteX2-55" fmla="*/ 783379 w 783379"/>
              <a:gd name="connsiteY2-56" fmla="*/ 1233714 h 1233714"/>
              <a:gd name="connsiteX3-57" fmla="*/ 0 w 783379"/>
              <a:gd name="connsiteY3-58" fmla="*/ 1233714 h 1233714"/>
              <a:gd name="connsiteX4-59" fmla="*/ 0 w 783379"/>
              <a:gd name="connsiteY4-60" fmla="*/ 0 h 1233714"/>
              <a:gd name="connsiteX0-61" fmla="*/ 0 w 783379"/>
              <a:gd name="connsiteY0-62" fmla="*/ 0 h 1233714"/>
              <a:gd name="connsiteX1-63" fmla="*/ 722915 w 783379"/>
              <a:gd name="connsiteY1-64" fmla="*/ 47580 h 1233714"/>
              <a:gd name="connsiteX2-65" fmla="*/ 783379 w 783379"/>
              <a:gd name="connsiteY2-66" fmla="*/ 1233714 h 1233714"/>
              <a:gd name="connsiteX3-67" fmla="*/ 0 w 783379"/>
              <a:gd name="connsiteY3-68" fmla="*/ 1233714 h 1233714"/>
              <a:gd name="connsiteX4-69" fmla="*/ 0 w 783379"/>
              <a:gd name="connsiteY4-70" fmla="*/ 0 h 1233714"/>
              <a:gd name="connsiteX0-71" fmla="*/ 0 w 783379"/>
              <a:gd name="connsiteY0-72" fmla="*/ 0 h 1233714"/>
              <a:gd name="connsiteX1-73" fmla="*/ 696892 w 783379"/>
              <a:gd name="connsiteY1-74" fmla="*/ 54553 h 1233714"/>
              <a:gd name="connsiteX2-75" fmla="*/ 783379 w 783379"/>
              <a:gd name="connsiteY2-76" fmla="*/ 1233714 h 1233714"/>
              <a:gd name="connsiteX3-77" fmla="*/ 0 w 783379"/>
              <a:gd name="connsiteY3-78" fmla="*/ 1233714 h 1233714"/>
              <a:gd name="connsiteX4-79" fmla="*/ 0 w 783379"/>
              <a:gd name="connsiteY4-80" fmla="*/ 0 h 1233714"/>
              <a:gd name="connsiteX0-81" fmla="*/ 0 w 783379"/>
              <a:gd name="connsiteY0-82" fmla="*/ 0 h 1233714"/>
              <a:gd name="connsiteX1-83" fmla="*/ 696892 w 783379"/>
              <a:gd name="connsiteY1-84" fmla="*/ 54553 h 1233714"/>
              <a:gd name="connsiteX2-85" fmla="*/ 783379 w 783379"/>
              <a:gd name="connsiteY2-86" fmla="*/ 1233714 h 1233714"/>
              <a:gd name="connsiteX3-87" fmla="*/ 0 w 783379"/>
              <a:gd name="connsiteY3-88" fmla="*/ 1233714 h 1233714"/>
              <a:gd name="connsiteX4-89" fmla="*/ 0 w 783379"/>
              <a:gd name="connsiteY4-90" fmla="*/ 0 h 1233714"/>
              <a:gd name="connsiteX0-91" fmla="*/ 0 w 783379"/>
              <a:gd name="connsiteY0-92" fmla="*/ 13944 h 1247658"/>
              <a:gd name="connsiteX1-93" fmla="*/ 696892 w 783379"/>
              <a:gd name="connsiteY1-94" fmla="*/ 68497 h 1247658"/>
              <a:gd name="connsiteX2-95" fmla="*/ 783379 w 783379"/>
              <a:gd name="connsiteY2-96" fmla="*/ 1247658 h 1247658"/>
              <a:gd name="connsiteX3-97" fmla="*/ 0 w 783379"/>
              <a:gd name="connsiteY3-98" fmla="*/ 1247658 h 1247658"/>
              <a:gd name="connsiteX4-99" fmla="*/ 0 w 783379"/>
              <a:gd name="connsiteY4-100" fmla="*/ 13944 h 1247658"/>
              <a:gd name="connsiteX0-101" fmla="*/ 0 w 783379"/>
              <a:gd name="connsiteY0-102" fmla="*/ 13944 h 1247658"/>
              <a:gd name="connsiteX1-103" fmla="*/ 696892 w 783379"/>
              <a:gd name="connsiteY1-104" fmla="*/ 68497 h 1247658"/>
              <a:gd name="connsiteX2-105" fmla="*/ 783379 w 783379"/>
              <a:gd name="connsiteY2-106" fmla="*/ 1247658 h 1247658"/>
              <a:gd name="connsiteX3-107" fmla="*/ 0 w 783379"/>
              <a:gd name="connsiteY3-108" fmla="*/ 1247658 h 1247658"/>
              <a:gd name="connsiteX4-109" fmla="*/ 0 w 783379"/>
              <a:gd name="connsiteY4-110" fmla="*/ 13944 h 1247658"/>
              <a:gd name="connsiteX0-111" fmla="*/ 0 w 783379"/>
              <a:gd name="connsiteY0-112" fmla="*/ 13944 h 1247658"/>
              <a:gd name="connsiteX1-113" fmla="*/ 696892 w 783379"/>
              <a:gd name="connsiteY1-114" fmla="*/ 68497 h 1247658"/>
              <a:gd name="connsiteX2-115" fmla="*/ 783379 w 783379"/>
              <a:gd name="connsiteY2-116" fmla="*/ 1247658 h 1247658"/>
              <a:gd name="connsiteX3-117" fmla="*/ 0 w 783379"/>
              <a:gd name="connsiteY3-118" fmla="*/ 1247658 h 1247658"/>
              <a:gd name="connsiteX4-119" fmla="*/ 0 w 783379"/>
              <a:gd name="connsiteY4-120" fmla="*/ 13944 h 1247658"/>
              <a:gd name="connsiteX0-121" fmla="*/ 0 w 783379"/>
              <a:gd name="connsiteY0-122" fmla="*/ 2131 h 1235845"/>
              <a:gd name="connsiteX1-123" fmla="*/ 682604 w 783379"/>
              <a:gd name="connsiteY1-124" fmla="*/ 81430 h 1235845"/>
              <a:gd name="connsiteX2-125" fmla="*/ 783379 w 783379"/>
              <a:gd name="connsiteY2-126" fmla="*/ 1235845 h 1235845"/>
              <a:gd name="connsiteX3-127" fmla="*/ 0 w 783379"/>
              <a:gd name="connsiteY3-128" fmla="*/ 1235845 h 1235845"/>
              <a:gd name="connsiteX4-129" fmla="*/ 0 w 783379"/>
              <a:gd name="connsiteY4-130" fmla="*/ 2131 h 1235845"/>
              <a:gd name="connsiteX0-131" fmla="*/ 0 w 783379"/>
              <a:gd name="connsiteY0-132" fmla="*/ 2378 h 1236092"/>
              <a:gd name="connsiteX1-133" fmla="*/ 682604 w 783379"/>
              <a:gd name="connsiteY1-134" fmla="*/ 81677 h 1236092"/>
              <a:gd name="connsiteX2-135" fmla="*/ 783379 w 783379"/>
              <a:gd name="connsiteY2-136" fmla="*/ 1236092 h 1236092"/>
              <a:gd name="connsiteX3-137" fmla="*/ 0 w 783379"/>
              <a:gd name="connsiteY3-138" fmla="*/ 1236092 h 1236092"/>
              <a:gd name="connsiteX4-139" fmla="*/ 0 w 783379"/>
              <a:gd name="connsiteY4-140" fmla="*/ 2378 h 1236092"/>
              <a:gd name="connsiteX0-141" fmla="*/ 0 w 783379"/>
              <a:gd name="connsiteY0-142" fmla="*/ 2378 h 1236092"/>
              <a:gd name="connsiteX1-143" fmla="*/ 682604 w 783379"/>
              <a:gd name="connsiteY1-144" fmla="*/ 81677 h 1236092"/>
              <a:gd name="connsiteX2-145" fmla="*/ 783379 w 783379"/>
              <a:gd name="connsiteY2-146" fmla="*/ 1236092 h 1236092"/>
              <a:gd name="connsiteX3-147" fmla="*/ 0 w 783379"/>
              <a:gd name="connsiteY3-148" fmla="*/ 1236092 h 1236092"/>
              <a:gd name="connsiteX4-149" fmla="*/ 0 w 783379"/>
              <a:gd name="connsiteY4-150" fmla="*/ 2378 h 12360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83379" h="1236092">
                <a:moveTo>
                  <a:pt x="0" y="2378"/>
                </a:moveTo>
                <a:cubicBezTo>
                  <a:pt x="246315" y="12157"/>
                  <a:pt x="560240" y="-38015"/>
                  <a:pt x="682604" y="81677"/>
                </a:cubicBezTo>
                <a:cubicBezTo>
                  <a:pt x="794102" y="128347"/>
                  <a:pt x="774492" y="830721"/>
                  <a:pt x="783379" y="1236092"/>
                </a:cubicBezTo>
                <a:lnTo>
                  <a:pt x="0" y="1236092"/>
                </a:lnTo>
                <a:lnTo>
                  <a:pt x="0" y="2378"/>
                </a:lnTo>
                <a:close/>
              </a:path>
            </a:pathLst>
          </a:custGeom>
          <a:solidFill>
            <a:srgbClr val="ABC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1" name="平行四边形 4">
            <a:extLst>
              <a:ext uri="{FF2B5EF4-FFF2-40B4-BE49-F238E27FC236}">
                <a16:creationId xmlns:a16="http://schemas.microsoft.com/office/drawing/2014/main" id="{97622CBA-F1FF-FF5C-405D-304F723D4132}"/>
              </a:ext>
            </a:extLst>
          </p:cNvPr>
          <p:cNvSpPr/>
          <p:nvPr/>
        </p:nvSpPr>
        <p:spPr>
          <a:xfrm rot="11300649">
            <a:off x="5603448" y="1721515"/>
            <a:ext cx="931031" cy="167810"/>
          </a:xfrm>
          <a:custGeom>
            <a:avLst/>
            <a:gdLst>
              <a:gd name="connsiteX0" fmla="*/ 0 w 1349669"/>
              <a:gd name="connsiteY0" fmla="*/ 185915 h 185915"/>
              <a:gd name="connsiteX1" fmla="*/ 46479 w 1349669"/>
              <a:gd name="connsiteY1" fmla="*/ 0 h 185915"/>
              <a:gd name="connsiteX2" fmla="*/ 1349669 w 1349669"/>
              <a:gd name="connsiteY2" fmla="*/ 0 h 185915"/>
              <a:gd name="connsiteX3" fmla="*/ 1303190 w 1349669"/>
              <a:gd name="connsiteY3" fmla="*/ 185915 h 185915"/>
              <a:gd name="connsiteX4" fmla="*/ 0 w 1349669"/>
              <a:gd name="connsiteY4" fmla="*/ 185915 h 185915"/>
              <a:gd name="connsiteX0-1" fmla="*/ 0 w 1349669"/>
              <a:gd name="connsiteY0-2" fmla="*/ 185915 h 216879"/>
              <a:gd name="connsiteX1-3" fmla="*/ 46479 w 1349669"/>
              <a:gd name="connsiteY1-4" fmla="*/ 0 h 216879"/>
              <a:gd name="connsiteX2-5" fmla="*/ 1349669 w 1349669"/>
              <a:gd name="connsiteY2-6" fmla="*/ 0 h 216879"/>
              <a:gd name="connsiteX3-7" fmla="*/ 1161595 w 1349669"/>
              <a:gd name="connsiteY3-8" fmla="*/ 216879 h 216879"/>
              <a:gd name="connsiteX4-9" fmla="*/ 0 w 1349669"/>
              <a:gd name="connsiteY4-10" fmla="*/ 185915 h 216879"/>
              <a:gd name="connsiteX0-11" fmla="*/ 0 w 1520597"/>
              <a:gd name="connsiteY0-12" fmla="*/ 181718 h 216879"/>
              <a:gd name="connsiteX1-13" fmla="*/ 217407 w 1520597"/>
              <a:gd name="connsiteY1-14" fmla="*/ 0 h 216879"/>
              <a:gd name="connsiteX2-15" fmla="*/ 1520597 w 1520597"/>
              <a:gd name="connsiteY2-16" fmla="*/ 0 h 216879"/>
              <a:gd name="connsiteX3-17" fmla="*/ 1332523 w 1520597"/>
              <a:gd name="connsiteY3-18" fmla="*/ 216879 h 216879"/>
              <a:gd name="connsiteX4-19" fmla="*/ 0 w 1520597"/>
              <a:gd name="connsiteY4-20" fmla="*/ 181718 h 216879"/>
              <a:gd name="connsiteX0-21" fmla="*/ 0 w 1544954"/>
              <a:gd name="connsiteY0-22" fmla="*/ 174515 h 216879"/>
              <a:gd name="connsiteX1-23" fmla="*/ 241764 w 1544954"/>
              <a:gd name="connsiteY1-24" fmla="*/ 0 h 216879"/>
              <a:gd name="connsiteX2-25" fmla="*/ 1544954 w 1544954"/>
              <a:gd name="connsiteY2-26" fmla="*/ 0 h 216879"/>
              <a:gd name="connsiteX3-27" fmla="*/ 1356880 w 1544954"/>
              <a:gd name="connsiteY3-28" fmla="*/ 216879 h 216879"/>
              <a:gd name="connsiteX4-29" fmla="*/ 0 w 1544954"/>
              <a:gd name="connsiteY4-30" fmla="*/ 174515 h 216879"/>
              <a:gd name="connsiteX0-31" fmla="*/ 0 w 1544954"/>
              <a:gd name="connsiteY0-32" fmla="*/ 174515 h 216879"/>
              <a:gd name="connsiteX1-33" fmla="*/ 241764 w 1544954"/>
              <a:gd name="connsiteY1-34" fmla="*/ 0 h 216879"/>
              <a:gd name="connsiteX2-35" fmla="*/ 1544954 w 1544954"/>
              <a:gd name="connsiteY2-36" fmla="*/ 0 h 216879"/>
              <a:gd name="connsiteX3-37" fmla="*/ 1356880 w 1544954"/>
              <a:gd name="connsiteY3-38" fmla="*/ 216879 h 216879"/>
              <a:gd name="connsiteX4-39" fmla="*/ 0 w 1544954"/>
              <a:gd name="connsiteY4-40" fmla="*/ 174515 h 216879"/>
              <a:gd name="connsiteX0-41" fmla="*/ 0 w 1544954"/>
              <a:gd name="connsiteY0-42" fmla="*/ 174515 h 216879"/>
              <a:gd name="connsiteX1-43" fmla="*/ 241764 w 1544954"/>
              <a:gd name="connsiteY1-44" fmla="*/ 0 h 216879"/>
              <a:gd name="connsiteX2-45" fmla="*/ 1544954 w 1544954"/>
              <a:gd name="connsiteY2-46" fmla="*/ 0 h 216879"/>
              <a:gd name="connsiteX3-47" fmla="*/ 1356880 w 1544954"/>
              <a:gd name="connsiteY3-48" fmla="*/ 216879 h 216879"/>
              <a:gd name="connsiteX4-49" fmla="*/ 0 w 1544954"/>
              <a:gd name="connsiteY4-50" fmla="*/ 174515 h 216879"/>
              <a:gd name="connsiteX0-51" fmla="*/ 0 w 1586892"/>
              <a:gd name="connsiteY0-52" fmla="*/ 181978 h 224342"/>
              <a:gd name="connsiteX1-53" fmla="*/ 241764 w 1586892"/>
              <a:gd name="connsiteY1-54" fmla="*/ 7463 h 224342"/>
              <a:gd name="connsiteX2-55" fmla="*/ 1586892 w 1586892"/>
              <a:gd name="connsiteY2-56" fmla="*/ 0 h 224342"/>
              <a:gd name="connsiteX3-57" fmla="*/ 1356880 w 1586892"/>
              <a:gd name="connsiteY3-58" fmla="*/ 224342 h 224342"/>
              <a:gd name="connsiteX4-59" fmla="*/ 0 w 1586892"/>
              <a:gd name="connsiteY4-60" fmla="*/ 181978 h 224342"/>
              <a:gd name="connsiteX0-61" fmla="*/ 0 w 1586892"/>
              <a:gd name="connsiteY0-62" fmla="*/ 181978 h 224342"/>
              <a:gd name="connsiteX1-63" fmla="*/ 241764 w 1586892"/>
              <a:gd name="connsiteY1-64" fmla="*/ 7463 h 224342"/>
              <a:gd name="connsiteX2-65" fmla="*/ 1586892 w 1586892"/>
              <a:gd name="connsiteY2-66" fmla="*/ 0 h 224342"/>
              <a:gd name="connsiteX3-67" fmla="*/ 1356880 w 1586892"/>
              <a:gd name="connsiteY3-68" fmla="*/ 224342 h 224342"/>
              <a:gd name="connsiteX4-69" fmla="*/ 0 w 1586892"/>
              <a:gd name="connsiteY4-70" fmla="*/ 181978 h 224342"/>
              <a:gd name="connsiteX0-71" fmla="*/ 0 w 1586892"/>
              <a:gd name="connsiteY0-72" fmla="*/ 181978 h 224342"/>
              <a:gd name="connsiteX1-73" fmla="*/ 241764 w 1586892"/>
              <a:gd name="connsiteY1-74" fmla="*/ 7463 h 224342"/>
              <a:gd name="connsiteX2-75" fmla="*/ 1586892 w 1586892"/>
              <a:gd name="connsiteY2-76" fmla="*/ 0 h 224342"/>
              <a:gd name="connsiteX3-77" fmla="*/ 1356880 w 1586892"/>
              <a:gd name="connsiteY3-78" fmla="*/ 224342 h 224342"/>
              <a:gd name="connsiteX4-79" fmla="*/ 0 w 1586892"/>
              <a:gd name="connsiteY4-80" fmla="*/ 181978 h 224342"/>
              <a:gd name="connsiteX0-81" fmla="*/ 0 w 1352325"/>
              <a:gd name="connsiteY0-82" fmla="*/ 284458 h 284458"/>
              <a:gd name="connsiteX1-83" fmla="*/ 7197 w 1352325"/>
              <a:gd name="connsiteY1-84" fmla="*/ 7463 h 284458"/>
              <a:gd name="connsiteX2-85" fmla="*/ 1352325 w 1352325"/>
              <a:gd name="connsiteY2-86" fmla="*/ 0 h 284458"/>
              <a:gd name="connsiteX3-87" fmla="*/ 1122313 w 1352325"/>
              <a:gd name="connsiteY3-88" fmla="*/ 224342 h 284458"/>
              <a:gd name="connsiteX4-89" fmla="*/ 0 w 1352325"/>
              <a:gd name="connsiteY4-90" fmla="*/ 284458 h 284458"/>
              <a:gd name="connsiteX0-91" fmla="*/ 0 w 1602673"/>
              <a:gd name="connsiteY0-92" fmla="*/ 190553 h 224342"/>
              <a:gd name="connsiteX1-93" fmla="*/ 257545 w 1602673"/>
              <a:gd name="connsiteY1-94" fmla="*/ 7463 h 224342"/>
              <a:gd name="connsiteX2-95" fmla="*/ 1602673 w 1602673"/>
              <a:gd name="connsiteY2-96" fmla="*/ 0 h 224342"/>
              <a:gd name="connsiteX3-97" fmla="*/ 1372661 w 1602673"/>
              <a:gd name="connsiteY3-98" fmla="*/ 224342 h 224342"/>
              <a:gd name="connsiteX4-99" fmla="*/ 0 w 1602673"/>
              <a:gd name="connsiteY4-100" fmla="*/ 190553 h 224342"/>
              <a:gd name="connsiteX0-101" fmla="*/ 0 w 1602673"/>
              <a:gd name="connsiteY0-102" fmla="*/ 190553 h 224342"/>
              <a:gd name="connsiteX1-103" fmla="*/ 257545 w 1602673"/>
              <a:gd name="connsiteY1-104" fmla="*/ 7463 h 224342"/>
              <a:gd name="connsiteX2-105" fmla="*/ 1602673 w 1602673"/>
              <a:gd name="connsiteY2-106" fmla="*/ 0 h 224342"/>
              <a:gd name="connsiteX3-107" fmla="*/ 1372661 w 1602673"/>
              <a:gd name="connsiteY3-108" fmla="*/ 224342 h 224342"/>
              <a:gd name="connsiteX4-109" fmla="*/ 0 w 1602673"/>
              <a:gd name="connsiteY4-110" fmla="*/ 190553 h 224342"/>
              <a:gd name="connsiteX0-111" fmla="*/ 0 w 1602673"/>
              <a:gd name="connsiteY0-112" fmla="*/ 197497 h 231286"/>
              <a:gd name="connsiteX1-113" fmla="*/ 208830 w 1602673"/>
              <a:gd name="connsiteY1-114" fmla="*/ 0 h 231286"/>
              <a:gd name="connsiteX2-115" fmla="*/ 1602673 w 1602673"/>
              <a:gd name="connsiteY2-116" fmla="*/ 6944 h 231286"/>
              <a:gd name="connsiteX3-117" fmla="*/ 1372661 w 1602673"/>
              <a:gd name="connsiteY3-118" fmla="*/ 231286 h 231286"/>
              <a:gd name="connsiteX4-119" fmla="*/ 0 w 1602673"/>
              <a:gd name="connsiteY4-120" fmla="*/ 197497 h 231286"/>
              <a:gd name="connsiteX0-121" fmla="*/ 0 w 1602673"/>
              <a:gd name="connsiteY0-122" fmla="*/ 198870 h 232659"/>
              <a:gd name="connsiteX1-123" fmla="*/ 248967 w 1602673"/>
              <a:gd name="connsiteY1-124" fmla="*/ 0 h 232659"/>
              <a:gd name="connsiteX2-125" fmla="*/ 1602673 w 1602673"/>
              <a:gd name="connsiteY2-126" fmla="*/ 8317 h 232659"/>
              <a:gd name="connsiteX3-127" fmla="*/ 1372661 w 1602673"/>
              <a:gd name="connsiteY3-128" fmla="*/ 232659 h 232659"/>
              <a:gd name="connsiteX4-129" fmla="*/ 0 w 1602673"/>
              <a:gd name="connsiteY4-130" fmla="*/ 198870 h 232659"/>
              <a:gd name="connsiteX0-131" fmla="*/ 0 w 1602673"/>
              <a:gd name="connsiteY0-132" fmla="*/ 197625 h 231414"/>
              <a:gd name="connsiteX1-133" fmla="*/ 241978 w 1602673"/>
              <a:gd name="connsiteY1-134" fmla="*/ 0 h 231414"/>
              <a:gd name="connsiteX2-135" fmla="*/ 1602673 w 1602673"/>
              <a:gd name="connsiteY2-136" fmla="*/ 7072 h 231414"/>
              <a:gd name="connsiteX3-137" fmla="*/ 1372661 w 1602673"/>
              <a:gd name="connsiteY3-138" fmla="*/ 231414 h 231414"/>
              <a:gd name="connsiteX4-139" fmla="*/ 0 w 1602673"/>
              <a:gd name="connsiteY4-140" fmla="*/ 197625 h 231414"/>
              <a:gd name="connsiteX0-141" fmla="*/ 0 w 1602673"/>
              <a:gd name="connsiteY0-142" fmla="*/ 197625 h 231414"/>
              <a:gd name="connsiteX1-143" fmla="*/ 241978 w 1602673"/>
              <a:gd name="connsiteY1-144" fmla="*/ 0 h 231414"/>
              <a:gd name="connsiteX2-145" fmla="*/ 1602673 w 1602673"/>
              <a:gd name="connsiteY2-146" fmla="*/ 7072 h 231414"/>
              <a:gd name="connsiteX3-147" fmla="*/ 1372661 w 1602673"/>
              <a:gd name="connsiteY3-148" fmla="*/ 231414 h 231414"/>
              <a:gd name="connsiteX4-149" fmla="*/ 0 w 1602673"/>
              <a:gd name="connsiteY4-150" fmla="*/ 197625 h 231414"/>
              <a:gd name="connsiteX0-151" fmla="*/ 0 w 1602673"/>
              <a:gd name="connsiteY0-152" fmla="*/ 197625 h 231414"/>
              <a:gd name="connsiteX1-153" fmla="*/ 241978 w 1602673"/>
              <a:gd name="connsiteY1-154" fmla="*/ 0 h 231414"/>
              <a:gd name="connsiteX2-155" fmla="*/ 1602673 w 1602673"/>
              <a:gd name="connsiteY2-156" fmla="*/ 7072 h 231414"/>
              <a:gd name="connsiteX3-157" fmla="*/ 1372661 w 1602673"/>
              <a:gd name="connsiteY3-158" fmla="*/ 231414 h 231414"/>
              <a:gd name="connsiteX4-159" fmla="*/ 0 w 1602673"/>
              <a:gd name="connsiteY4-160" fmla="*/ 197625 h 231414"/>
              <a:gd name="connsiteX0-161" fmla="*/ 0 w 1602673"/>
              <a:gd name="connsiteY0-162" fmla="*/ 197625 h 231414"/>
              <a:gd name="connsiteX1-163" fmla="*/ 241978 w 1602673"/>
              <a:gd name="connsiteY1-164" fmla="*/ 0 h 231414"/>
              <a:gd name="connsiteX2-165" fmla="*/ 1602673 w 1602673"/>
              <a:gd name="connsiteY2-166" fmla="*/ 7072 h 231414"/>
              <a:gd name="connsiteX3-167" fmla="*/ 1372661 w 1602673"/>
              <a:gd name="connsiteY3-168" fmla="*/ 231414 h 231414"/>
              <a:gd name="connsiteX4-169" fmla="*/ 0 w 1602673"/>
              <a:gd name="connsiteY4-170" fmla="*/ 197625 h 231414"/>
              <a:gd name="connsiteX0-171" fmla="*/ 0 w 1605755"/>
              <a:gd name="connsiteY0-172" fmla="*/ 226408 h 231414"/>
              <a:gd name="connsiteX1-173" fmla="*/ 245060 w 1605755"/>
              <a:gd name="connsiteY1-174" fmla="*/ 0 h 231414"/>
              <a:gd name="connsiteX2-175" fmla="*/ 1605755 w 1605755"/>
              <a:gd name="connsiteY2-176" fmla="*/ 7072 h 231414"/>
              <a:gd name="connsiteX3-177" fmla="*/ 1375743 w 1605755"/>
              <a:gd name="connsiteY3-178" fmla="*/ 231414 h 231414"/>
              <a:gd name="connsiteX4-179" fmla="*/ 0 w 1605755"/>
              <a:gd name="connsiteY4-180" fmla="*/ 226408 h 231414"/>
              <a:gd name="connsiteX0-181" fmla="*/ 0 w 1605755"/>
              <a:gd name="connsiteY0-182" fmla="*/ 226408 h 231538"/>
              <a:gd name="connsiteX1-183" fmla="*/ 245060 w 1605755"/>
              <a:gd name="connsiteY1-184" fmla="*/ 0 h 231538"/>
              <a:gd name="connsiteX2-185" fmla="*/ 1605755 w 1605755"/>
              <a:gd name="connsiteY2-186" fmla="*/ 7072 h 231538"/>
              <a:gd name="connsiteX3-187" fmla="*/ 1362376 w 1605755"/>
              <a:gd name="connsiteY3-188" fmla="*/ 231538 h 231538"/>
              <a:gd name="connsiteX4-189" fmla="*/ 0 w 1605755"/>
              <a:gd name="connsiteY4-190" fmla="*/ 226408 h 231538"/>
              <a:gd name="connsiteX0-191" fmla="*/ 0 w 1605755"/>
              <a:gd name="connsiteY0-192" fmla="*/ 226408 h 231538"/>
              <a:gd name="connsiteX1-193" fmla="*/ 245060 w 1605755"/>
              <a:gd name="connsiteY1-194" fmla="*/ 0 h 231538"/>
              <a:gd name="connsiteX2-195" fmla="*/ 1605755 w 1605755"/>
              <a:gd name="connsiteY2-196" fmla="*/ 7072 h 231538"/>
              <a:gd name="connsiteX3-197" fmla="*/ 1362376 w 1605755"/>
              <a:gd name="connsiteY3-198" fmla="*/ 231538 h 231538"/>
              <a:gd name="connsiteX4-199" fmla="*/ 0 w 1605755"/>
              <a:gd name="connsiteY4-200" fmla="*/ 226408 h 231538"/>
              <a:gd name="connsiteX0-201" fmla="*/ 0 w 1605755"/>
              <a:gd name="connsiteY0-202" fmla="*/ 226408 h 231538"/>
              <a:gd name="connsiteX1-203" fmla="*/ 245060 w 1605755"/>
              <a:gd name="connsiteY1-204" fmla="*/ 0 h 231538"/>
              <a:gd name="connsiteX2-205" fmla="*/ 1605755 w 1605755"/>
              <a:gd name="connsiteY2-206" fmla="*/ 7072 h 231538"/>
              <a:gd name="connsiteX3-207" fmla="*/ 1362376 w 1605755"/>
              <a:gd name="connsiteY3-208" fmla="*/ 231538 h 231538"/>
              <a:gd name="connsiteX4-209" fmla="*/ 0 w 1605755"/>
              <a:gd name="connsiteY4-210" fmla="*/ 226408 h 231538"/>
              <a:gd name="connsiteX0-211" fmla="*/ 0 w 1605755"/>
              <a:gd name="connsiteY0-212" fmla="*/ 226408 h 226408"/>
              <a:gd name="connsiteX1-213" fmla="*/ 245060 w 1605755"/>
              <a:gd name="connsiteY1-214" fmla="*/ 0 h 226408"/>
              <a:gd name="connsiteX2-215" fmla="*/ 1605755 w 1605755"/>
              <a:gd name="connsiteY2-216" fmla="*/ 7072 h 226408"/>
              <a:gd name="connsiteX3-217" fmla="*/ 1356419 w 1605755"/>
              <a:gd name="connsiteY3-218" fmla="*/ 209249 h 226408"/>
              <a:gd name="connsiteX4-219" fmla="*/ 0 w 1605755"/>
              <a:gd name="connsiteY4-220" fmla="*/ 226408 h 226408"/>
              <a:gd name="connsiteX0-221" fmla="*/ 0 w 1605755"/>
              <a:gd name="connsiteY0-222" fmla="*/ 226408 h 226408"/>
              <a:gd name="connsiteX1-223" fmla="*/ 245060 w 1605755"/>
              <a:gd name="connsiteY1-224" fmla="*/ 0 h 226408"/>
              <a:gd name="connsiteX2-225" fmla="*/ 1605755 w 1605755"/>
              <a:gd name="connsiteY2-226" fmla="*/ 7072 h 226408"/>
              <a:gd name="connsiteX3-227" fmla="*/ 1356419 w 1605755"/>
              <a:gd name="connsiteY3-228" fmla="*/ 209249 h 226408"/>
              <a:gd name="connsiteX4-229" fmla="*/ 0 w 1605755"/>
              <a:gd name="connsiteY4-230" fmla="*/ 226408 h 226408"/>
              <a:gd name="connsiteX0-231" fmla="*/ 0 w 1613484"/>
              <a:gd name="connsiteY0-232" fmla="*/ 240032 h 240032"/>
              <a:gd name="connsiteX1-233" fmla="*/ 245060 w 1613484"/>
              <a:gd name="connsiteY1-234" fmla="*/ 13624 h 240032"/>
              <a:gd name="connsiteX2-235" fmla="*/ 1613484 w 1613484"/>
              <a:gd name="connsiteY2-236" fmla="*/ 0 h 240032"/>
              <a:gd name="connsiteX3-237" fmla="*/ 1356419 w 1613484"/>
              <a:gd name="connsiteY3-238" fmla="*/ 222873 h 240032"/>
              <a:gd name="connsiteX4-239" fmla="*/ 0 w 1613484"/>
              <a:gd name="connsiteY4-240" fmla="*/ 240032 h 240032"/>
              <a:gd name="connsiteX0-241" fmla="*/ 0 w 1613484"/>
              <a:gd name="connsiteY0-242" fmla="*/ 240032 h 240032"/>
              <a:gd name="connsiteX1-243" fmla="*/ 245060 w 1613484"/>
              <a:gd name="connsiteY1-244" fmla="*/ 13624 h 240032"/>
              <a:gd name="connsiteX2-245" fmla="*/ 1613484 w 1613484"/>
              <a:gd name="connsiteY2-246" fmla="*/ 0 h 240032"/>
              <a:gd name="connsiteX3-247" fmla="*/ 1356419 w 1613484"/>
              <a:gd name="connsiteY3-248" fmla="*/ 222873 h 240032"/>
              <a:gd name="connsiteX4-249" fmla="*/ 0 w 1613484"/>
              <a:gd name="connsiteY4-250" fmla="*/ 240032 h 240032"/>
              <a:gd name="connsiteX0-251" fmla="*/ 0 w 1613484"/>
              <a:gd name="connsiteY0-252" fmla="*/ 240032 h 240032"/>
              <a:gd name="connsiteX1-253" fmla="*/ 262324 w 1613484"/>
              <a:gd name="connsiteY1-254" fmla="*/ 22018 h 240032"/>
              <a:gd name="connsiteX2-255" fmla="*/ 1613484 w 1613484"/>
              <a:gd name="connsiteY2-256" fmla="*/ 0 h 240032"/>
              <a:gd name="connsiteX3-257" fmla="*/ 1356419 w 1613484"/>
              <a:gd name="connsiteY3-258" fmla="*/ 222873 h 240032"/>
              <a:gd name="connsiteX4-259" fmla="*/ 0 w 1613484"/>
              <a:gd name="connsiteY4-260" fmla="*/ 240032 h 240032"/>
              <a:gd name="connsiteX0-261" fmla="*/ 0 w 1613484"/>
              <a:gd name="connsiteY0-262" fmla="*/ 240032 h 240032"/>
              <a:gd name="connsiteX1-263" fmla="*/ 262324 w 1613484"/>
              <a:gd name="connsiteY1-264" fmla="*/ 22018 h 240032"/>
              <a:gd name="connsiteX2-265" fmla="*/ 1613484 w 1613484"/>
              <a:gd name="connsiteY2-266" fmla="*/ 0 h 240032"/>
              <a:gd name="connsiteX3-267" fmla="*/ 1356419 w 1613484"/>
              <a:gd name="connsiteY3-268" fmla="*/ 222873 h 240032"/>
              <a:gd name="connsiteX4-269" fmla="*/ 0 w 1613484"/>
              <a:gd name="connsiteY4-270" fmla="*/ 240032 h 240032"/>
              <a:gd name="connsiteX0-271" fmla="*/ 0 w 1613484"/>
              <a:gd name="connsiteY0-272" fmla="*/ 240032 h 240032"/>
              <a:gd name="connsiteX1-273" fmla="*/ 262324 w 1613484"/>
              <a:gd name="connsiteY1-274" fmla="*/ 22018 h 240032"/>
              <a:gd name="connsiteX2-275" fmla="*/ 1613484 w 1613484"/>
              <a:gd name="connsiteY2-276" fmla="*/ 0 h 240032"/>
              <a:gd name="connsiteX3-277" fmla="*/ 1356419 w 1613484"/>
              <a:gd name="connsiteY3-278" fmla="*/ 222873 h 240032"/>
              <a:gd name="connsiteX4-279" fmla="*/ 0 w 1613484"/>
              <a:gd name="connsiteY4-280" fmla="*/ 240032 h 240032"/>
              <a:gd name="connsiteX0-281" fmla="*/ 0 w 1613484"/>
              <a:gd name="connsiteY0-282" fmla="*/ 240032 h 240032"/>
              <a:gd name="connsiteX1-283" fmla="*/ 262324 w 1613484"/>
              <a:gd name="connsiteY1-284" fmla="*/ 22018 h 240032"/>
              <a:gd name="connsiteX2-285" fmla="*/ 1613484 w 1613484"/>
              <a:gd name="connsiteY2-286" fmla="*/ 0 h 240032"/>
              <a:gd name="connsiteX3-287" fmla="*/ 1356419 w 1613484"/>
              <a:gd name="connsiteY3-288" fmla="*/ 222873 h 240032"/>
              <a:gd name="connsiteX4-289" fmla="*/ 0 w 1613484"/>
              <a:gd name="connsiteY4-290" fmla="*/ 240032 h 240032"/>
              <a:gd name="connsiteX0-291" fmla="*/ 0 w 1613484"/>
              <a:gd name="connsiteY0-292" fmla="*/ 240032 h 240032"/>
              <a:gd name="connsiteX1-293" fmla="*/ 262324 w 1613484"/>
              <a:gd name="connsiteY1-294" fmla="*/ 22018 h 240032"/>
              <a:gd name="connsiteX2-295" fmla="*/ 1613484 w 1613484"/>
              <a:gd name="connsiteY2-296" fmla="*/ 0 h 240032"/>
              <a:gd name="connsiteX3-297" fmla="*/ 1356419 w 1613484"/>
              <a:gd name="connsiteY3-298" fmla="*/ 222873 h 240032"/>
              <a:gd name="connsiteX4-299" fmla="*/ 0 w 1613484"/>
              <a:gd name="connsiteY4-300" fmla="*/ 240032 h 2400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613484" h="240030">
                <a:moveTo>
                  <a:pt x="0" y="240032"/>
                </a:moveTo>
                <a:cubicBezTo>
                  <a:pt x="241729" y="163961"/>
                  <a:pt x="226096" y="66750"/>
                  <a:pt x="262324" y="22018"/>
                </a:cubicBezTo>
                <a:lnTo>
                  <a:pt x="1613484" y="0"/>
                </a:lnTo>
                <a:cubicBezTo>
                  <a:pt x="1574036" y="105654"/>
                  <a:pt x="1571019" y="157953"/>
                  <a:pt x="1356419" y="222873"/>
                </a:cubicBezTo>
                <a:cubicBezTo>
                  <a:pt x="1303391" y="238655"/>
                  <a:pt x="452140" y="234312"/>
                  <a:pt x="0" y="240032"/>
                </a:cubicBezTo>
                <a:close/>
              </a:path>
            </a:pathLst>
          </a:custGeom>
          <a:solidFill>
            <a:srgbClr val="3B5C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2" name="等腰三角形 7">
            <a:extLst>
              <a:ext uri="{FF2B5EF4-FFF2-40B4-BE49-F238E27FC236}">
                <a16:creationId xmlns:a16="http://schemas.microsoft.com/office/drawing/2014/main" id="{C851E521-3A73-6876-4EA4-B10B64B873A7}"/>
              </a:ext>
            </a:extLst>
          </p:cNvPr>
          <p:cNvSpPr/>
          <p:nvPr/>
        </p:nvSpPr>
        <p:spPr>
          <a:xfrm rot="17992130">
            <a:off x="5606711" y="1612323"/>
            <a:ext cx="623360" cy="725315"/>
          </a:xfrm>
          <a:prstGeom prst="triangle">
            <a:avLst>
              <a:gd name="adj" fmla="val 49954"/>
            </a:avLst>
          </a:prstGeom>
          <a:solidFill>
            <a:srgbClr val="3B5C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3" name="矩形 13">
            <a:extLst>
              <a:ext uri="{FF2B5EF4-FFF2-40B4-BE49-F238E27FC236}">
                <a16:creationId xmlns:a16="http://schemas.microsoft.com/office/drawing/2014/main" id="{22570DDD-DE36-1E71-22B4-AE57C29BB834}"/>
              </a:ext>
            </a:extLst>
          </p:cNvPr>
          <p:cNvSpPr/>
          <p:nvPr/>
        </p:nvSpPr>
        <p:spPr>
          <a:xfrm rot="5415679">
            <a:off x="6639968" y="4044949"/>
            <a:ext cx="716518" cy="1130593"/>
          </a:xfrm>
          <a:custGeom>
            <a:avLst/>
            <a:gdLst>
              <a:gd name="connsiteX0" fmla="*/ 0 w 783379"/>
              <a:gd name="connsiteY0" fmla="*/ 0 h 1233714"/>
              <a:gd name="connsiteX1" fmla="*/ 783379 w 783379"/>
              <a:gd name="connsiteY1" fmla="*/ 0 h 1233714"/>
              <a:gd name="connsiteX2" fmla="*/ 783379 w 783379"/>
              <a:gd name="connsiteY2" fmla="*/ 1233714 h 1233714"/>
              <a:gd name="connsiteX3" fmla="*/ 0 w 783379"/>
              <a:gd name="connsiteY3" fmla="*/ 1233714 h 1233714"/>
              <a:gd name="connsiteX4" fmla="*/ 0 w 783379"/>
              <a:gd name="connsiteY4" fmla="*/ 0 h 1233714"/>
              <a:gd name="connsiteX0-1" fmla="*/ 0 w 783379"/>
              <a:gd name="connsiteY0-2" fmla="*/ 0 h 1233714"/>
              <a:gd name="connsiteX1-3" fmla="*/ 756718 w 783379"/>
              <a:gd name="connsiteY1-4" fmla="*/ 17602 h 1233714"/>
              <a:gd name="connsiteX2-5" fmla="*/ 783379 w 783379"/>
              <a:gd name="connsiteY2-6" fmla="*/ 1233714 h 1233714"/>
              <a:gd name="connsiteX3-7" fmla="*/ 0 w 783379"/>
              <a:gd name="connsiteY3-8" fmla="*/ 1233714 h 1233714"/>
              <a:gd name="connsiteX4-9" fmla="*/ 0 w 783379"/>
              <a:gd name="connsiteY4-10" fmla="*/ 0 h 1233714"/>
              <a:gd name="connsiteX0-11" fmla="*/ 0 w 783379"/>
              <a:gd name="connsiteY0-12" fmla="*/ 0 h 1233714"/>
              <a:gd name="connsiteX1-13" fmla="*/ 756718 w 783379"/>
              <a:gd name="connsiteY1-14" fmla="*/ 17602 h 1233714"/>
              <a:gd name="connsiteX2-15" fmla="*/ 783379 w 783379"/>
              <a:gd name="connsiteY2-16" fmla="*/ 1233714 h 1233714"/>
              <a:gd name="connsiteX3-17" fmla="*/ 0 w 783379"/>
              <a:gd name="connsiteY3-18" fmla="*/ 1233714 h 1233714"/>
              <a:gd name="connsiteX4-19" fmla="*/ 0 w 783379"/>
              <a:gd name="connsiteY4-20" fmla="*/ 0 h 1233714"/>
              <a:gd name="connsiteX0-21" fmla="*/ 0 w 783379"/>
              <a:gd name="connsiteY0-22" fmla="*/ 0 h 1233714"/>
              <a:gd name="connsiteX1-23" fmla="*/ 738945 w 783379"/>
              <a:gd name="connsiteY1-24" fmla="*/ 29338 h 1233714"/>
              <a:gd name="connsiteX2-25" fmla="*/ 783379 w 783379"/>
              <a:gd name="connsiteY2-26" fmla="*/ 1233714 h 1233714"/>
              <a:gd name="connsiteX3-27" fmla="*/ 0 w 783379"/>
              <a:gd name="connsiteY3-28" fmla="*/ 1233714 h 1233714"/>
              <a:gd name="connsiteX4-29" fmla="*/ 0 w 783379"/>
              <a:gd name="connsiteY4-30" fmla="*/ 0 h 1233714"/>
              <a:gd name="connsiteX0-31" fmla="*/ 0 w 783379"/>
              <a:gd name="connsiteY0-32" fmla="*/ 0 h 1233714"/>
              <a:gd name="connsiteX1-33" fmla="*/ 738945 w 783379"/>
              <a:gd name="connsiteY1-34" fmla="*/ 29338 h 1233714"/>
              <a:gd name="connsiteX2-35" fmla="*/ 783379 w 783379"/>
              <a:gd name="connsiteY2-36" fmla="*/ 1233714 h 1233714"/>
              <a:gd name="connsiteX3-37" fmla="*/ 0 w 783379"/>
              <a:gd name="connsiteY3-38" fmla="*/ 1233714 h 1233714"/>
              <a:gd name="connsiteX4-39" fmla="*/ 0 w 783379"/>
              <a:gd name="connsiteY4-40" fmla="*/ 0 h 1233714"/>
              <a:gd name="connsiteX0-41" fmla="*/ 0 w 783379"/>
              <a:gd name="connsiteY0-42" fmla="*/ 6927 h 1240641"/>
              <a:gd name="connsiteX1-43" fmla="*/ 738945 w 783379"/>
              <a:gd name="connsiteY1-44" fmla="*/ 36265 h 1240641"/>
              <a:gd name="connsiteX2-45" fmla="*/ 783379 w 783379"/>
              <a:gd name="connsiteY2-46" fmla="*/ 1240641 h 1240641"/>
              <a:gd name="connsiteX3-47" fmla="*/ 0 w 783379"/>
              <a:gd name="connsiteY3-48" fmla="*/ 1240641 h 1240641"/>
              <a:gd name="connsiteX4-49" fmla="*/ 0 w 783379"/>
              <a:gd name="connsiteY4-50" fmla="*/ 6927 h 1240641"/>
              <a:gd name="connsiteX0-51" fmla="*/ 0 w 783379"/>
              <a:gd name="connsiteY0-52" fmla="*/ 0 h 1233714"/>
              <a:gd name="connsiteX1-53" fmla="*/ 722915 w 783379"/>
              <a:gd name="connsiteY1-54" fmla="*/ 47580 h 1233714"/>
              <a:gd name="connsiteX2-55" fmla="*/ 783379 w 783379"/>
              <a:gd name="connsiteY2-56" fmla="*/ 1233714 h 1233714"/>
              <a:gd name="connsiteX3-57" fmla="*/ 0 w 783379"/>
              <a:gd name="connsiteY3-58" fmla="*/ 1233714 h 1233714"/>
              <a:gd name="connsiteX4-59" fmla="*/ 0 w 783379"/>
              <a:gd name="connsiteY4-60" fmla="*/ 0 h 1233714"/>
              <a:gd name="connsiteX0-61" fmla="*/ 0 w 783379"/>
              <a:gd name="connsiteY0-62" fmla="*/ 0 h 1233714"/>
              <a:gd name="connsiteX1-63" fmla="*/ 722915 w 783379"/>
              <a:gd name="connsiteY1-64" fmla="*/ 47580 h 1233714"/>
              <a:gd name="connsiteX2-65" fmla="*/ 783379 w 783379"/>
              <a:gd name="connsiteY2-66" fmla="*/ 1233714 h 1233714"/>
              <a:gd name="connsiteX3-67" fmla="*/ 0 w 783379"/>
              <a:gd name="connsiteY3-68" fmla="*/ 1233714 h 1233714"/>
              <a:gd name="connsiteX4-69" fmla="*/ 0 w 783379"/>
              <a:gd name="connsiteY4-70" fmla="*/ 0 h 1233714"/>
              <a:gd name="connsiteX0-71" fmla="*/ 0 w 783379"/>
              <a:gd name="connsiteY0-72" fmla="*/ 0 h 1233714"/>
              <a:gd name="connsiteX1-73" fmla="*/ 696892 w 783379"/>
              <a:gd name="connsiteY1-74" fmla="*/ 54553 h 1233714"/>
              <a:gd name="connsiteX2-75" fmla="*/ 783379 w 783379"/>
              <a:gd name="connsiteY2-76" fmla="*/ 1233714 h 1233714"/>
              <a:gd name="connsiteX3-77" fmla="*/ 0 w 783379"/>
              <a:gd name="connsiteY3-78" fmla="*/ 1233714 h 1233714"/>
              <a:gd name="connsiteX4-79" fmla="*/ 0 w 783379"/>
              <a:gd name="connsiteY4-80" fmla="*/ 0 h 1233714"/>
              <a:gd name="connsiteX0-81" fmla="*/ 0 w 783379"/>
              <a:gd name="connsiteY0-82" fmla="*/ 0 h 1233714"/>
              <a:gd name="connsiteX1-83" fmla="*/ 696892 w 783379"/>
              <a:gd name="connsiteY1-84" fmla="*/ 54553 h 1233714"/>
              <a:gd name="connsiteX2-85" fmla="*/ 783379 w 783379"/>
              <a:gd name="connsiteY2-86" fmla="*/ 1233714 h 1233714"/>
              <a:gd name="connsiteX3-87" fmla="*/ 0 w 783379"/>
              <a:gd name="connsiteY3-88" fmla="*/ 1233714 h 1233714"/>
              <a:gd name="connsiteX4-89" fmla="*/ 0 w 783379"/>
              <a:gd name="connsiteY4-90" fmla="*/ 0 h 1233714"/>
              <a:gd name="connsiteX0-91" fmla="*/ 0 w 783379"/>
              <a:gd name="connsiteY0-92" fmla="*/ 13944 h 1247658"/>
              <a:gd name="connsiteX1-93" fmla="*/ 696892 w 783379"/>
              <a:gd name="connsiteY1-94" fmla="*/ 68497 h 1247658"/>
              <a:gd name="connsiteX2-95" fmla="*/ 783379 w 783379"/>
              <a:gd name="connsiteY2-96" fmla="*/ 1247658 h 1247658"/>
              <a:gd name="connsiteX3-97" fmla="*/ 0 w 783379"/>
              <a:gd name="connsiteY3-98" fmla="*/ 1247658 h 1247658"/>
              <a:gd name="connsiteX4-99" fmla="*/ 0 w 783379"/>
              <a:gd name="connsiteY4-100" fmla="*/ 13944 h 1247658"/>
              <a:gd name="connsiteX0-101" fmla="*/ 0 w 783379"/>
              <a:gd name="connsiteY0-102" fmla="*/ 13944 h 1247658"/>
              <a:gd name="connsiteX1-103" fmla="*/ 696892 w 783379"/>
              <a:gd name="connsiteY1-104" fmla="*/ 68497 h 1247658"/>
              <a:gd name="connsiteX2-105" fmla="*/ 783379 w 783379"/>
              <a:gd name="connsiteY2-106" fmla="*/ 1247658 h 1247658"/>
              <a:gd name="connsiteX3-107" fmla="*/ 0 w 783379"/>
              <a:gd name="connsiteY3-108" fmla="*/ 1247658 h 1247658"/>
              <a:gd name="connsiteX4-109" fmla="*/ 0 w 783379"/>
              <a:gd name="connsiteY4-110" fmla="*/ 13944 h 1247658"/>
              <a:gd name="connsiteX0-111" fmla="*/ 0 w 783379"/>
              <a:gd name="connsiteY0-112" fmla="*/ 13944 h 1247658"/>
              <a:gd name="connsiteX1-113" fmla="*/ 696892 w 783379"/>
              <a:gd name="connsiteY1-114" fmla="*/ 68497 h 1247658"/>
              <a:gd name="connsiteX2-115" fmla="*/ 783379 w 783379"/>
              <a:gd name="connsiteY2-116" fmla="*/ 1247658 h 1247658"/>
              <a:gd name="connsiteX3-117" fmla="*/ 0 w 783379"/>
              <a:gd name="connsiteY3-118" fmla="*/ 1247658 h 1247658"/>
              <a:gd name="connsiteX4-119" fmla="*/ 0 w 783379"/>
              <a:gd name="connsiteY4-120" fmla="*/ 13944 h 1247658"/>
              <a:gd name="connsiteX0-121" fmla="*/ 0 w 783379"/>
              <a:gd name="connsiteY0-122" fmla="*/ 2131 h 1235845"/>
              <a:gd name="connsiteX1-123" fmla="*/ 682604 w 783379"/>
              <a:gd name="connsiteY1-124" fmla="*/ 81430 h 1235845"/>
              <a:gd name="connsiteX2-125" fmla="*/ 783379 w 783379"/>
              <a:gd name="connsiteY2-126" fmla="*/ 1235845 h 1235845"/>
              <a:gd name="connsiteX3-127" fmla="*/ 0 w 783379"/>
              <a:gd name="connsiteY3-128" fmla="*/ 1235845 h 1235845"/>
              <a:gd name="connsiteX4-129" fmla="*/ 0 w 783379"/>
              <a:gd name="connsiteY4-130" fmla="*/ 2131 h 1235845"/>
              <a:gd name="connsiteX0-131" fmla="*/ 0 w 783379"/>
              <a:gd name="connsiteY0-132" fmla="*/ 2378 h 1236092"/>
              <a:gd name="connsiteX1-133" fmla="*/ 682604 w 783379"/>
              <a:gd name="connsiteY1-134" fmla="*/ 81677 h 1236092"/>
              <a:gd name="connsiteX2-135" fmla="*/ 783379 w 783379"/>
              <a:gd name="connsiteY2-136" fmla="*/ 1236092 h 1236092"/>
              <a:gd name="connsiteX3-137" fmla="*/ 0 w 783379"/>
              <a:gd name="connsiteY3-138" fmla="*/ 1236092 h 1236092"/>
              <a:gd name="connsiteX4-139" fmla="*/ 0 w 783379"/>
              <a:gd name="connsiteY4-140" fmla="*/ 2378 h 1236092"/>
              <a:gd name="connsiteX0-141" fmla="*/ 0 w 783379"/>
              <a:gd name="connsiteY0-142" fmla="*/ 2378 h 1236092"/>
              <a:gd name="connsiteX1-143" fmla="*/ 682604 w 783379"/>
              <a:gd name="connsiteY1-144" fmla="*/ 81677 h 1236092"/>
              <a:gd name="connsiteX2-145" fmla="*/ 783379 w 783379"/>
              <a:gd name="connsiteY2-146" fmla="*/ 1236092 h 1236092"/>
              <a:gd name="connsiteX3-147" fmla="*/ 0 w 783379"/>
              <a:gd name="connsiteY3-148" fmla="*/ 1236092 h 1236092"/>
              <a:gd name="connsiteX4-149" fmla="*/ 0 w 783379"/>
              <a:gd name="connsiteY4-150" fmla="*/ 2378 h 12360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83379" h="1236092">
                <a:moveTo>
                  <a:pt x="0" y="2378"/>
                </a:moveTo>
                <a:cubicBezTo>
                  <a:pt x="246315" y="12157"/>
                  <a:pt x="560240" y="-38015"/>
                  <a:pt x="682604" y="81677"/>
                </a:cubicBezTo>
                <a:cubicBezTo>
                  <a:pt x="794102" y="128347"/>
                  <a:pt x="774492" y="830721"/>
                  <a:pt x="783379" y="1236092"/>
                </a:cubicBezTo>
                <a:lnTo>
                  <a:pt x="0" y="1236092"/>
                </a:lnTo>
                <a:lnTo>
                  <a:pt x="0" y="2378"/>
                </a:lnTo>
                <a:close/>
              </a:path>
            </a:pathLst>
          </a:custGeom>
          <a:solidFill>
            <a:srgbClr val="F54A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DB100F-0B7F-E5B7-DCA3-E173BA9F1AFB}"/>
              </a:ext>
            </a:extLst>
          </p:cNvPr>
          <p:cNvSpPr/>
          <p:nvPr/>
        </p:nvSpPr>
        <p:spPr>
          <a:xfrm rot="5415679">
            <a:off x="6638474" y="4047512"/>
            <a:ext cx="716518" cy="1130593"/>
          </a:xfrm>
          <a:custGeom>
            <a:avLst/>
            <a:gdLst>
              <a:gd name="connsiteX0" fmla="*/ 0 w 783379"/>
              <a:gd name="connsiteY0" fmla="*/ 0 h 1233714"/>
              <a:gd name="connsiteX1" fmla="*/ 783379 w 783379"/>
              <a:gd name="connsiteY1" fmla="*/ 0 h 1233714"/>
              <a:gd name="connsiteX2" fmla="*/ 783379 w 783379"/>
              <a:gd name="connsiteY2" fmla="*/ 1233714 h 1233714"/>
              <a:gd name="connsiteX3" fmla="*/ 0 w 783379"/>
              <a:gd name="connsiteY3" fmla="*/ 1233714 h 1233714"/>
              <a:gd name="connsiteX4" fmla="*/ 0 w 783379"/>
              <a:gd name="connsiteY4" fmla="*/ 0 h 1233714"/>
              <a:gd name="connsiteX0-1" fmla="*/ 0 w 783379"/>
              <a:gd name="connsiteY0-2" fmla="*/ 0 h 1233714"/>
              <a:gd name="connsiteX1-3" fmla="*/ 756718 w 783379"/>
              <a:gd name="connsiteY1-4" fmla="*/ 17602 h 1233714"/>
              <a:gd name="connsiteX2-5" fmla="*/ 783379 w 783379"/>
              <a:gd name="connsiteY2-6" fmla="*/ 1233714 h 1233714"/>
              <a:gd name="connsiteX3-7" fmla="*/ 0 w 783379"/>
              <a:gd name="connsiteY3-8" fmla="*/ 1233714 h 1233714"/>
              <a:gd name="connsiteX4-9" fmla="*/ 0 w 783379"/>
              <a:gd name="connsiteY4-10" fmla="*/ 0 h 1233714"/>
              <a:gd name="connsiteX0-11" fmla="*/ 0 w 783379"/>
              <a:gd name="connsiteY0-12" fmla="*/ 0 h 1233714"/>
              <a:gd name="connsiteX1-13" fmla="*/ 756718 w 783379"/>
              <a:gd name="connsiteY1-14" fmla="*/ 17602 h 1233714"/>
              <a:gd name="connsiteX2-15" fmla="*/ 783379 w 783379"/>
              <a:gd name="connsiteY2-16" fmla="*/ 1233714 h 1233714"/>
              <a:gd name="connsiteX3-17" fmla="*/ 0 w 783379"/>
              <a:gd name="connsiteY3-18" fmla="*/ 1233714 h 1233714"/>
              <a:gd name="connsiteX4-19" fmla="*/ 0 w 783379"/>
              <a:gd name="connsiteY4-20" fmla="*/ 0 h 1233714"/>
              <a:gd name="connsiteX0-21" fmla="*/ 0 w 783379"/>
              <a:gd name="connsiteY0-22" fmla="*/ 0 h 1233714"/>
              <a:gd name="connsiteX1-23" fmla="*/ 738945 w 783379"/>
              <a:gd name="connsiteY1-24" fmla="*/ 29338 h 1233714"/>
              <a:gd name="connsiteX2-25" fmla="*/ 783379 w 783379"/>
              <a:gd name="connsiteY2-26" fmla="*/ 1233714 h 1233714"/>
              <a:gd name="connsiteX3-27" fmla="*/ 0 w 783379"/>
              <a:gd name="connsiteY3-28" fmla="*/ 1233714 h 1233714"/>
              <a:gd name="connsiteX4-29" fmla="*/ 0 w 783379"/>
              <a:gd name="connsiteY4-30" fmla="*/ 0 h 1233714"/>
              <a:gd name="connsiteX0-31" fmla="*/ 0 w 783379"/>
              <a:gd name="connsiteY0-32" fmla="*/ 0 h 1233714"/>
              <a:gd name="connsiteX1-33" fmla="*/ 738945 w 783379"/>
              <a:gd name="connsiteY1-34" fmla="*/ 29338 h 1233714"/>
              <a:gd name="connsiteX2-35" fmla="*/ 783379 w 783379"/>
              <a:gd name="connsiteY2-36" fmla="*/ 1233714 h 1233714"/>
              <a:gd name="connsiteX3-37" fmla="*/ 0 w 783379"/>
              <a:gd name="connsiteY3-38" fmla="*/ 1233714 h 1233714"/>
              <a:gd name="connsiteX4-39" fmla="*/ 0 w 783379"/>
              <a:gd name="connsiteY4-40" fmla="*/ 0 h 1233714"/>
              <a:gd name="connsiteX0-41" fmla="*/ 0 w 783379"/>
              <a:gd name="connsiteY0-42" fmla="*/ 6927 h 1240641"/>
              <a:gd name="connsiteX1-43" fmla="*/ 738945 w 783379"/>
              <a:gd name="connsiteY1-44" fmla="*/ 36265 h 1240641"/>
              <a:gd name="connsiteX2-45" fmla="*/ 783379 w 783379"/>
              <a:gd name="connsiteY2-46" fmla="*/ 1240641 h 1240641"/>
              <a:gd name="connsiteX3-47" fmla="*/ 0 w 783379"/>
              <a:gd name="connsiteY3-48" fmla="*/ 1240641 h 1240641"/>
              <a:gd name="connsiteX4-49" fmla="*/ 0 w 783379"/>
              <a:gd name="connsiteY4-50" fmla="*/ 6927 h 1240641"/>
              <a:gd name="connsiteX0-51" fmla="*/ 0 w 783379"/>
              <a:gd name="connsiteY0-52" fmla="*/ 0 h 1233714"/>
              <a:gd name="connsiteX1-53" fmla="*/ 722915 w 783379"/>
              <a:gd name="connsiteY1-54" fmla="*/ 47580 h 1233714"/>
              <a:gd name="connsiteX2-55" fmla="*/ 783379 w 783379"/>
              <a:gd name="connsiteY2-56" fmla="*/ 1233714 h 1233714"/>
              <a:gd name="connsiteX3-57" fmla="*/ 0 w 783379"/>
              <a:gd name="connsiteY3-58" fmla="*/ 1233714 h 1233714"/>
              <a:gd name="connsiteX4-59" fmla="*/ 0 w 783379"/>
              <a:gd name="connsiteY4-60" fmla="*/ 0 h 1233714"/>
              <a:gd name="connsiteX0-61" fmla="*/ 0 w 783379"/>
              <a:gd name="connsiteY0-62" fmla="*/ 0 h 1233714"/>
              <a:gd name="connsiteX1-63" fmla="*/ 722915 w 783379"/>
              <a:gd name="connsiteY1-64" fmla="*/ 47580 h 1233714"/>
              <a:gd name="connsiteX2-65" fmla="*/ 783379 w 783379"/>
              <a:gd name="connsiteY2-66" fmla="*/ 1233714 h 1233714"/>
              <a:gd name="connsiteX3-67" fmla="*/ 0 w 783379"/>
              <a:gd name="connsiteY3-68" fmla="*/ 1233714 h 1233714"/>
              <a:gd name="connsiteX4-69" fmla="*/ 0 w 783379"/>
              <a:gd name="connsiteY4-70" fmla="*/ 0 h 1233714"/>
              <a:gd name="connsiteX0-71" fmla="*/ 0 w 783379"/>
              <a:gd name="connsiteY0-72" fmla="*/ 0 h 1233714"/>
              <a:gd name="connsiteX1-73" fmla="*/ 696892 w 783379"/>
              <a:gd name="connsiteY1-74" fmla="*/ 54553 h 1233714"/>
              <a:gd name="connsiteX2-75" fmla="*/ 783379 w 783379"/>
              <a:gd name="connsiteY2-76" fmla="*/ 1233714 h 1233714"/>
              <a:gd name="connsiteX3-77" fmla="*/ 0 w 783379"/>
              <a:gd name="connsiteY3-78" fmla="*/ 1233714 h 1233714"/>
              <a:gd name="connsiteX4-79" fmla="*/ 0 w 783379"/>
              <a:gd name="connsiteY4-80" fmla="*/ 0 h 1233714"/>
              <a:gd name="connsiteX0-81" fmla="*/ 0 w 783379"/>
              <a:gd name="connsiteY0-82" fmla="*/ 0 h 1233714"/>
              <a:gd name="connsiteX1-83" fmla="*/ 696892 w 783379"/>
              <a:gd name="connsiteY1-84" fmla="*/ 54553 h 1233714"/>
              <a:gd name="connsiteX2-85" fmla="*/ 783379 w 783379"/>
              <a:gd name="connsiteY2-86" fmla="*/ 1233714 h 1233714"/>
              <a:gd name="connsiteX3-87" fmla="*/ 0 w 783379"/>
              <a:gd name="connsiteY3-88" fmla="*/ 1233714 h 1233714"/>
              <a:gd name="connsiteX4-89" fmla="*/ 0 w 783379"/>
              <a:gd name="connsiteY4-90" fmla="*/ 0 h 1233714"/>
              <a:gd name="connsiteX0-91" fmla="*/ 0 w 783379"/>
              <a:gd name="connsiteY0-92" fmla="*/ 13944 h 1247658"/>
              <a:gd name="connsiteX1-93" fmla="*/ 696892 w 783379"/>
              <a:gd name="connsiteY1-94" fmla="*/ 68497 h 1247658"/>
              <a:gd name="connsiteX2-95" fmla="*/ 783379 w 783379"/>
              <a:gd name="connsiteY2-96" fmla="*/ 1247658 h 1247658"/>
              <a:gd name="connsiteX3-97" fmla="*/ 0 w 783379"/>
              <a:gd name="connsiteY3-98" fmla="*/ 1247658 h 1247658"/>
              <a:gd name="connsiteX4-99" fmla="*/ 0 w 783379"/>
              <a:gd name="connsiteY4-100" fmla="*/ 13944 h 1247658"/>
              <a:gd name="connsiteX0-101" fmla="*/ 0 w 783379"/>
              <a:gd name="connsiteY0-102" fmla="*/ 13944 h 1247658"/>
              <a:gd name="connsiteX1-103" fmla="*/ 696892 w 783379"/>
              <a:gd name="connsiteY1-104" fmla="*/ 68497 h 1247658"/>
              <a:gd name="connsiteX2-105" fmla="*/ 783379 w 783379"/>
              <a:gd name="connsiteY2-106" fmla="*/ 1247658 h 1247658"/>
              <a:gd name="connsiteX3-107" fmla="*/ 0 w 783379"/>
              <a:gd name="connsiteY3-108" fmla="*/ 1247658 h 1247658"/>
              <a:gd name="connsiteX4-109" fmla="*/ 0 w 783379"/>
              <a:gd name="connsiteY4-110" fmla="*/ 13944 h 1247658"/>
              <a:gd name="connsiteX0-111" fmla="*/ 0 w 783379"/>
              <a:gd name="connsiteY0-112" fmla="*/ 13944 h 1247658"/>
              <a:gd name="connsiteX1-113" fmla="*/ 696892 w 783379"/>
              <a:gd name="connsiteY1-114" fmla="*/ 68497 h 1247658"/>
              <a:gd name="connsiteX2-115" fmla="*/ 783379 w 783379"/>
              <a:gd name="connsiteY2-116" fmla="*/ 1247658 h 1247658"/>
              <a:gd name="connsiteX3-117" fmla="*/ 0 w 783379"/>
              <a:gd name="connsiteY3-118" fmla="*/ 1247658 h 1247658"/>
              <a:gd name="connsiteX4-119" fmla="*/ 0 w 783379"/>
              <a:gd name="connsiteY4-120" fmla="*/ 13944 h 1247658"/>
              <a:gd name="connsiteX0-121" fmla="*/ 0 w 783379"/>
              <a:gd name="connsiteY0-122" fmla="*/ 2131 h 1235845"/>
              <a:gd name="connsiteX1-123" fmla="*/ 682604 w 783379"/>
              <a:gd name="connsiteY1-124" fmla="*/ 81430 h 1235845"/>
              <a:gd name="connsiteX2-125" fmla="*/ 783379 w 783379"/>
              <a:gd name="connsiteY2-126" fmla="*/ 1235845 h 1235845"/>
              <a:gd name="connsiteX3-127" fmla="*/ 0 w 783379"/>
              <a:gd name="connsiteY3-128" fmla="*/ 1235845 h 1235845"/>
              <a:gd name="connsiteX4-129" fmla="*/ 0 w 783379"/>
              <a:gd name="connsiteY4-130" fmla="*/ 2131 h 1235845"/>
              <a:gd name="connsiteX0-131" fmla="*/ 0 w 783379"/>
              <a:gd name="connsiteY0-132" fmla="*/ 2378 h 1236092"/>
              <a:gd name="connsiteX1-133" fmla="*/ 682604 w 783379"/>
              <a:gd name="connsiteY1-134" fmla="*/ 81677 h 1236092"/>
              <a:gd name="connsiteX2-135" fmla="*/ 783379 w 783379"/>
              <a:gd name="connsiteY2-136" fmla="*/ 1236092 h 1236092"/>
              <a:gd name="connsiteX3-137" fmla="*/ 0 w 783379"/>
              <a:gd name="connsiteY3-138" fmla="*/ 1236092 h 1236092"/>
              <a:gd name="connsiteX4-139" fmla="*/ 0 w 783379"/>
              <a:gd name="connsiteY4-140" fmla="*/ 2378 h 1236092"/>
              <a:gd name="connsiteX0-141" fmla="*/ 0 w 783379"/>
              <a:gd name="connsiteY0-142" fmla="*/ 2378 h 1236092"/>
              <a:gd name="connsiteX1-143" fmla="*/ 682604 w 783379"/>
              <a:gd name="connsiteY1-144" fmla="*/ 81677 h 1236092"/>
              <a:gd name="connsiteX2-145" fmla="*/ 783379 w 783379"/>
              <a:gd name="connsiteY2-146" fmla="*/ 1236092 h 1236092"/>
              <a:gd name="connsiteX3-147" fmla="*/ 0 w 783379"/>
              <a:gd name="connsiteY3-148" fmla="*/ 1236092 h 1236092"/>
              <a:gd name="connsiteX4-149" fmla="*/ 0 w 783379"/>
              <a:gd name="connsiteY4-150" fmla="*/ 2378 h 12360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83379" h="1236092">
                <a:moveTo>
                  <a:pt x="0" y="2378"/>
                </a:moveTo>
                <a:cubicBezTo>
                  <a:pt x="246315" y="12157"/>
                  <a:pt x="560240" y="-38015"/>
                  <a:pt x="682604" y="81677"/>
                </a:cubicBezTo>
                <a:cubicBezTo>
                  <a:pt x="794102" y="128347"/>
                  <a:pt x="774492" y="830721"/>
                  <a:pt x="783379" y="1236092"/>
                </a:cubicBezTo>
                <a:lnTo>
                  <a:pt x="0" y="1236092"/>
                </a:lnTo>
                <a:lnTo>
                  <a:pt x="0" y="2378"/>
                </a:lnTo>
                <a:close/>
              </a:path>
            </a:pathLst>
          </a:custGeom>
          <a:solidFill>
            <a:srgbClr val="ABC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5" name="平行四边形 4">
            <a:extLst>
              <a:ext uri="{FF2B5EF4-FFF2-40B4-BE49-F238E27FC236}">
                <a16:creationId xmlns:a16="http://schemas.microsoft.com/office/drawing/2014/main" id="{B1216020-13AF-E8E3-E2E6-3CB7F8EDCECD}"/>
              </a:ext>
            </a:extLst>
          </p:cNvPr>
          <p:cNvSpPr/>
          <p:nvPr/>
        </p:nvSpPr>
        <p:spPr>
          <a:xfrm rot="18516328">
            <a:off x="7235479" y="4394065"/>
            <a:ext cx="931031" cy="167810"/>
          </a:xfrm>
          <a:custGeom>
            <a:avLst/>
            <a:gdLst>
              <a:gd name="connsiteX0" fmla="*/ 0 w 1349669"/>
              <a:gd name="connsiteY0" fmla="*/ 185915 h 185915"/>
              <a:gd name="connsiteX1" fmla="*/ 46479 w 1349669"/>
              <a:gd name="connsiteY1" fmla="*/ 0 h 185915"/>
              <a:gd name="connsiteX2" fmla="*/ 1349669 w 1349669"/>
              <a:gd name="connsiteY2" fmla="*/ 0 h 185915"/>
              <a:gd name="connsiteX3" fmla="*/ 1303190 w 1349669"/>
              <a:gd name="connsiteY3" fmla="*/ 185915 h 185915"/>
              <a:gd name="connsiteX4" fmla="*/ 0 w 1349669"/>
              <a:gd name="connsiteY4" fmla="*/ 185915 h 185915"/>
              <a:gd name="connsiteX0-1" fmla="*/ 0 w 1349669"/>
              <a:gd name="connsiteY0-2" fmla="*/ 185915 h 216879"/>
              <a:gd name="connsiteX1-3" fmla="*/ 46479 w 1349669"/>
              <a:gd name="connsiteY1-4" fmla="*/ 0 h 216879"/>
              <a:gd name="connsiteX2-5" fmla="*/ 1349669 w 1349669"/>
              <a:gd name="connsiteY2-6" fmla="*/ 0 h 216879"/>
              <a:gd name="connsiteX3-7" fmla="*/ 1161595 w 1349669"/>
              <a:gd name="connsiteY3-8" fmla="*/ 216879 h 216879"/>
              <a:gd name="connsiteX4-9" fmla="*/ 0 w 1349669"/>
              <a:gd name="connsiteY4-10" fmla="*/ 185915 h 216879"/>
              <a:gd name="connsiteX0-11" fmla="*/ 0 w 1520597"/>
              <a:gd name="connsiteY0-12" fmla="*/ 181718 h 216879"/>
              <a:gd name="connsiteX1-13" fmla="*/ 217407 w 1520597"/>
              <a:gd name="connsiteY1-14" fmla="*/ 0 h 216879"/>
              <a:gd name="connsiteX2-15" fmla="*/ 1520597 w 1520597"/>
              <a:gd name="connsiteY2-16" fmla="*/ 0 h 216879"/>
              <a:gd name="connsiteX3-17" fmla="*/ 1332523 w 1520597"/>
              <a:gd name="connsiteY3-18" fmla="*/ 216879 h 216879"/>
              <a:gd name="connsiteX4-19" fmla="*/ 0 w 1520597"/>
              <a:gd name="connsiteY4-20" fmla="*/ 181718 h 216879"/>
              <a:gd name="connsiteX0-21" fmla="*/ 0 w 1544954"/>
              <a:gd name="connsiteY0-22" fmla="*/ 174515 h 216879"/>
              <a:gd name="connsiteX1-23" fmla="*/ 241764 w 1544954"/>
              <a:gd name="connsiteY1-24" fmla="*/ 0 h 216879"/>
              <a:gd name="connsiteX2-25" fmla="*/ 1544954 w 1544954"/>
              <a:gd name="connsiteY2-26" fmla="*/ 0 h 216879"/>
              <a:gd name="connsiteX3-27" fmla="*/ 1356880 w 1544954"/>
              <a:gd name="connsiteY3-28" fmla="*/ 216879 h 216879"/>
              <a:gd name="connsiteX4-29" fmla="*/ 0 w 1544954"/>
              <a:gd name="connsiteY4-30" fmla="*/ 174515 h 216879"/>
              <a:gd name="connsiteX0-31" fmla="*/ 0 w 1544954"/>
              <a:gd name="connsiteY0-32" fmla="*/ 174515 h 216879"/>
              <a:gd name="connsiteX1-33" fmla="*/ 241764 w 1544954"/>
              <a:gd name="connsiteY1-34" fmla="*/ 0 h 216879"/>
              <a:gd name="connsiteX2-35" fmla="*/ 1544954 w 1544954"/>
              <a:gd name="connsiteY2-36" fmla="*/ 0 h 216879"/>
              <a:gd name="connsiteX3-37" fmla="*/ 1356880 w 1544954"/>
              <a:gd name="connsiteY3-38" fmla="*/ 216879 h 216879"/>
              <a:gd name="connsiteX4-39" fmla="*/ 0 w 1544954"/>
              <a:gd name="connsiteY4-40" fmla="*/ 174515 h 216879"/>
              <a:gd name="connsiteX0-41" fmla="*/ 0 w 1544954"/>
              <a:gd name="connsiteY0-42" fmla="*/ 174515 h 216879"/>
              <a:gd name="connsiteX1-43" fmla="*/ 241764 w 1544954"/>
              <a:gd name="connsiteY1-44" fmla="*/ 0 h 216879"/>
              <a:gd name="connsiteX2-45" fmla="*/ 1544954 w 1544954"/>
              <a:gd name="connsiteY2-46" fmla="*/ 0 h 216879"/>
              <a:gd name="connsiteX3-47" fmla="*/ 1356880 w 1544954"/>
              <a:gd name="connsiteY3-48" fmla="*/ 216879 h 216879"/>
              <a:gd name="connsiteX4-49" fmla="*/ 0 w 1544954"/>
              <a:gd name="connsiteY4-50" fmla="*/ 174515 h 216879"/>
              <a:gd name="connsiteX0-51" fmla="*/ 0 w 1586892"/>
              <a:gd name="connsiteY0-52" fmla="*/ 181978 h 224342"/>
              <a:gd name="connsiteX1-53" fmla="*/ 241764 w 1586892"/>
              <a:gd name="connsiteY1-54" fmla="*/ 7463 h 224342"/>
              <a:gd name="connsiteX2-55" fmla="*/ 1586892 w 1586892"/>
              <a:gd name="connsiteY2-56" fmla="*/ 0 h 224342"/>
              <a:gd name="connsiteX3-57" fmla="*/ 1356880 w 1586892"/>
              <a:gd name="connsiteY3-58" fmla="*/ 224342 h 224342"/>
              <a:gd name="connsiteX4-59" fmla="*/ 0 w 1586892"/>
              <a:gd name="connsiteY4-60" fmla="*/ 181978 h 224342"/>
              <a:gd name="connsiteX0-61" fmla="*/ 0 w 1586892"/>
              <a:gd name="connsiteY0-62" fmla="*/ 181978 h 224342"/>
              <a:gd name="connsiteX1-63" fmla="*/ 241764 w 1586892"/>
              <a:gd name="connsiteY1-64" fmla="*/ 7463 h 224342"/>
              <a:gd name="connsiteX2-65" fmla="*/ 1586892 w 1586892"/>
              <a:gd name="connsiteY2-66" fmla="*/ 0 h 224342"/>
              <a:gd name="connsiteX3-67" fmla="*/ 1356880 w 1586892"/>
              <a:gd name="connsiteY3-68" fmla="*/ 224342 h 224342"/>
              <a:gd name="connsiteX4-69" fmla="*/ 0 w 1586892"/>
              <a:gd name="connsiteY4-70" fmla="*/ 181978 h 224342"/>
              <a:gd name="connsiteX0-71" fmla="*/ 0 w 1586892"/>
              <a:gd name="connsiteY0-72" fmla="*/ 181978 h 224342"/>
              <a:gd name="connsiteX1-73" fmla="*/ 241764 w 1586892"/>
              <a:gd name="connsiteY1-74" fmla="*/ 7463 h 224342"/>
              <a:gd name="connsiteX2-75" fmla="*/ 1586892 w 1586892"/>
              <a:gd name="connsiteY2-76" fmla="*/ 0 h 224342"/>
              <a:gd name="connsiteX3-77" fmla="*/ 1356880 w 1586892"/>
              <a:gd name="connsiteY3-78" fmla="*/ 224342 h 224342"/>
              <a:gd name="connsiteX4-79" fmla="*/ 0 w 1586892"/>
              <a:gd name="connsiteY4-80" fmla="*/ 181978 h 224342"/>
              <a:gd name="connsiteX0-81" fmla="*/ 0 w 1352325"/>
              <a:gd name="connsiteY0-82" fmla="*/ 284458 h 284458"/>
              <a:gd name="connsiteX1-83" fmla="*/ 7197 w 1352325"/>
              <a:gd name="connsiteY1-84" fmla="*/ 7463 h 284458"/>
              <a:gd name="connsiteX2-85" fmla="*/ 1352325 w 1352325"/>
              <a:gd name="connsiteY2-86" fmla="*/ 0 h 284458"/>
              <a:gd name="connsiteX3-87" fmla="*/ 1122313 w 1352325"/>
              <a:gd name="connsiteY3-88" fmla="*/ 224342 h 284458"/>
              <a:gd name="connsiteX4-89" fmla="*/ 0 w 1352325"/>
              <a:gd name="connsiteY4-90" fmla="*/ 284458 h 284458"/>
              <a:gd name="connsiteX0-91" fmla="*/ 0 w 1602673"/>
              <a:gd name="connsiteY0-92" fmla="*/ 190553 h 224342"/>
              <a:gd name="connsiteX1-93" fmla="*/ 257545 w 1602673"/>
              <a:gd name="connsiteY1-94" fmla="*/ 7463 h 224342"/>
              <a:gd name="connsiteX2-95" fmla="*/ 1602673 w 1602673"/>
              <a:gd name="connsiteY2-96" fmla="*/ 0 h 224342"/>
              <a:gd name="connsiteX3-97" fmla="*/ 1372661 w 1602673"/>
              <a:gd name="connsiteY3-98" fmla="*/ 224342 h 224342"/>
              <a:gd name="connsiteX4-99" fmla="*/ 0 w 1602673"/>
              <a:gd name="connsiteY4-100" fmla="*/ 190553 h 224342"/>
              <a:gd name="connsiteX0-101" fmla="*/ 0 w 1602673"/>
              <a:gd name="connsiteY0-102" fmla="*/ 190553 h 224342"/>
              <a:gd name="connsiteX1-103" fmla="*/ 257545 w 1602673"/>
              <a:gd name="connsiteY1-104" fmla="*/ 7463 h 224342"/>
              <a:gd name="connsiteX2-105" fmla="*/ 1602673 w 1602673"/>
              <a:gd name="connsiteY2-106" fmla="*/ 0 h 224342"/>
              <a:gd name="connsiteX3-107" fmla="*/ 1372661 w 1602673"/>
              <a:gd name="connsiteY3-108" fmla="*/ 224342 h 224342"/>
              <a:gd name="connsiteX4-109" fmla="*/ 0 w 1602673"/>
              <a:gd name="connsiteY4-110" fmla="*/ 190553 h 224342"/>
              <a:gd name="connsiteX0-111" fmla="*/ 0 w 1602673"/>
              <a:gd name="connsiteY0-112" fmla="*/ 197497 h 231286"/>
              <a:gd name="connsiteX1-113" fmla="*/ 208830 w 1602673"/>
              <a:gd name="connsiteY1-114" fmla="*/ 0 h 231286"/>
              <a:gd name="connsiteX2-115" fmla="*/ 1602673 w 1602673"/>
              <a:gd name="connsiteY2-116" fmla="*/ 6944 h 231286"/>
              <a:gd name="connsiteX3-117" fmla="*/ 1372661 w 1602673"/>
              <a:gd name="connsiteY3-118" fmla="*/ 231286 h 231286"/>
              <a:gd name="connsiteX4-119" fmla="*/ 0 w 1602673"/>
              <a:gd name="connsiteY4-120" fmla="*/ 197497 h 231286"/>
              <a:gd name="connsiteX0-121" fmla="*/ 0 w 1602673"/>
              <a:gd name="connsiteY0-122" fmla="*/ 198870 h 232659"/>
              <a:gd name="connsiteX1-123" fmla="*/ 248967 w 1602673"/>
              <a:gd name="connsiteY1-124" fmla="*/ 0 h 232659"/>
              <a:gd name="connsiteX2-125" fmla="*/ 1602673 w 1602673"/>
              <a:gd name="connsiteY2-126" fmla="*/ 8317 h 232659"/>
              <a:gd name="connsiteX3-127" fmla="*/ 1372661 w 1602673"/>
              <a:gd name="connsiteY3-128" fmla="*/ 232659 h 232659"/>
              <a:gd name="connsiteX4-129" fmla="*/ 0 w 1602673"/>
              <a:gd name="connsiteY4-130" fmla="*/ 198870 h 232659"/>
              <a:gd name="connsiteX0-131" fmla="*/ 0 w 1602673"/>
              <a:gd name="connsiteY0-132" fmla="*/ 197625 h 231414"/>
              <a:gd name="connsiteX1-133" fmla="*/ 241978 w 1602673"/>
              <a:gd name="connsiteY1-134" fmla="*/ 0 h 231414"/>
              <a:gd name="connsiteX2-135" fmla="*/ 1602673 w 1602673"/>
              <a:gd name="connsiteY2-136" fmla="*/ 7072 h 231414"/>
              <a:gd name="connsiteX3-137" fmla="*/ 1372661 w 1602673"/>
              <a:gd name="connsiteY3-138" fmla="*/ 231414 h 231414"/>
              <a:gd name="connsiteX4-139" fmla="*/ 0 w 1602673"/>
              <a:gd name="connsiteY4-140" fmla="*/ 197625 h 231414"/>
              <a:gd name="connsiteX0-141" fmla="*/ 0 w 1602673"/>
              <a:gd name="connsiteY0-142" fmla="*/ 197625 h 231414"/>
              <a:gd name="connsiteX1-143" fmla="*/ 241978 w 1602673"/>
              <a:gd name="connsiteY1-144" fmla="*/ 0 h 231414"/>
              <a:gd name="connsiteX2-145" fmla="*/ 1602673 w 1602673"/>
              <a:gd name="connsiteY2-146" fmla="*/ 7072 h 231414"/>
              <a:gd name="connsiteX3-147" fmla="*/ 1372661 w 1602673"/>
              <a:gd name="connsiteY3-148" fmla="*/ 231414 h 231414"/>
              <a:gd name="connsiteX4-149" fmla="*/ 0 w 1602673"/>
              <a:gd name="connsiteY4-150" fmla="*/ 197625 h 231414"/>
              <a:gd name="connsiteX0-151" fmla="*/ 0 w 1602673"/>
              <a:gd name="connsiteY0-152" fmla="*/ 197625 h 231414"/>
              <a:gd name="connsiteX1-153" fmla="*/ 241978 w 1602673"/>
              <a:gd name="connsiteY1-154" fmla="*/ 0 h 231414"/>
              <a:gd name="connsiteX2-155" fmla="*/ 1602673 w 1602673"/>
              <a:gd name="connsiteY2-156" fmla="*/ 7072 h 231414"/>
              <a:gd name="connsiteX3-157" fmla="*/ 1372661 w 1602673"/>
              <a:gd name="connsiteY3-158" fmla="*/ 231414 h 231414"/>
              <a:gd name="connsiteX4-159" fmla="*/ 0 w 1602673"/>
              <a:gd name="connsiteY4-160" fmla="*/ 197625 h 231414"/>
              <a:gd name="connsiteX0-161" fmla="*/ 0 w 1602673"/>
              <a:gd name="connsiteY0-162" fmla="*/ 197625 h 231414"/>
              <a:gd name="connsiteX1-163" fmla="*/ 241978 w 1602673"/>
              <a:gd name="connsiteY1-164" fmla="*/ 0 h 231414"/>
              <a:gd name="connsiteX2-165" fmla="*/ 1602673 w 1602673"/>
              <a:gd name="connsiteY2-166" fmla="*/ 7072 h 231414"/>
              <a:gd name="connsiteX3-167" fmla="*/ 1372661 w 1602673"/>
              <a:gd name="connsiteY3-168" fmla="*/ 231414 h 231414"/>
              <a:gd name="connsiteX4-169" fmla="*/ 0 w 1602673"/>
              <a:gd name="connsiteY4-170" fmla="*/ 197625 h 231414"/>
              <a:gd name="connsiteX0-171" fmla="*/ 0 w 1605755"/>
              <a:gd name="connsiteY0-172" fmla="*/ 226408 h 231414"/>
              <a:gd name="connsiteX1-173" fmla="*/ 245060 w 1605755"/>
              <a:gd name="connsiteY1-174" fmla="*/ 0 h 231414"/>
              <a:gd name="connsiteX2-175" fmla="*/ 1605755 w 1605755"/>
              <a:gd name="connsiteY2-176" fmla="*/ 7072 h 231414"/>
              <a:gd name="connsiteX3-177" fmla="*/ 1375743 w 1605755"/>
              <a:gd name="connsiteY3-178" fmla="*/ 231414 h 231414"/>
              <a:gd name="connsiteX4-179" fmla="*/ 0 w 1605755"/>
              <a:gd name="connsiteY4-180" fmla="*/ 226408 h 231414"/>
              <a:gd name="connsiteX0-181" fmla="*/ 0 w 1605755"/>
              <a:gd name="connsiteY0-182" fmla="*/ 226408 h 231538"/>
              <a:gd name="connsiteX1-183" fmla="*/ 245060 w 1605755"/>
              <a:gd name="connsiteY1-184" fmla="*/ 0 h 231538"/>
              <a:gd name="connsiteX2-185" fmla="*/ 1605755 w 1605755"/>
              <a:gd name="connsiteY2-186" fmla="*/ 7072 h 231538"/>
              <a:gd name="connsiteX3-187" fmla="*/ 1362376 w 1605755"/>
              <a:gd name="connsiteY3-188" fmla="*/ 231538 h 231538"/>
              <a:gd name="connsiteX4-189" fmla="*/ 0 w 1605755"/>
              <a:gd name="connsiteY4-190" fmla="*/ 226408 h 231538"/>
              <a:gd name="connsiteX0-191" fmla="*/ 0 w 1605755"/>
              <a:gd name="connsiteY0-192" fmla="*/ 226408 h 231538"/>
              <a:gd name="connsiteX1-193" fmla="*/ 245060 w 1605755"/>
              <a:gd name="connsiteY1-194" fmla="*/ 0 h 231538"/>
              <a:gd name="connsiteX2-195" fmla="*/ 1605755 w 1605755"/>
              <a:gd name="connsiteY2-196" fmla="*/ 7072 h 231538"/>
              <a:gd name="connsiteX3-197" fmla="*/ 1362376 w 1605755"/>
              <a:gd name="connsiteY3-198" fmla="*/ 231538 h 231538"/>
              <a:gd name="connsiteX4-199" fmla="*/ 0 w 1605755"/>
              <a:gd name="connsiteY4-200" fmla="*/ 226408 h 231538"/>
              <a:gd name="connsiteX0-201" fmla="*/ 0 w 1605755"/>
              <a:gd name="connsiteY0-202" fmla="*/ 226408 h 231538"/>
              <a:gd name="connsiteX1-203" fmla="*/ 245060 w 1605755"/>
              <a:gd name="connsiteY1-204" fmla="*/ 0 h 231538"/>
              <a:gd name="connsiteX2-205" fmla="*/ 1605755 w 1605755"/>
              <a:gd name="connsiteY2-206" fmla="*/ 7072 h 231538"/>
              <a:gd name="connsiteX3-207" fmla="*/ 1362376 w 1605755"/>
              <a:gd name="connsiteY3-208" fmla="*/ 231538 h 231538"/>
              <a:gd name="connsiteX4-209" fmla="*/ 0 w 1605755"/>
              <a:gd name="connsiteY4-210" fmla="*/ 226408 h 231538"/>
              <a:gd name="connsiteX0-211" fmla="*/ 0 w 1605755"/>
              <a:gd name="connsiteY0-212" fmla="*/ 226408 h 226408"/>
              <a:gd name="connsiteX1-213" fmla="*/ 245060 w 1605755"/>
              <a:gd name="connsiteY1-214" fmla="*/ 0 h 226408"/>
              <a:gd name="connsiteX2-215" fmla="*/ 1605755 w 1605755"/>
              <a:gd name="connsiteY2-216" fmla="*/ 7072 h 226408"/>
              <a:gd name="connsiteX3-217" fmla="*/ 1356419 w 1605755"/>
              <a:gd name="connsiteY3-218" fmla="*/ 209249 h 226408"/>
              <a:gd name="connsiteX4-219" fmla="*/ 0 w 1605755"/>
              <a:gd name="connsiteY4-220" fmla="*/ 226408 h 226408"/>
              <a:gd name="connsiteX0-221" fmla="*/ 0 w 1605755"/>
              <a:gd name="connsiteY0-222" fmla="*/ 226408 h 226408"/>
              <a:gd name="connsiteX1-223" fmla="*/ 245060 w 1605755"/>
              <a:gd name="connsiteY1-224" fmla="*/ 0 h 226408"/>
              <a:gd name="connsiteX2-225" fmla="*/ 1605755 w 1605755"/>
              <a:gd name="connsiteY2-226" fmla="*/ 7072 h 226408"/>
              <a:gd name="connsiteX3-227" fmla="*/ 1356419 w 1605755"/>
              <a:gd name="connsiteY3-228" fmla="*/ 209249 h 226408"/>
              <a:gd name="connsiteX4-229" fmla="*/ 0 w 1605755"/>
              <a:gd name="connsiteY4-230" fmla="*/ 226408 h 226408"/>
              <a:gd name="connsiteX0-231" fmla="*/ 0 w 1613484"/>
              <a:gd name="connsiteY0-232" fmla="*/ 240032 h 240032"/>
              <a:gd name="connsiteX1-233" fmla="*/ 245060 w 1613484"/>
              <a:gd name="connsiteY1-234" fmla="*/ 13624 h 240032"/>
              <a:gd name="connsiteX2-235" fmla="*/ 1613484 w 1613484"/>
              <a:gd name="connsiteY2-236" fmla="*/ 0 h 240032"/>
              <a:gd name="connsiteX3-237" fmla="*/ 1356419 w 1613484"/>
              <a:gd name="connsiteY3-238" fmla="*/ 222873 h 240032"/>
              <a:gd name="connsiteX4-239" fmla="*/ 0 w 1613484"/>
              <a:gd name="connsiteY4-240" fmla="*/ 240032 h 240032"/>
              <a:gd name="connsiteX0-241" fmla="*/ 0 w 1613484"/>
              <a:gd name="connsiteY0-242" fmla="*/ 240032 h 240032"/>
              <a:gd name="connsiteX1-243" fmla="*/ 245060 w 1613484"/>
              <a:gd name="connsiteY1-244" fmla="*/ 13624 h 240032"/>
              <a:gd name="connsiteX2-245" fmla="*/ 1613484 w 1613484"/>
              <a:gd name="connsiteY2-246" fmla="*/ 0 h 240032"/>
              <a:gd name="connsiteX3-247" fmla="*/ 1356419 w 1613484"/>
              <a:gd name="connsiteY3-248" fmla="*/ 222873 h 240032"/>
              <a:gd name="connsiteX4-249" fmla="*/ 0 w 1613484"/>
              <a:gd name="connsiteY4-250" fmla="*/ 240032 h 240032"/>
              <a:gd name="connsiteX0-251" fmla="*/ 0 w 1613484"/>
              <a:gd name="connsiteY0-252" fmla="*/ 240032 h 240032"/>
              <a:gd name="connsiteX1-253" fmla="*/ 262324 w 1613484"/>
              <a:gd name="connsiteY1-254" fmla="*/ 22018 h 240032"/>
              <a:gd name="connsiteX2-255" fmla="*/ 1613484 w 1613484"/>
              <a:gd name="connsiteY2-256" fmla="*/ 0 h 240032"/>
              <a:gd name="connsiteX3-257" fmla="*/ 1356419 w 1613484"/>
              <a:gd name="connsiteY3-258" fmla="*/ 222873 h 240032"/>
              <a:gd name="connsiteX4-259" fmla="*/ 0 w 1613484"/>
              <a:gd name="connsiteY4-260" fmla="*/ 240032 h 240032"/>
              <a:gd name="connsiteX0-261" fmla="*/ 0 w 1613484"/>
              <a:gd name="connsiteY0-262" fmla="*/ 240032 h 240032"/>
              <a:gd name="connsiteX1-263" fmla="*/ 262324 w 1613484"/>
              <a:gd name="connsiteY1-264" fmla="*/ 22018 h 240032"/>
              <a:gd name="connsiteX2-265" fmla="*/ 1613484 w 1613484"/>
              <a:gd name="connsiteY2-266" fmla="*/ 0 h 240032"/>
              <a:gd name="connsiteX3-267" fmla="*/ 1356419 w 1613484"/>
              <a:gd name="connsiteY3-268" fmla="*/ 222873 h 240032"/>
              <a:gd name="connsiteX4-269" fmla="*/ 0 w 1613484"/>
              <a:gd name="connsiteY4-270" fmla="*/ 240032 h 240032"/>
              <a:gd name="connsiteX0-271" fmla="*/ 0 w 1613484"/>
              <a:gd name="connsiteY0-272" fmla="*/ 240032 h 240032"/>
              <a:gd name="connsiteX1-273" fmla="*/ 262324 w 1613484"/>
              <a:gd name="connsiteY1-274" fmla="*/ 22018 h 240032"/>
              <a:gd name="connsiteX2-275" fmla="*/ 1613484 w 1613484"/>
              <a:gd name="connsiteY2-276" fmla="*/ 0 h 240032"/>
              <a:gd name="connsiteX3-277" fmla="*/ 1356419 w 1613484"/>
              <a:gd name="connsiteY3-278" fmla="*/ 222873 h 240032"/>
              <a:gd name="connsiteX4-279" fmla="*/ 0 w 1613484"/>
              <a:gd name="connsiteY4-280" fmla="*/ 240032 h 240032"/>
              <a:gd name="connsiteX0-281" fmla="*/ 0 w 1613484"/>
              <a:gd name="connsiteY0-282" fmla="*/ 240032 h 240032"/>
              <a:gd name="connsiteX1-283" fmla="*/ 262324 w 1613484"/>
              <a:gd name="connsiteY1-284" fmla="*/ 22018 h 240032"/>
              <a:gd name="connsiteX2-285" fmla="*/ 1613484 w 1613484"/>
              <a:gd name="connsiteY2-286" fmla="*/ 0 h 240032"/>
              <a:gd name="connsiteX3-287" fmla="*/ 1356419 w 1613484"/>
              <a:gd name="connsiteY3-288" fmla="*/ 222873 h 240032"/>
              <a:gd name="connsiteX4-289" fmla="*/ 0 w 1613484"/>
              <a:gd name="connsiteY4-290" fmla="*/ 240032 h 240032"/>
              <a:gd name="connsiteX0-291" fmla="*/ 0 w 1613484"/>
              <a:gd name="connsiteY0-292" fmla="*/ 240032 h 240032"/>
              <a:gd name="connsiteX1-293" fmla="*/ 262324 w 1613484"/>
              <a:gd name="connsiteY1-294" fmla="*/ 22018 h 240032"/>
              <a:gd name="connsiteX2-295" fmla="*/ 1613484 w 1613484"/>
              <a:gd name="connsiteY2-296" fmla="*/ 0 h 240032"/>
              <a:gd name="connsiteX3-297" fmla="*/ 1356419 w 1613484"/>
              <a:gd name="connsiteY3-298" fmla="*/ 222873 h 240032"/>
              <a:gd name="connsiteX4-299" fmla="*/ 0 w 1613484"/>
              <a:gd name="connsiteY4-300" fmla="*/ 240032 h 2400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613484" h="240030">
                <a:moveTo>
                  <a:pt x="0" y="240032"/>
                </a:moveTo>
                <a:cubicBezTo>
                  <a:pt x="241729" y="163961"/>
                  <a:pt x="226096" y="66750"/>
                  <a:pt x="262324" y="22018"/>
                </a:cubicBezTo>
                <a:lnTo>
                  <a:pt x="1613484" y="0"/>
                </a:lnTo>
                <a:cubicBezTo>
                  <a:pt x="1574036" y="105654"/>
                  <a:pt x="1571019" y="157953"/>
                  <a:pt x="1356419" y="222873"/>
                </a:cubicBezTo>
                <a:cubicBezTo>
                  <a:pt x="1303391" y="238655"/>
                  <a:pt x="452140" y="234312"/>
                  <a:pt x="0" y="240032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6" name="下箭头 11">
            <a:extLst>
              <a:ext uri="{FF2B5EF4-FFF2-40B4-BE49-F238E27FC236}">
                <a16:creationId xmlns:a16="http://schemas.microsoft.com/office/drawing/2014/main" id="{9FF0CB89-0566-0454-B833-049C4ABD7AE1}"/>
              </a:ext>
            </a:extLst>
          </p:cNvPr>
          <p:cNvSpPr/>
          <p:nvPr/>
        </p:nvSpPr>
        <p:spPr>
          <a:xfrm rot="9015679">
            <a:off x="6372514" y="2257746"/>
            <a:ext cx="1447524" cy="2148810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7" name="等腰三角形 3">
            <a:extLst>
              <a:ext uri="{FF2B5EF4-FFF2-40B4-BE49-F238E27FC236}">
                <a16:creationId xmlns:a16="http://schemas.microsoft.com/office/drawing/2014/main" id="{64319986-9C90-F14B-30DB-1533CCB156C4}"/>
              </a:ext>
            </a:extLst>
          </p:cNvPr>
          <p:cNvSpPr/>
          <p:nvPr/>
        </p:nvSpPr>
        <p:spPr>
          <a:xfrm rot="3607809">
            <a:off x="7318739" y="3899806"/>
            <a:ext cx="623360" cy="725315"/>
          </a:xfrm>
          <a:prstGeom prst="triangle">
            <a:avLst>
              <a:gd name="adj" fmla="val 49954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8" name="矩形 13">
            <a:extLst>
              <a:ext uri="{FF2B5EF4-FFF2-40B4-BE49-F238E27FC236}">
                <a16:creationId xmlns:a16="http://schemas.microsoft.com/office/drawing/2014/main" id="{54DF18C9-91ED-852C-C1D2-E3F158E9A5EA}"/>
              </a:ext>
            </a:extLst>
          </p:cNvPr>
          <p:cNvSpPr/>
          <p:nvPr/>
        </p:nvSpPr>
        <p:spPr>
          <a:xfrm rot="12610314">
            <a:off x="4474029" y="3309008"/>
            <a:ext cx="716518" cy="1130594"/>
          </a:xfrm>
          <a:custGeom>
            <a:avLst/>
            <a:gdLst>
              <a:gd name="connsiteX0" fmla="*/ 0 w 783379"/>
              <a:gd name="connsiteY0" fmla="*/ 0 h 1233714"/>
              <a:gd name="connsiteX1" fmla="*/ 783379 w 783379"/>
              <a:gd name="connsiteY1" fmla="*/ 0 h 1233714"/>
              <a:gd name="connsiteX2" fmla="*/ 783379 w 783379"/>
              <a:gd name="connsiteY2" fmla="*/ 1233714 h 1233714"/>
              <a:gd name="connsiteX3" fmla="*/ 0 w 783379"/>
              <a:gd name="connsiteY3" fmla="*/ 1233714 h 1233714"/>
              <a:gd name="connsiteX4" fmla="*/ 0 w 783379"/>
              <a:gd name="connsiteY4" fmla="*/ 0 h 1233714"/>
              <a:gd name="connsiteX0-1" fmla="*/ 0 w 783379"/>
              <a:gd name="connsiteY0-2" fmla="*/ 0 h 1233714"/>
              <a:gd name="connsiteX1-3" fmla="*/ 756718 w 783379"/>
              <a:gd name="connsiteY1-4" fmla="*/ 17602 h 1233714"/>
              <a:gd name="connsiteX2-5" fmla="*/ 783379 w 783379"/>
              <a:gd name="connsiteY2-6" fmla="*/ 1233714 h 1233714"/>
              <a:gd name="connsiteX3-7" fmla="*/ 0 w 783379"/>
              <a:gd name="connsiteY3-8" fmla="*/ 1233714 h 1233714"/>
              <a:gd name="connsiteX4-9" fmla="*/ 0 w 783379"/>
              <a:gd name="connsiteY4-10" fmla="*/ 0 h 1233714"/>
              <a:gd name="connsiteX0-11" fmla="*/ 0 w 783379"/>
              <a:gd name="connsiteY0-12" fmla="*/ 0 h 1233714"/>
              <a:gd name="connsiteX1-13" fmla="*/ 756718 w 783379"/>
              <a:gd name="connsiteY1-14" fmla="*/ 17602 h 1233714"/>
              <a:gd name="connsiteX2-15" fmla="*/ 783379 w 783379"/>
              <a:gd name="connsiteY2-16" fmla="*/ 1233714 h 1233714"/>
              <a:gd name="connsiteX3-17" fmla="*/ 0 w 783379"/>
              <a:gd name="connsiteY3-18" fmla="*/ 1233714 h 1233714"/>
              <a:gd name="connsiteX4-19" fmla="*/ 0 w 783379"/>
              <a:gd name="connsiteY4-20" fmla="*/ 0 h 1233714"/>
              <a:gd name="connsiteX0-21" fmla="*/ 0 w 783379"/>
              <a:gd name="connsiteY0-22" fmla="*/ 0 h 1233714"/>
              <a:gd name="connsiteX1-23" fmla="*/ 738945 w 783379"/>
              <a:gd name="connsiteY1-24" fmla="*/ 29338 h 1233714"/>
              <a:gd name="connsiteX2-25" fmla="*/ 783379 w 783379"/>
              <a:gd name="connsiteY2-26" fmla="*/ 1233714 h 1233714"/>
              <a:gd name="connsiteX3-27" fmla="*/ 0 w 783379"/>
              <a:gd name="connsiteY3-28" fmla="*/ 1233714 h 1233714"/>
              <a:gd name="connsiteX4-29" fmla="*/ 0 w 783379"/>
              <a:gd name="connsiteY4-30" fmla="*/ 0 h 1233714"/>
              <a:gd name="connsiteX0-31" fmla="*/ 0 w 783379"/>
              <a:gd name="connsiteY0-32" fmla="*/ 0 h 1233714"/>
              <a:gd name="connsiteX1-33" fmla="*/ 738945 w 783379"/>
              <a:gd name="connsiteY1-34" fmla="*/ 29338 h 1233714"/>
              <a:gd name="connsiteX2-35" fmla="*/ 783379 w 783379"/>
              <a:gd name="connsiteY2-36" fmla="*/ 1233714 h 1233714"/>
              <a:gd name="connsiteX3-37" fmla="*/ 0 w 783379"/>
              <a:gd name="connsiteY3-38" fmla="*/ 1233714 h 1233714"/>
              <a:gd name="connsiteX4-39" fmla="*/ 0 w 783379"/>
              <a:gd name="connsiteY4-40" fmla="*/ 0 h 1233714"/>
              <a:gd name="connsiteX0-41" fmla="*/ 0 w 783379"/>
              <a:gd name="connsiteY0-42" fmla="*/ 6927 h 1240641"/>
              <a:gd name="connsiteX1-43" fmla="*/ 738945 w 783379"/>
              <a:gd name="connsiteY1-44" fmla="*/ 36265 h 1240641"/>
              <a:gd name="connsiteX2-45" fmla="*/ 783379 w 783379"/>
              <a:gd name="connsiteY2-46" fmla="*/ 1240641 h 1240641"/>
              <a:gd name="connsiteX3-47" fmla="*/ 0 w 783379"/>
              <a:gd name="connsiteY3-48" fmla="*/ 1240641 h 1240641"/>
              <a:gd name="connsiteX4-49" fmla="*/ 0 w 783379"/>
              <a:gd name="connsiteY4-50" fmla="*/ 6927 h 1240641"/>
              <a:gd name="connsiteX0-51" fmla="*/ 0 w 783379"/>
              <a:gd name="connsiteY0-52" fmla="*/ 0 h 1233714"/>
              <a:gd name="connsiteX1-53" fmla="*/ 722915 w 783379"/>
              <a:gd name="connsiteY1-54" fmla="*/ 47580 h 1233714"/>
              <a:gd name="connsiteX2-55" fmla="*/ 783379 w 783379"/>
              <a:gd name="connsiteY2-56" fmla="*/ 1233714 h 1233714"/>
              <a:gd name="connsiteX3-57" fmla="*/ 0 w 783379"/>
              <a:gd name="connsiteY3-58" fmla="*/ 1233714 h 1233714"/>
              <a:gd name="connsiteX4-59" fmla="*/ 0 w 783379"/>
              <a:gd name="connsiteY4-60" fmla="*/ 0 h 1233714"/>
              <a:gd name="connsiteX0-61" fmla="*/ 0 w 783379"/>
              <a:gd name="connsiteY0-62" fmla="*/ 0 h 1233714"/>
              <a:gd name="connsiteX1-63" fmla="*/ 722915 w 783379"/>
              <a:gd name="connsiteY1-64" fmla="*/ 47580 h 1233714"/>
              <a:gd name="connsiteX2-65" fmla="*/ 783379 w 783379"/>
              <a:gd name="connsiteY2-66" fmla="*/ 1233714 h 1233714"/>
              <a:gd name="connsiteX3-67" fmla="*/ 0 w 783379"/>
              <a:gd name="connsiteY3-68" fmla="*/ 1233714 h 1233714"/>
              <a:gd name="connsiteX4-69" fmla="*/ 0 w 783379"/>
              <a:gd name="connsiteY4-70" fmla="*/ 0 h 1233714"/>
              <a:gd name="connsiteX0-71" fmla="*/ 0 w 783379"/>
              <a:gd name="connsiteY0-72" fmla="*/ 0 h 1233714"/>
              <a:gd name="connsiteX1-73" fmla="*/ 696892 w 783379"/>
              <a:gd name="connsiteY1-74" fmla="*/ 54553 h 1233714"/>
              <a:gd name="connsiteX2-75" fmla="*/ 783379 w 783379"/>
              <a:gd name="connsiteY2-76" fmla="*/ 1233714 h 1233714"/>
              <a:gd name="connsiteX3-77" fmla="*/ 0 w 783379"/>
              <a:gd name="connsiteY3-78" fmla="*/ 1233714 h 1233714"/>
              <a:gd name="connsiteX4-79" fmla="*/ 0 w 783379"/>
              <a:gd name="connsiteY4-80" fmla="*/ 0 h 1233714"/>
              <a:gd name="connsiteX0-81" fmla="*/ 0 w 783379"/>
              <a:gd name="connsiteY0-82" fmla="*/ 0 h 1233714"/>
              <a:gd name="connsiteX1-83" fmla="*/ 696892 w 783379"/>
              <a:gd name="connsiteY1-84" fmla="*/ 54553 h 1233714"/>
              <a:gd name="connsiteX2-85" fmla="*/ 783379 w 783379"/>
              <a:gd name="connsiteY2-86" fmla="*/ 1233714 h 1233714"/>
              <a:gd name="connsiteX3-87" fmla="*/ 0 w 783379"/>
              <a:gd name="connsiteY3-88" fmla="*/ 1233714 h 1233714"/>
              <a:gd name="connsiteX4-89" fmla="*/ 0 w 783379"/>
              <a:gd name="connsiteY4-90" fmla="*/ 0 h 1233714"/>
              <a:gd name="connsiteX0-91" fmla="*/ 0 w 783379"/>
              <a:gd name="connsiteY0-92" fmla="*/ 13944 h 1247658"/>
              <a:gd name="connsiteX1-93" fmla="*/ 696892 w 783379"/>
              <a:gd name="connsiteY1-94" fmla="*/ 68497 h 1247658"/>
              <a:gd name="connsiteX2-95" fmla="*/ 783379 w 783379"/>
              <a:gd name="connsiteY2-96" fmla="*/ 1247658 h 1247658"/>
              <a:gd name="connsiteX3-97" fmla="*/ 0 w 783379"/>
              <a:gd name="connsiteY3-98" fmla="*/ 1247658 h 1247658"/>
              <a:gd name="connsiteX4-99" fmla="*/ 0 w 783379"/>
              <a:gd name="connsiteY4-100" fmla="*/ 13944 h 1247658"/>
              <a:gd name="connsiteX0-101" fmla="*/ 0 w 783379"/>
              <a:gd name="connsiteY0-102" fmla="*/ 13944 h 1247658"/>
              <a:gd name="connsiteX1-103" fmla="*/ 696892 w 783379"/>
              <a:gd name="connsiteY1-104" fmla="*/ 68497 h 1247658"/>
              <a:gd name="connsiteX2-105" fmla="*/ 783379 w 783379"/>
              <a:gd name="connsiteY2-106" fmla="*/ 1247658 h 1247658"/>
              <a:gd name="connsiteX3-107" fmla="*/ 0 w 783379"/>
              <a:gd name="connsiteY3-108" fmla="*/ 1247658 h 1247658"/>
              <a:gd name="connsiteX4-109" fmla="*/ 0 w 783379"/>
              <a:gd name="connsiteY4-110" fmla="*/ 13944 h 1247658"/>
              <a:gd name="connsiteX0-111" fmla="*/ 0 w 783379"/>
              <a:gd name="connsiteY0-112" fmla="*/ 13944 h 1247658"/>
              <a:gd name="connsiteX1-113" fmla="*/ 696892 w 783379"/>
              <a:gd name="connsiteY1-114" fmla="*/ 68497 h 1247658"/>
              <a:gd name="connsiteX2-115" fmla="*/ 783379 w 783379"/>
              <a:gd name="connsiteY2-116" fmla="*/ 1247658 h 1247658"/>
              <a:gd name="connsiteX3-117" fmla="*/ 0 w 783379"/>
              <a:gd name="connsiteY3-118" fmla="*/ 1247658 h 1247658"/>
              <a:gd name="connsiteX4-119" fmla="*/ 0 w 783379"/>
              <a:gd name="connsiteY4-120" fmla="*/ 13944 h 1247658"/>
              <a:gd name="connsiteX0-121" fmla="*/ 0 w 783379"/>
              <a:gd name="connsiteY0-122" fmla="*/ 2131 h 1235845"/>
              <a:gd name="connsiteX1-123" fmla="*/ 682604 w 783379"/>
              <a:gd name="connsiteY1-124" fmla="*/ 81430 h 1235845"/>
              <a:gd name="connsiteX2-125" fmla="*/ 783379 w 783379"/>
              <a:gd name="connsiteY2-126" fmla="*/ 1235845 h 1235845"/>
              <a:gd name="connsiteX3-127" fmla="*/ 0 w 783379"/>
              <a:gd name="connsiteY3-128" fmla="*/ 1235845 h 1235845"/>
              <a:gd name="connsiteX4-129" fmla="*/ 0 w 783379"/>
              <a:gd name="connsiteY4-130" fmla="*/ 2131 h 1235845"/>
              <a:gd name="connsiteX0-131" fmla="*/ 0 w 783379"/>
              <a:gd name="connsiteY0-132" fmla="*/ 2378 h 1236092"/>
              <a:gd name="connsiteX1-133" fmla="*/ 682604 w 783379"/>
              <a:gd name="connsiteY1-134" fmla="*/ 81677 h 1236092"/>
              <a:gd name="connsiteX2-135" fmla="*/ 783379 w 783379"/>
              <a:gd name="connsiteY2-136" fmla="*/ 1236092 h 1236092"/>
              <a:gd name="connsiteX3-137" fmla="*/ 0 w 783379"/>
              <a:gd name="connsiteY3-138" fmla="*/ 1236092 h 1236092"/>
              <a:gd name="connsiteX4-139" fmla="*/ 0 w 783379"/>
              <a:gd name="connsiteY4-140" fmla="*/ 2378 h 1236092"/>
              <a:gd name="connsiteX0-141" fmla="*/ 0 w 783379"/>
              <a:gd name="connsiteY0-142" fmla="*/ 2378 h 1236092"/>
              <a:gd name="connsiteX1-143" fmla="*/ 682604 w 783379"/>
              <a:gd name="connsiteY1-144" fmla="*/ 81677 h 1236092"/>
              <a:gd name="connsiteX2-145" fmla="*/ 783379 w 783379"/>
              <a:gd name="connsiteY2-146" fmla="*/ 1236092 h 1236092"/>
              <a:gd name="connsiteX3-147" fmla="*/ 0 w 783379"/>
              <a:gd name="connsiteY3-148" fmla="*/ 1236092 h 1236092"/>
              <a:gd name="connsiteX4-149" fmla="*/ 0 w 783379"/>
              <a:gd name="connsiteY4-150" fmla="*/ 2378 h 12360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83379" h="1236092">
                <a:moveTo>
                  <a:pt x="0" y="2378"/>
                </a:moveTo>
                <a:cubicBezTo>
                  <a:pt x="246315" y="12157"/>
                  <a:pt x="560240" y="-38015"/>
                  <a:pt x="682604" y="81677"/>
                </a:cubicBezTo>
                <a:cubicBezTo>
                  <a:pt x="794102" y="128347"/>
                  <a:pt x="774492" y="830721"/>
                  <a:pt x="783379" y="1236092"/>
                </a:cubicBezTo>
                <a:lnTo>
                  <a:pt x="0" y="1236092"/>
                </a:lnTo>
                <a:lnTo>
                  <a:pt x="0" y="2378"/>
                </a:lnTo>
                <a:close/>
              </a:path>
            </a:pathLst>
          </a:custGeom>
          <a:solidFill>
            <a:srgbClr val="F29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19" name="矩形 13">
            <a:extLst>
              <a:ext uri="{FF2B5EF4-FFF2-40B4-BE49-F238E27FC236}">
                <a16:creationId xmlns:a16="http://schemas.microsoft.com/office/drawing/2014/main" id="{8E1169A4-AC22-0F28-54C9-FD1A0BDF7150}"/>
              </a:ext>
            </a:extLst>
          </p:cNvPr>
          <p:cNvSpPr/>
          <p:nvPr/>
        </p:nvSpPr>
        <p:spPr>
          <a:xfrm rot="12610314">
            <a:off x="4472553" y="3306433"/>
            <a:ext cx="716518" cy="1130594"/>
          </a:xfrm>
          <a:custGeom>
            <a:avLst/>
            <a:gdLst>
              <a:gd name="connsiteX0" fmla="*/ 0 w 783379"/>
              <a:gd name="connsiteY0" fmla="*/ 0 h 1233714"/>
              <a:gd name="connsiteX1" fmla="*/ 783379 w 783379"/>
              <a:gd name="connsiteY1" fmla="*/ 0 h 1233714"/>
              <a:gd name="connsiteX2" fmla="*/ 783379 w 783379"/>
              <a:gd name="connsiteY2" fmla="*/ 1233714 h 1233714"/>
              <a:gd name="connsiteX3" fmla="*/ 0 w 783379"/>
              <a:gd name="connsiteY3" fmla="*/ 1233714 h 1233714"/>
              <a:gd name="connsiteX4" fmla="*/ 0 w 783379"/>
              <a:gd name="connsiteY4" fmla="*/ 0 h 1233714"/>
              <a:gd name="connsiteX0-1" fmla="*/ 0 w 783379"/>
              <a:gd name="connsiteY0-2" fmla="*/ 0 h 1233714"/>
              <a:gd name="connsiteX1-3" fmla="*/ 756718 w 783379"/>
              <a:gd name="connsiteY1-4" fmla="*/ 17602 h 1233714"/>
              <a:gd name="connsiteX2-5" fmla="*/ 783379 w 783379"/>
              <a:gd name="connsiteY2-6" fmla="*/ 1233714 h 1233714"/>
              <a:gd name="connsiteX3-7" fmla="*/ 0 w 783379"/>
              <a:gd name="connsiteY3-8" fmla="*/ 1233714 h 1233714"/>
              <a:gd name="connsiteX4-9" fmla="*/ 0 w 783379"/>
              <a:gd name="connsiteY4-10" fmla="*/ 0 h 1233714"/>
              <a:gd name="connsiteX0-11" fmla="*/ 0 w 783379"/>
              <a:gd name="connsiteY0-12" fmla="*/ 0 h 1233714"/>
              <a:gd name="connsiteX1-13" fmla="*/ 756718 w 783379"/>
              <a:gd name="connsiteY1-14" fmla="*/ 17602 h 1233714"/>
              <a:gd name="connsiteX2-15" fmla="*/ 783379 w 783379"/>
              <a:gd name="connsiteY2-16" fmla="*/ 1233714 h 1233714"/>
              <a:gd name="connsiteX3-17" fmla="*/ 0 w 783379"/>
              <a:gd name="connsiteY3-18" fmla="*/ 1233714 h 1233714"/>
              <a:gd name="connsiteX4-19" fmla="*/ 0 w 783379"/>
              <a:gd name="connsiteY4-20" fmla="*/ 0 h 1233714"/>
              <a:gd name="connsiteX0-21" fmla="*/ 0 w 783379"/>
              <a:gd name="connsiteY0-22" fmla="*/ 0 h 1233714"/>
              <a:gd name="connsiteX1-23" fmla="*/ 738945 w 783379"/>
              <a:gd name="connsiteY1-24" fmla="*/ 29338 h 1233714"/>
              <a:gd name="connsiteX2-25" fmla="*/ 783379 w 783379"/>
              <a:gd name="connsiteY2-26" fmla="*/ 1233714 h 1233714"/>
              <a:gd name="connsiteX3-27" fmla="*/ 0 w 783379"/>
              <a:gd name="connsiteY3-28" fmla="*/ 1233714 h 1233714"/>
              <a:gd name="connsiteX4-29" fmla="*/ 0 w 783379"/>
              <a:gd name="connsiteY4-30" fmla="*/ 0 h 1233714"/>
              <a:gd name="connsiteX0-31" fmla="*/ 0 w 783379"/>
              <a:gd name="connsiteY0-32" fmla="*/ 0 h 1233714"/>
              <a:gd name="connsiteX1-33" fmla="*/ 738945 w 783379"/>
              <a:gd name="connsiteY1-34" fmla="*/ 29338 h 1233714"/>
              <a:gd name="connsiteX2-35" fmla="*/ 783379 w 783379"/>
              <a:gd name="connsiteY2-36" fmla="*/ 1233714 h 1233714"/>
              <a:gd name="connsiteX3-37" fmla="*/ 0 w 783379"/>
              <a:gd name="connsiteY3-38" fmla="*/ 1233714 h 1233714"/>
              <a:gd name="connsiteX4-39" fmla="*/ 0 w 783379"/>
              <a:gd name="connsiteY4-40" fmla="*/ 0 h 1233714"/>
              <a:gd name="connsiteX0-41" fmla="*/ 0 w 783379"/>
              <a:gd name="connsiteY0-42" fmla="*/ 6927 h 1240641"/>
              <a:gd name="connsiteX1-43" fmla="*/ 738945 w 783379"/>
              <a:gd name="connsiteY1-44" fmla="*/ 36265 h 1240641"/>
              <a:gd name="connsiteX2-45" fmla="*/ 783379 w 783379"/>
              <a:gd name="connsiteY2-46" fmla="*/ 1240641 h 1240641"/>
              <a:gd name="connsiteX3-47" fmla="*/ 0 w 783379"/>
              <a:gd name="connsiteY3-48" fmla="*/ 1240641 h 1240641"/>
              <a:gd name="connsiteX4-49" fmla="*/ 0 w 783379"/>
              <a:gd name="connsiteY4-50" fmla="*/ 6927 h 1240641"/>
              <a:gd name="connsiteX0-51" fmla="*/ 0 w 783379"/>
              <a:gd name="connsiteY0-52" fmla="*/ 0 h 1233714"/>
              <a:gd name="connsiteX1-53" fmla="*/ 722915 w 783379"/>
              <a:gd name="connsiteY1-54" fmla="*/ 47580 h 1233714"/>
              <a:gd name="connsiteX2-55" fmla="*/ 783379 w 783379"/>
              <a:gd name="connsiteY2-56" fmla="*/ 1233714 h 1233714"/>
              <a:gd name="connsiteX3-57" fmla="*/ 0 w 783379"/>
              <a:gd name="connsiteY3-58" fmla="*/ 1233714 h 1233714"/>
              <a:gd name="connsiteX4-59" fmla="*/ 0 w 783379"/>
              <a:gd name="connsiteY4-60" fmla="*/ 0 h 1233714"/>
              <a:gd name="connsiteX0-61" fmla="*/ 0 w 783379"/>
              <a:gd name="connsiteY0-62" fmla="*/ 0 h 1233714"/>
              <a:gd name="connsiteX1-63" fmla="*/ 722915 w 783379"/>
              <a:gd name="connsiteY1-64" fmla="*/ 47580 h 1233714"/>
              <a:gd name="connsiteX2-65" fmla="*/ 783379 w 783379"/>
              <a:gd name="connsiteY2-66" fmla="*/ 1233714 h 1233714"/>
              <a:gd name="connsiteX3-67" fmla="*/ 0 w 783379"/>
              <a:gd name="connsiteY3-68" fmla="*/ 1233714 h 1233714"/>
              <a:gd name="connsiteX4-69" fmla="*/ 0 w 783379"/>
              <a:gd name="connsiteY4-70" fmla="*/ 0 h 1233714"/>
              <a:gd name="connsiteX0-71" fmla="*/ 0 w 783379"/>
              <a:gd name="connsiteY0-72" fmla="*/ 0 h 1233714"/>
              <a:gd name="connsiteX1-73" fmla="*/ 696892 w 783379"/>
              <a:gd name="connsiteY1-74" fmla="*/ 54553 h 1233714"/>
              <a:gd name="connsiteX2-75" fmla="*/ 783379 w 783379"/>
              <a:gd name="connsiteY2-76" fmla="*/ 1233714 h 1233714"/>
              <a:gd name="connsiteX3-77" fmla="*/ 0 w 783379"/>
              <a:gd name="connsiteY3-78" fmla="*/ 1233714 h 1233714"/>
              <a:gd name="connsiteX4-79" fmla="*/ 0 w 783379"/>
              <a:gd name="connsiteY4-80" fmla="*/ 0 h 1233714"/>
              <a:gd name="connsiteX0-81" fmla="*/ 0 w 783379"/>
              <a:gd name="connsiteY0-82" fmla="*/ 0 h 1233714"/>
              <a:gd name="connsiteX1-83" fmla="*/ 696892 w 783379"/>
              <a:gd name="connsiteY1-84" fmla="*/ 54553 h 1233714"/>
              <a:gd name="connsiteX2-85" fmla="*/ 783379 w 783379"/>
              <a:gd name="connsiteY2-86" fmla="*/ 1233714 h 1233714"/>
              <a:gd name="connsiteX3-87" fmla="*/ 0 w 783379"/>
              <a:gd name="connsiteY3-88" fmla="*/ 1233714 h 1233714"/>
              <a:gd name="connsiteX4-89" fmla="*/ 0 w 783379"/>
              <a:gd name="connsiteY4-90" fmla="*/ 0 h 1233714"/>
              <a:gd name="connsiteX0-91" fmla="*/ 0 w 783379"/>
              <a:gd name="connsiteY0-92" fmla="*/ 13944 h 1247658"/>
              <a:gd name="connsiteX1-93" fmla="*/ 696892 w 783379"/>
              <a:gd name="connsiteY1-94" fmla="*/ 68497 h 1247658"/>
              <a:gd name="connsiteX2-95" fmla="*/ 783379 w 783379"/>
              <a:gd name="connsiteY2-96" fmla="*/ 1247658 h 1247658"/>
              <a:gd name="connsiteX3-97" fmla="*/ 0 w 783379"/>
              <a:gd name="connsiteY3-98" fmla="*/ 1247658 h 1247658"/>
              <a:gd name="connsiteX4-99" fmla="*/ 0 w 783379"/>
              <a:gd name="connsiteY4-100" fmla="*/ 13944 h 1247658"/>
              <a:gd name="connsiteX0-101" fmla="*/ 0 w 783379"/>
              <a:gd name="connsiteY0-102" fmla="*/ 13944 h 1247658"/>
              <a:gd name="connsiteX1-103" fmla="*/ 696892 w 783379"/>
              <a:gd name="connsiteY1-104" fmla="*/ 68497 h 1247658"/>
              <a:gd name="connsiteX2-105" fmla="*/ 783379 w 783379"/>
              <a:gd name="connsiteY2-106" fmla="*/ 1247658 h 1247658"/>
              <a:gd name="connsiteX3-107" fmla="*/ 0 w 783379"/>
              <a:gd name="connsiteY3-108" fmla="*/ 1247658 h 1247658"/>
              <a:gd name="connsiteX4-109" fmla="*/ 0 w 783379"/>
              <a:gd name="connsiteY4-110" fmla="*/ 13944 h 1247658"/>
              <a:gd name="connsiteX0-111" fmla="*/ 0 w 783379"/>
              <a:gd name="connsiteY0-112" fmla="*/ 13944 h 1247658"/>
              <a:gd name="connsiteX1-113" fmla="*/ 696892 w 783379"/>
              <a:gd name="connsiteY1-114" fmla="*/ 68497 h 1247658"/>
              <a:gd name="connsiteX2-115" fmla="*/ 783379 w 783379"/>
              <a:gd name="connsiteY2-116" fmla="*/ 1247658 h 1247658"/>
              <a:gd name="connsiteX3-117" fmla="*/ 0 w 783379"/>
              <a:gd name="connsiteY3-118" fmla="*/ 1247658 h 1247658"/>
              <a:gd name="connsiteX4-119" fmla="*/ 0 w 783379"/>
              <a:gd name="connsiteY4-120" fmla="*/ 13944 h 1247658"/>
              <a:gd name="connsiteX0-121" fmla="*/ 0 w 783379"/>
              <a:gd name="connsiteY0-122" fmla="*/ 2131 h 1235845"/>
              <a:gd name="connsiteX1-123" fmla="*/ 682604 w 783379"/>
              <a:gd name="connsiteY1-124" fmla="*/ 81430 h 1235845"/>
              <a:gd name="connsiteX2-125" fmla="*/ 783379 w 783379"/>
              <a:gd name="connsiteY2-126" fmla="*/ 1235845 h 1235845"/>
              <a:gd name="connsiteX3-127" fmla="*/ 0 w 783379"/>
              <a:gd name="connsiteY3-128" fmla="*/ 1235845 h 1235845"/>
              <a:gd name="connsiteX4-129" fmla="*/ 0 w 783379"/>
              <a:gd name="connsiteY4-130" fmla="*/ 2131 h 1235845"/>
              <a:gd name="connsiteX0-131" fmla="*/ 0 w 783379"/>
              <a:gd name="connsiteY0-132" fmla="*/ 2378 h 1236092"/>
              <a:gd name="connsiteX1-133" fmla="*/ 682604 w 783379"/>
              <a:gd name="connsiteY1-134" fmla="*/ 81677 h 1236092"/>
              <a:gd name="connsiteX2-135" fmla="*/ 783379 w 783379"/>
              <a:gd name="connsiteY2-136" fmla="*/ 1236092 h 1236092"/>
              <a:gd name="connsiteX3-137" fmla="*/ 0 w 783379"/>
              <a:gd name="connsiteY3-138" fmla="*/ 1236092 h 1236092"/>
              <a:gd name="connsiteX4-139" fmla="*/ 0 w 783379"/>
              <a:gd name="connsiteY4-140" fmla="*/ 2378 h 1236092"/>
              <a:gd name="connsiteX0-141" fmla="*/ 0 w 783379"/>
              <a:gd name="connsiteY0-142" fmla="*/ 2378 h 1236092"/>
              <a:gd name="connsiteX1-143" fmla="*/ 682604 w 783379"/>
              <a:gd name="connsiteY1-144" fmla="*/ 81677 h 1236092"/>
              <a:gd name="connsiteX2-145" fmla="*/ 783379 w 783379"/>
              <a:gd name="connsiteY2-146" fmla="*/ 1236092 h 1236092"/>
              <a:gd name="connsiteX3-147" fmla="*/ 0 w 783379"/>
              <a:gd name="connsiteY3-148" fmla="*/ 1236092 h 1236092"/>
              <a:gd name="connsiteX4-149" fmla="*/ 0 w 783379"/>
              <a:gd name="connsiteY4-150" fmla="*/ 2378 h 12360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83379" h="1236092">
                <a:moveTo>
                  <a:pt x="0" y="2378"/>
                </a:moveTo>
                <a:cubicBezTo>
                  <a:pt x="246315" y="12157"/>
                  <a:pt x="560240" y="-38015"/>
                  <a:pt x="682604" y="81677"/>
                </a:cubicBezTo>
                <a:cubicBezTo>
                  <a:pt x="794102" y="128347"/>
                  <a:pt x="774492" y="830721"/>
                  <a:pt x="783379" y="1236092"/>
                </a:cubicBezTo>
                <a:lnTo>
                  <a:pt x="0" y="1236092"/>
                </a:lnTo>
                <a:lnTo>
                  <a:pt x="0" y="2378"/>
                </a:lnTo>
                <a:close/>
              </a:path>
            </a:pathLst>
          </a:custGeom>
          <a:solidFill>
            <a:srgbClr val="ABC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20" name="平行四边形 4">
            <a:extLst>
              <a:ext uri="{FF2B5EF4-FFF2-40B4-BE49-F238E27FC236}">
                <a16:creationId xmlns:a16="http://schemas.microsoft.com/office/drawing/2014/main" id="{0975B60B-DFAD-55A7-9D6F-322049C19560}"/>
              </a:ext>
            </a:extLst>
          </p:cNvPr>
          <p:cNvSpPr/>
          <p:nvPr/>
        </p:nvSpPr>
        <p:spPr>
          <a:xfrm rot="4110963">
            <a:off x="4130996" y="4465521"/>
            <a:ext cx="931031" cy="167810"/>
          </a:xfrm>
          <a:custGeom>
            <a:avLst/>
            <a:gdLst>
              <a:gd name="connsiteX0" fmla="*/ 0 w 1349669"/>
              <a:gd name="connsiteY0" fmla="*/ 185915 h 185915"/>
              <a:gd name="connsiteX1" fmla="*/ 46479 w 1349669"/>
              <a:gd name="connsiteY1" fmla="*/ 0 h 185915"/>
              <a:gd name="connsiteX2" fmla="*/ 1349669 w 1349669"/>
              <a:gd name="connsiteY2" fmla="*/ 0 h 185915"/>
              <a:gd name="connsiteX3" fmla="*/ 1303190 w 1349669"/>
              <a:gd name="connsiteY3" fmla="*/ 185915 h 185915"/>
              <a:gd name="connsiteX4" fmla="*/ 0 w 1349669"/>
              <a:gd name="connsiteY4" fmla="*/ 185915 h 185915"/>
              <a:gd name="connsiteX0-1" fmla="*/ 0 w 1349669"/>
              <a:gd name="connsiteY0-2" fmla="*/ 185915 h 216879"/>
              <a:gd name="connsiteX1-3" fmla="*/ 46479 w 1349669"/>
              <a:gd name="connsiteY1-4" fmla="*/ 0 h 216879"/>
              <a:gd name="connsiteX2-5" fmla="*/ 1349669 w 1349669"/>
              <a:gd name="connsiteY2-6" fmla="*/ 0 h 216879"/>
              <a:gd name="connsiteX3-7" fmla="*/ 1161595 w 1349669"/>
              <a:gd name="connsiteY3-8" fmla="*/ 216879 h 216879"/>
              <a:gd name="connsiteX4-9" fmla="*/ 0 w 1349669"/>
              <a:gd name="connsiteY4-10" fmla="*/ 185915 h 216879"/>
              <a:gd name="connsiteX0-11" fmla="*/ 0 w 1520597"/>
              <a:gd name="connsiteY0-12" fmla="*/ 181718 h 216879"/>
              <a:gd name="connsiteX1-13" fmla="*/ 217407 w 1520597"/>
              <a:gd name="connsiteY1-14" fmla="*/ 0 h 216879"/>
              <a:gd name="connsiteX2-15" fmla="*/ 1520597 w 1520597"/>
              <a:gd name="connsiteY2-16" fmla="*/ 0 h 216879"/>
              <a:gd name="connsiteX3-17" fmla="*/ 1332523 w 1520597"/>
              <a:gd name="connsiteY3-18" fmla="*/ 216879 h 216879"/>
              <a:gd name="connsiteX4-19" fmla="*/ 0 w 1520597"/>
              <a:gd name="connsiteY4-20" fmla="*/ 181718 h 216879"/>
              <a:gd name="connsiteX0-21" fmla="*/ 0 w 1544954"/>
              <a:gd name="connsiteY0-22" fmla="*/ 174515 h 216879"/>
              <a:gd name="connsiteX1-23" fmla="*/ 241764 w 1544954"/>
              <a:gd name="connsiteY1-24" fmla="*/ 0 h 216879"/>
              <a:gd name="connsiteX2-25" fmla="*/ 1544954 w 1544954"/>
              <a:gd name="connsiteY2-26" fmla="*/ 0 h 216879"/>
              <a:gd name="connsiteX3-27" fmla="*/ 1356880 w 1544954"/>
              <a:gd name="connsiteY3-28" fmla="*/ 216879 h 216879"/>
              <a:gd name="connsiteX4-29" fmla="*/ 0 w 1544954"/>
              <a:gd name="connsiteY4-30" fmla="*/ 174515 h 216879"/>
              <a:gd name="connsiteX0-31" fmla="*/ 0 w 1544954"/>
              <a:gd name="connsiteY0-32" fmla="*/ 174515 h 216879"/>
              <a:gd name="connsiteX1-33" fmla="*/ 241764 w 1544954"/>
              <a:gd name="connsiteY1-34" fmla="*/ 0 h 216879"/>
              <a:gd name="connsiteX2-35" fmla="*/ 1544954 w 1544954"/>
              <a:gd name="connsiteY2-36" fmla="*/ 0 h 216879"/>
              <a:gd name="connsiteX3-37" fmla="*/ 1356880 w 1544954"/>
              <a:gd name="connsiteY3-38" fmla="*/ 216879 h 216879"/>
              <a:gd name="connsiteX4-39" fmla="*/ 0 w 1544954"/>
              <a:gd name="connsiteY4-40" fmla="*/ 174515 h 216879"/>
              <a:gd name="connsiteX0-41" fmla="*/ 0 w 1544954"/>
              <a:gd name="connsiteY0-42" fmla="*/ 174515 h 216879"/>
              <a:gd name="connsiteX1-43" fmla="*/ 241764 w 1544954"/>
              <a:gd name="connsiteY1-44" fmla="*/ 0 h 216879"/>
              <a:gd name="connsiteX2-45" fmla="*/ 1544954 w 1544954"/>
              <a:gd name="connsiteY2-46" fmla="*/ 0 h 216879"/>
              <a:gd name="connsiteX3-47" fmla="*/ 1356880 w 1544954"/>
              <a:gd name="connsiteY3-48" fmla="*/ 216879 h 216879"/>
              <a:gd name="connsiteX4-49" fmla="*/ 0 w 1544954"/>
              <a:gd name="connsiteY4-50" fmla="*/ 174515 h 216879"/>
              <a:gd name="connsiteX0-51" fmla="*/ 0 w 1586892"/>
              <a:gd name="connsiteY0-52" fmla="*/ 181978 h 224342"/>
              <a:gd name="connsiteX1-53" fmla="*/ 241764 w 1586892"/>
              <a:gd name="connsiteY1-54" fmla="*/ 7463 h 224342"/>
              <a:gd name="connsiteX2-55" fmla="*/ 1586892 w 1586892"/>
              <a:gd name="connsiteY2-56" fmla="*/ 0 h 224342"/>
              <a:gd name="connsiteX3-57" fmla="*/ 1356880 w 1586892"/>
              <a:gd name="connsiteY3-58" fmla="*/ 224342 h 224342"/>
              <a:gd name="connsiteX4-59" fmla="*/ 0 w 1586892"/>
              <a:gd name="connsiteY4-60" fmla="*/ 181978 h 224342"/>
              <a:gd name="connsiteX0-61" fmla="*/ 0 w 1586892"/>
              <a:gd name="connsiteY0-62" fmla="*/ 181978 h 224342"/>
              <a:gd name="connsiteX1-63" fmla="*/ 241764 w 1586892"/>
              <a:gd name="connsiteY1-64" fmla="*/ 7463 h 224342"/>
              <a:gd name="connsiteX2-65" fmla="*/ 1586892 w 1586892"/>
              <a:gd name="connsiteY2-66" fmla="*/ 0 h 224342"/>
              <a:gd name="connsiteX3-67" fmla="*/ 1356880 w 1586892"/>
              <a:gd name="connsiteY3-68" fmla="*/ 224342 h 224342"/>
              <a:gd name="connsiteX4-69" fmla="*/ 0 w 1586892"/>
              <a:gd name="connsiteY4-70" fmla="*/ 181978 h 224342"/>
              <a:gd name="connsiteX0-71" fmla="*/ 0 w 1586892"/>
              <a:gd name="connsiteY0-72" fmla="*/ 181978 h 224342"/>
              <a:gd name="connsiteX1-73" fmla="*/ 241764 w 1586892"/>
              <a:gd name="connsiteY1-74" fmla="*/ 7463 h 224342"/>
              <a:gd name="connsiteX2-75" fmla="*/ 1586892 w 1586892"/>
              <a:gd name="connsiteY2-76" fmla="*/ 0 h 224342"/>
              <a:gd name="connsiteX3-77" fmla="*/ 1356880 w 1586892"/>
              <a:gd name="connsiteY3-78" fmla="*/ 224342 h 224342"/>
              <a:gd name="connsiteX4-79" fmla="*/ 0 w 1586892"/>
              <a:gd name="connsiteY4-80" fmla="*/ 181978 h 224342"/>
              <a:gd name="connsiteX0-81" fmla="*/ 0 w 1352325"/>
              <a:gd name="connsiteY0-82" fmla="*/ 284458 h 284458"/>
              <a:gd name="connsiteX1-83" fmla="*/ 7197 w 1352325"/>
              <a:gd name="connsiteY1-84" fmla="*/ 7463 h 284458"/>
              <a:gd name="connsiteX2-85" fmla="*/ 1352325 w 1352325"/>
              <a:gd name="connsiteY2-86" fmla="*/ 0 h 284458"/>
              <a:gd name="connsiteX3-87" fmla="*/ 1122313 w 1352325"/>
              <a:gd name="connsiteY3-88" fmla="*/ 224342 h 284458"/>
              <a:gd name="connsiteX4-89" fmla="*/ 0 w 1352325"/>
              <a:gd name="connsiteY4-90" fmla="*/ 284458 h 284458"/>
              <a:gd name="connsiteX0-91" fmla="*/ 0 w 1602673"/>
              <a:gd name="connsiteY0-92" fmla="*/ 190553 h 224342"/>
              <a:gd name="connsiteX1-93" fmla="*/ 257545 w 1602673"/>
              <a:gd name="connsiteY1-94" fmla="*/ 7463 h 224342"/>
              <a:gd name="connsiteX2-95" fmla="*/ 1602673 w 1602673"/>
              <a:gd name="connsiteY2-96" fmla="*/ 0 h 224342"/>
              <a:gd name="connsiteX3-97" fmla="*/ 1372661 w 1602673"/>
              <a:gd name="connsiteY3-98" fmla="*/ 224342 h 224342"/>
              <a:gd name="connsiteX4-99" fmla="*/ 0 w 1602673"/>
              <a:gd name="connsiteY4-100" fmla="*/ 190553 h 224342"/>
              <a:gd name="connsiteX0-101" fmla="*/ 0 w 1602673"/>
              <a:gd name="connsiteY0-102" fmla="*/ 190553 h 224342"/>
              <a:gd name="connsiteX1-103" fmla="*/ 257545 w 1602673"/>
              <a:gd name="connsiteY1-104" fmla="*/ 7463 h 224342"/>
              <a:gd name="connsiteX2-105" fmla="*/ 1602673 w 1602673"/>
              <a:gd name="connsiteY2-106" fmla="*/ 0 h 224342"/>
              <a:gd name="connsiteX3-107" fmla="*/ 1372661 w 1602673"/>
              <a:gd name="connsiteY3-108" fmla="*/ 224342 h 224342"/>
              <a:gd name="connsiteX4-109" fmla="*/ 0 w 1602673"/>
              <a:gd name="connsiteY4-110" fmla="*/ 190553 h 224342"/>
              <a:gd name="connsiteX0-111" fmla="*/ 0 w 1602673"/>
              <a:gd name="connsiteY0-112" fmla="*/ 197497 h 231286"/>
              <a:gd name="connsiteX1-113" fmla="*/ 208830 w 1602673"/>
              <a:gd name="connsiteY1-114" fmla="*/ 0 h 231286"/>
              <a:gd name="connsiteX2-115" fmla="*/ 1602673 w 1602673"/>
              <a:gd name="connsiteY2-116" fmla="*/ 6944 h 231286"/>
              <a:gd name="connsiteX3-117" fmla="*/ 1372661 w 1602673"/>
              <a:gd name="connsiteY3-118" fmla="*/ 231286 h 231286"/>
              <a:gd name="connsiteX4-119" fmla="*/ 0 w 1602673"/>
              <a:gd name="connsiteY4-120" fmla="*/ 197497 h 231286"/>
              <a:gd name="connsiteX0-121" fmla="*/ 0 w 1602673"/>
              <a:gd name="connsiteY0-122" fmla="*/ 198870 h 232659"/>
              <a:gd name="connsiteX1-123" fmla="*/ 248967 w 1602673"/>
              <a:gd name="connsiteY1-124" fmla="*/ 0 h 232659"/>
              <a:gd name="connsiteX2-125" fmla="*/ 1602673 w 1602673"/>
              <a:gd name="connsiteY2-126" fmla="*/ 8317 h 232659"/>
              <a:gd name="connsiteX3-127" fmla="*/ 1372661 w 1602673"/>
              <a:gd name="connsiteY3-128" fmla="*/ 232659 h 232659"/>
              <a:gd name="connsiteX4-129" fmla="*/ 0 w 1602673"/>
              <a:gd name="connsiteY4-130" fmla="*/ 198870 h 232659"/>
              <a:gd name="connsiteX0-131" fmla="*/ 0 w 1602673"/>
              <a:gd name="connsiteY0-132" fmla="*/ 197625 h 231414"/>
              <a:gd name="connsiteX1-133" fmla="*/ 241978 w 1602673"/>
              <a:gd name="connsiteY1-134" fmla="*/ 0 h 231414"/>
              <a:gd name="connsiteX2-135" fmla="*/ 1602673 w 1602673"/>
              <a:gd name="connsiteY2-136" fmla="*/ 7072 h 231414"/>
              <a:gd name="connsiteX3-137" fmla="*/ 1372661 w 1602673"/>
              <a:gd name="connsiteY3-138" fmla="*/ 231414 h 231414"/>
              <a:gd name="connsiteX4-139" fmla="*/ 0 w 1602673"/>
              <a:gd name="connsiteY4-140" fmla="*/ 197625 h 231414"/>
              <a:gd name="connsiteX0-141" fmla="*/ 0 w 1602673"/>
              <a:gd name="connsiteY0-142" fmla="*/ 197625 h 231414"/>
              <a:gd name="connsiteX1-143" fmla="*/ 241978 w 1602673"/>
              <a:gd name="connsiteY1-144" fmla="*/ 0 h 231414"/>
              <a:gd name="connsiteX2-145" fmla="*/ 1602673 w 1602673"/>
              <a:gd name="connsiteY2-146" fmla="*/ 7072 h 231414"/>
              <a:gd name="connsiteX3-147" fmla="*/ 1372661 w 1602673"/>
              <a:gd name="connsiteY3-148" fmla="*/ 231414 h 231414"/>
              <a:gd name="connsiteX4-149" fmla="*/ 0 w 1602673"/>
              <a:gd name="connsiteY4-150" fmla="*/ 197625 h 231414"/>
              <a:gd name="connsiteX0-151" fmla="*/ 0 w 1602673"/>
              <a:gd name="connsiteY0-152" fmla="*/ 197625 h 231414"/>
              <a:gd name="connsiteX1-153" fmla="*/ 241978 w 1602673"/>
              <a:gd name="connsiteY1-154" fmla="*/ 0 h 231414"/>
              <a:gd name="connsiteX2-155" fmla="*/ 1602673 w 1602673"/>
              <a:gd name="connsiteY2-156" fmla="*/ 7072 h 231414"/>
              <a:gd name="connsiteX3-157" fmla="*/ 1372661 w 1602673"/>
              <a:gd name="connsiteY3-158" fmla="*/ 231414 h 231414"/>
              <a:gd name="connsiteX4-159" fmla="*/ 0 w 1602673"/>
              <a:gd name="connsiteY4-160" fmla="*/ 197625 h 231414"/>
              <a:gd name="connsiteX0-161" fmla="*/ 0 w 1602673"/>
              <a:gd name="connsiteY0-162" fmla="*/ 197625 h 231414"/>
              <a:gd name="connsiteX1-163" fmla="*/ 241978 w 1602673"/>
              <a:gd name="connsiteY1-164" fmla="*/ 0 h 231414"/>
              <a:gd name="connsiteX2-165" fmla="*/ 1602673 w 1602673"/>
              <a:gd name="connsiteY2-166" fmla="*/ 7072 h 231414"/>
              <a:gd name="connsiteX3-167" fmla="*/ 1372661 w 1602673"/>
              <a:gd name="connsiteY3-168" fmla="*/ 231414 h 231414"/>
              <a:gd name="connsiteX4-169" fmla="*/ 0 w 1602673"/>
              <a:gd name="connsiteY4-170" fmla="*/ 197625 h 231414"/>
              <a:gd name="connsiteX0-171" fmla="*/ 0 w 1605755"/>
              <a:gd name="connsiteY0-172" fmla="*/ 226408 h 231414"/>
              <a:gd name="connsiteX1-173" fmla="*/ 245060 w 1605755"/>
              <a:gd name="connsiteY1-174" fmla="*/ 0 h 231414"/>
              <a:gd name="connsiteX2-175" fmla="*/ 1605755 w 1605755"/>
              <a:gd name="connsiteY2-176" fmla="*/ 7072 h 231414"/>
              <a:gd name="connsiteX3-177" fmla="*/ 1375743 w 1605755"/>
              <a:gd name="connsiteY3-178" fmla="*/ 231414 h 231414"/>
              <a:gd name="connsiteX4-179" fmla="*/ 0 w 1605755"/>
              <a:gd name="connsiteY4-180" fmla="*/ 226408 h 231414"/>
              <a:gd name="connsiteX0-181" fmla="*/ 0 w 1605755"/>
              <a:gd name="connsiteY0-182" fmla="*/ 226408 h 231538"/>
              <a:gd name="connsiteX1-183" fmla="*/ 245060 w 1605755"/>
              <a:gd name="connsiteY1-184" fmla="*/ 0 h 231538"/>
              <a:gd name="connsiteX2-185" fmla="*/ 1605755 w 1605755"/>
              <a:gd name="connsiteY2-186" fmla="*/ 7072 h 231538"/>
              <a:gd name="connsiteX3-187" fmla="*/ 1362376 w 1605755"/>
              <a:gd name="connsiteY3-188" fmla="*/ 231538 h 231538"/>
              <a:gd name="connsiteX4-189" fmla="*/ 0 w 1605755"/>
              <a:gd name="connsiteY4-190" fmla="*/ 226408 h 231538"/>
              <a:gd name="connsiteX0-191" fmla="*/ 0 w 1605755"/>
              <a:gd name="connsiteY0-192" fmla="*/ 226408 h 231538"/>
              <a:gd name="connsiteX1-193" fmla="*/ 245060 w 1605755"/>
              <a:gd name="connsiteY1-194" fmla="*/ 0 h 231538"/>
              <a:gd name="connsiteX2-195" fmla="*/ 1605755 w 1605755"/>
              <a:gd name="connsiteY2-196" fmla="*/ 7072 h 231538"/>
              <a:gd name="connsiteX3-197" fmla="*/ 1362376 w 1605755"/>
              <a:gd name="connsiteY3-198" fmla="*/ 231538 h 231538"/>
              <a:gd name="connsiteX4-199" fmla="*/ 0 w 1605755"/>
              <a:gd name="connsiteY4-200" fmla="*/ 226408 h 231538"/>
              <a:gd name="connsiteX0-201" fmla="*/ 0 w 1605755"/>
              <a:gd name="connsiteY0-202" fmla="*/ 226408 h 231538"/>
              <a:gd name="connsiteX1-203" fmla="*/ 245060 w 1605755"/>
              <a:gd name="connsiteY1-204" fmla="*/ 0 h 231538"/>
              <a:gd name="connsiteX2-205" fmla="*/ 1605755 w 1605755"/>
              <a:gd name="connsiteY2-206" fmla="*/ 7072 h 231538"/>
              <a:gd name="connsiteX3-207" fmla="*/ 1362376 w 1605755"/>
              <a:gd name="connsiteY3-208" fmla="*/ 231538 h 231538"/>
              <a:gd name="connsiteX4-209" fmla="*/ 0 w 1605755"/>
              <a:gd name="connsiteY4-210" fmla="*/ 226408 h 231538"/>
              <a:gd name="connsiteX0-211" fmla="*/ 0 w 1605755"/>
              <a:gd name="connsiteY0-212" fmla="*/ 226408 h 226408"/>
              <a:gd name="connsiteX1-213" fmla="*/ 245060 w 1605755"/>
              <a:gd name="connsiteY1-214" fmla="*/ 0 h 226408"/>
              <a:gd name="connsiteX2-215" fmla="*/ 1605755 w 1605755"/>
              <a:gd name="connsiteY2-216" fmla="*/ 7072 h 226408"/>
              <a:gd name="connsiteX3-217" fmla="*/ 1356419 w 1605755"/>
              <a:gd name="connsiteY3-218" fmla="*/ 209249 h 226408"/>
              <a:gd name="connsiteX4-219" fmla="*/ 0 w 1605755"/>
              <a:gd name="connsiteY4-220" fmla="*/ 226408 h 226408"/>
              <a:gd name="connsiteX0-221" fmla="*/ 0 w 1605755"/>
              <a:gd name="connsiteY0-222" fmla="*/ 226408 h 226408"/>
              <a:gd name="connsiteX1-223" fmla="*/ 245060 w 1605755"/>
              <a:gd name="connsiteY1-224" fmla="*/ 0 h 226408"/>
              <a:gd name="connsiteX2-225" fmla="*/ 1605755 w 1605755"/>
              <a:gd name="connsiteY2-226" fmla="*/ 7072 h 226408"/>
              <a:gd name="connsiteX3-227" fmla="*/ 1356419 w 1605755"/>
              <a:gd name="connsiteY3-228" fmla="*/ 209249 h 226408"/>
              <a:gd name="connsiteX4-229" fmla="*/ 0 w 1605755"/>
              <a:gd name="connsiteY4-230" fmla="*/ 226408 h 226408"/>
              <a:gd name="connsiteX0-231" fmla="*/ 0 w 1613484"/>
              <a:gd name="connsiteY0-232" fmla="*/ 240032 h 240032"/>
              <a:gd name="connsiteX1-233" fmla="*/ 245060 w 1613484"/>
              <a:gd name="connsiteY1-234" fmla="*/ 13624 h 240032"/>
              <a:gd name="connsiteX2-235" fmla="*/ 1613484 w 1613484"/>
              <a:gd name="connsiteY2-236" fmla="*/ 0 h 240032"/>
              <a:gd name="connsiteX3-237" fmla="*/ 1356419 w 1613484"/>
              <a:gd name="connsiteY3-238" fmla="*/ 222873 h 240032"/>
              <a:gd name="connsiteX4-239" fmla="*/ 0 w 1613484"/>
              <a:gd name="connsiteY4-240" fmla="*/ 240032 h 240032"/>
              <a:gd name="connsiteX0-241" fmla="*/ 0 w 1613484"/>
              <a:gd name="connsiteY0-242" fmla="*/ 240032 h 240032"/>
              <a:gd name="connsiteX1-243" fmla="*/ 245060 w 1613484"/>
              <a:gd name="connsiteY1-244" fmla="*/ 13624 h 240032"/>
              <a:gd name="connsiteX2-245" fmla="*/ 1613484 w 1613484"/>
              <a:gd name="connsiteY2-246" fmla="*/ 0 h 240032"/>
              <a:gd name="connsiteX3-247" fmla="*/ 1356419 w 1613484"/>
              <a:gd name="connsiteY3-248" fmla="*/ 222873 h 240032"/>
              <a:gd name="connsiteX4-249" fmla="*/ 0 w 1613484"/>
              <a:gd name="connsiteY4-250" fmla="*/ 240032 h 240032"/>
              <a:gd name="connsiteX0-251" fmla="*/ 0 w 1613484"/>
              <a:gd name="connsiteY0-252" fmla="*/ 240032 h 240032"/>
              <a:gd name="connsiteX1-253" fmla="*/ 262324 w 1613484"/>
              <a:gd name="connsiteY1-254" fmla="*/ 22018 h 240032"/>
              <a:gd name="connsiteX2-255" fmla="*/ 1613484 w 1613484"/>
              <a:gd name="connsiteY2-256" fmla="*/ 0 h 240032"/>
              <a:gd name="connsiteX3-257" fmla="*/ 1356419 w 1613484"/>
              <a:gd name="connsiteY3-258" fmla="*/ 222873 h 240032"/>
              <a:gd name="connsiteX4-259" fmla="*/ 0 w 1613484"/>
              <a:gd name="connsiteY4-260" fmla="*/ 240032 h 240032"/>
              <a:gd name="connsiteX0-261" fmla="*/ 0 w 1613484"/>
              <a:gd name="connsiteY0-262" fmla="*/ 240032 h 240032"/>
              <a:gd name="connsiteX1-263" fmla="*/ 262324 w 1613484"/>
              <a:gd name="connsiteY1-264" fmla="*/ 22018 h 240032"/>
              <a:gd name="connsiteX2-265" fmla="*/ 1613484 w 1613484"/>
              <a:gd name="connsiteY2-266" fmla="*/ 0 h 240032"/>
              <a:gd name="connsiteX3-267" fmla="*/ 1356419 w 1613484"/>
              <a:gd name="connsiteY3-268" fmla="*/ 222873 h 240032"/>
              <a:gd name="connsiteX4-269" fmla="*/ 0 w 1613484"/>
              <a:gd name="connsiteY4-270" fmla="*/ 240032 h 240032"/>
              <a:gd name="connsiteX0-271" fmla="*/ 0 w 1613484"/>
              <a:gd name="connsiteY0-272" fmla="*/ 240032 h 240032"/>
              <a:gd name="connsiteX1-273" fmla="*/ 262324 w 1613484"/>
              <a:gd name="connsiteY1-274" fmla="*/ 22018 h 240032"/>
              <a:gd name="connsiteX2-275" fmla="*/ 1613484 w 1613484"/>
              <a:gd name="connsiteY2-276" fmla="*/ 0 h 240032"/>
              <a:gd name="connsiteX3-277" fmla="*/ 1356419 w 1613484"/>
              <a:gd name="connsiteY3-278" fmla="*/ 222873 h 240032"/>
              <a:gd name="connsiteX4-279" fmla="*/ 0 w 1613484"/>
              <a:gd name="connsiteY4-280" fmla="*/ 240032 h 240032"/>
              <a:gd name="connsiteX0-281" fmla="*/ 0 w 1613484"/>
              <a:gd name="connsiteY0-282" fmla="*/ 240032 h 240032"/>
              <a:gd name="connsiteX1-283" fmla="*/ 262324 w 1613484"/>
              <a:gd name="connsiteY1-284" fmla="*/ 22018 h 240032"/>
              <a:gd name="connsiteX2-285" fmla="*/ 1613484 w 1613484"/>
              <a:gd name="connsiteY2-286" fmla="*/ 0 h 240032"/>
              <a:gd name="connsiteX3-287" fmla="*/ 1356419 w 1613484"/>
              <a:gd name="connsiteY3-288" fmla="*/ 222873 h 240032"/>
              <a:gd name="connsiteX4-289" fmla="*/ 0 w 1613484"/>
              <a:gd name="connsiteY4-290" fmla="*/ 240032 h 240032"/>
              <a:gd name="connsiteX0-291" fmla="*/ 0 w 1613484"/>
              <a:gd name="connsiteY0-292" fmla="*/ 240032 h 240032"/>
              <a:gd name="connsiteX1-293" fmla="*/ 262324 w 1613484"/>
              <a:gd name="connsiteY1-294" fmla="*/ 22018 h 240032"/>
              <a:gd name="connsiteX2-295" fmla="*/ 1613484 w 1613484"/>
              <a:gd name="connsiteY2-296" fmla="*/ 0 h 240032"/>
              <a:gd name="connsiteX3-297" fmla="*/ 1356419 w 1613484"/>
              <a:gd name="connsiteY3-298" fmla="*/ 222873 h 240032"/>
              <a:gd name="connsiteX4-299" fmla="*/ 0 w 1613484"/>
              <a:gd name="connsiteY4-300" fmla="*/ 240032 h 2400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613484" h="240030">
                <a:moveTo>
                  <a:pt x="0" y="240032"/>
                </a:moveTo>
                <a:cubicBezTo>
                  <a:pt x="241729" y="163961"/>
                  <a:pt x="226096" y="66750"/>
                  <a:pt x="262324" y="22018"/>
                </a:cubicBezTo>
                <a:lnTo>
                  <a:pt x="1613484" y="0"/>
                </a:lnTo>
                <a:cubicBezTo>
                  <a:pt x="1574036" y="105654"/>
                  <a:pt x="1571019" y="157953"/>
                  <a:pt x="1356419" y="222873"/>
                </a:cubicBezTo>
                <a:cubicBezTo>
                  <a:pt x="1303391" y="238655"/>
                  <a:pt x="452140" y="234312"/>
                  <a:pt x="0" y="240032"/>
                </a:cubicBezTo>
                <a:close/>
              </a:path>
            </a:pathLst>
          </a:custGeom>
          <a:solidFill>
            <a:srgbClr val="FFB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21" name="下箭头 20">
            <a:extLst>
              <a:ext uri="{FF2B5EF4-FFF2-40B4-BE49-F238E27FC236}">
                <a16:creationId xmlns:a16="http://schemas.microsoft.com/office/drawing/2014/main" id="{342B8E29-9B26-3D9F-A6D9-4450D5C07DB0}"/>
              </a:ext>
            </a:extLst>
          </p:cNvPr>
          <p:cNvSpPr/>
          <p:nvPr/>
        </p:nvSpPr>
        <p:spPr>
          <a:xfrm rot="16210314">
            <a:off x="5167491" y="3522209"/>
            <a:ext cx="1447525" cy="2148810"/>
          </a:xfrm>
          <a:prstGeom prst="downArrow">
            <a:avLst/>
          </a:prstGeom>
          <a:solidFill>
            <a:srgbClr val="FFB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22" name="等腰三角形 17">
            <a:extLst>
              <a:ext uri="{FF2B5EF4-FFF2-40B4-BE49-F238E27FC236}">
                <a16:creationId xmlns:a16="http://schemas.microsoft.com/office/drawing/2014/main" id="{853C12D6-6484-4DF4-530D-2AB333626AD4}"/>
              </a:ext>
            </a:extLst>
          </p:cNvPr>
          <p:cNvSpPr/>
          <p:nvPr/>
        </p:nvSpPr>
        <p:spPr>
          <a:xfrm rot="10802444">
            <a:off x="4506828" y="4233055"/>
            <a:ext cx="623360" cy="725315"/>
          </a:xfrm>
          <a:prstGeom prst="triangle">
            <a:avLst>
              <a:gd name="adj" fmla="val 49954"/>
            </a:avLst>
          </a:prstGeom>
          <a:solidFill>
            <a:srgbClr val="FFB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sp>
        <p:nvSpPr>
          <p:cNvPr id="23" name="下箭头 22">
            <a:extLst>
              <a:ext uri="{FF2B5EF4-FFF2-40B4-BE49-F238E27FC236}">
                <a16:creationId xmlns:a16="http://schemas.microsoft.com/office/drawing/2014/main" id="{44129749-6AF0-00D8-0FFD-E3850D922025}"/>
              </a:ext>
            </a:extLst>
          </p:cNvPr>
          <p:cNvSpPr/>
          <p:nvPr/>
        </p:nvSpPr>
        <p:spPr>
          <a:xfrm rot="1800000">
            <a:off x="4660264" y="1830760"/>
            <a:ext cx="1447524" cy="2148810"/>
          </a:xfrm>
          <a:prstGeom prst="downArrow">
            <a:avLst/>
          </a:prstGeom>
          <a:solidFill>
            <a:srgbClr val="3B5C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rtlCol="0" anchor="ctr"/>
          <a:lstStyle/>
          <a:p>
            <a:pPr algn="ctr"/>
            <a:endParaRPr lang="zh-CN" altLang="en-US" sz="1400">
              <a:solidFill>
                <a:srgbClr val="292929"/>
              </a:solidFill>
              <a:cs typeface="+mn-ea"/>
              <a:sym typeface="+mn-lt"/>
            </a:endParaRPr>
          </a:p>
        </p:txBody>
      </p:sp>
      <p:grpSp>
        <p:nvGrpSpPr>
          <p:cNvPr id="24" name="组合 23" descr="D:\51PPT模板网\51pptmoban.com\图片.jpg">
            <a:extLst>
              <a:ext uri="{FF2B5EF4-FFF2-40B4-BE49-F238E27FC236}">
                <a16:creationId xmlns:a16="http://schemas.microsoft.com/office/drawing/2014/main" id="{07190544-1CB0-8EA1-F247-C002CEF8689D}"/>
              </a:ext>
            </a:extLst>
          </p:cNvPr>
          <p:cNvGrpSpPr/>
          <p:nvPr/>
        </p:nvGrpSpPr>
        <p:grpSpPr>
          <a:xfrm>
            <a:off x="7879429" y="3332151"/>
            <a:ext cx="757549" cy="548932"/>
            <a:chOff x="6267244" y="2682851"/>
            <a:chExt cx="708912" cy="513689"/>
          </a:xfrm>
        </p:grpSpPr>
        <p:sp>
          <p:nvSpPr>
            <p:cNvPr id="25" name="任意多边形 20">
              <a:extLst>
                <a:ext uri="{FF2B5EF4-FFF2-40B4-BE49-F238E27FC236}">
                  <a16:creationId xmlns:a16="http://schemas.microsoft.com/office/drawing/2014/main" id="{353B656A-1280-1290-3D3B-40E6F5608820}"/>
                </a:ext>
              </a:extLst>
            </p:cNvPr>
            <p:cNvSpPr/>
            <p:nvPr/>
          </p:nvSpPr>
          <p:spPr>
            <a:xfrm flipV="1">
              <a:off x="6267244" y="2742059"/>
              <a:ext cx="666343" cy="454481"/>
            </a:xfrm>
            <a:custGeom>
              <a:avLst/>
              <a:gdLst>
                <a:gd name="connsiteX0" fmla="*/ 0 w 2819400"/>
                <a:gd name="connsiteY0" fmla="*/ 0 h 190500"/>
                <a:gd name="connsiteX1" fmla="*/ 2819400 w 2819400"/>
                <a:gd name="connsiteY1" fmla="*/ 0 h 190500"/>
                <a:gd name="connsiteX2" fmla="*/ 2819400 w 2819400"/>
                <a:gd name="connsiteY2" fmla="*/ 190500 h 190500"/>
                <a:gd name="connsiteX3" fmla="*/ 2762250 w 2819400"/>
                <a:gd name="connsiteY3" fmla="*/ 190500 h 190500"/>
                <a:gd name="connsiteX0-1" fmla="*/ 0 w 2819400"/>
                <a:gd name="connsiteY0-2" fmla="*/ 0 h 190500"/>
                <a:gd name="connsiteX1-3" fmla="*/ 2819400 w 2819400"/>
                <a:gd name="connsiteY1-4" fmla="*/ 0 h 190500"/>
                <a:gd name="connsiteX2-5" fmla="*/ 2819400 w 2819400"/>
                <a:gd name="connsiteY2-6" fmla="*/ 190500 h 1905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19400" h="190500">
                  <a:moveTo>
                    <a:pt x="0" y="0"/>
                  </a:moveTo>
                  <a:lnTo>
                    <a:pt x="2819400" y="0"/>
                  </a:lnTo>
                  <a:lnTo>
                    <a:pt x="2819400" y="19050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6" tIns="45713" rIns="91426" bIns="45713" rtlCol="0" anchor="ctr"/>
            <a:lstStyle/>
            <a:p>
              <a:pPr algn="ctr"/>
              <a:endParaRPr lang="zh-CN" altLang="en-US" sz="1400">
                <a:solidFill>
                  <a:srgbClr val="292929"/>
                </a:solidFill>
                <a:cs typeface="+mn-ea"/>
                <a:sym typeface="+mn-lt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3120603F-B519-4209-EB0E-D7C71E96C64B}"/>
                </a:ext>
              </a:extLst>
            </p:cNvPr>
            <p:cNvSpPr/>
            <p:nvPr/>
          </p:nvSpPr>
          <p:spPr>
            <a:xfrm>
              <a:off x="6891017" y="2682851"/>
              <a:ext cx="85139" cy="8514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6" tIns="45713" rIns="91426" bIns="45713" rtlCol="0" anchor="ctr"/>
            <a:lstStyle/>
            <a:p>
              <a:pPr algn="ctr"/>
              <a:endParaRPr lang="zh-CN" altLang="en-US" sz="1400">
                <a:solidFill>
                  <a:srgbClr val="29292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3B27562-BE7B-042B-912C-98DAA8F2821C}"/>
              </a:ext>
            </a:extLst>
          </p:cNvPr>
          <p:cNvGrpSpPr/>
          <p:nvPr/>
        </p:nvGrpSpPr>
        <p:grpSpPr>
          <a:xfrm>
            <a:off x="3558882" y="1963839"/>
            <a:ext cx="1886833" cy="387311"/>
            <a:chOff x="2224091" y="1402389"/>
            <a:chExt cx="1765693" cy="362444"/>
          </a:xfrm>
        </p:grpSpPr>
        <p:sp>
          <p:nvSpPr>
            <p:cNvPr id="28" name="任意多边形 26">
              <a:extLst>
                <a:ext uri="{FF2B5EF4-FFF2-40B4-BE49-F238E27FC236}">
                  <a16:creationId xmlns:a16="http://schemas.microsoft.com/office/drawing/2014/main" id="{3C68E61C-FB2C-C452-129B-46B904F1300E}"/>
                </a:ext>
              </a:extLst>
            </p:cNvPr>
            <p:cNvSpPr/>
            <p:nvPr/>
          </p:nvSpPr>
          <p:spPr>
            <a:xfrm flipH="1">
              <a:off x="2269439" y="1402389"/>
              <a:ext cx="1720345" cy="304024"/>
            </a:xfrm>
            <a:custGeom>
              <a:avLst/>
              <a:gdLst>
                <a:gd name="connsiteX0" fmla="*/ 0 w 2819400"/>
                <a:gd name="connsiteY0" fmla="*/ 0 h 190500"/>
                <a:gd name="connsiteX1" fmla="*/ 2819400 w 2819400"/>
                <a:gd name="connsiteY1" fmla="*/ 0 h 190500"/>
                <a:gd name="connsiteX2" fmla="*/ 2819400 w 2819400"/>
                <a:gd name="connsiteY2" fmla="*/ 190500 h 190500"/>
                <a:gd name="connsiteX3" fmla="*/ 2762250 w 2819400"/>
                <a:gd name="connsiteY3" fmla="*/ 190500 h 190500"/>
                <a:gd name="connsiteX0-1" fmla="*/ 0 w 2819400"/>
                <a:gd name="connsiteY0-2" fmla="*/ 0 h 190500"/>
                <a:gd name="connsiteX1-3" fmla="*/ 2819400 w 2819400"/>
                <a:gd name="connsiteY1-4" fmla="*/ 0 h 190500"/>
                <a:gd name="connsiteX2-5" fmla="*/ 2819400 w 2819400"/>
                <a:gd name="connsiteY2-6" fmla="*/ 190500 h 1905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19400" h="190500">
                  <a:moveTo>
                    <a:pt x="0" y="0"/>
                  </a:moveTo>
                  <a:lnTo>
                    <a:pt x="2819400" y="0"/>
                  </a:lnTo>
                  <a:lnTo>
                    <a:pt x="2819400" y="19050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6" tIns="45713" rIns="91426" bIns="45713" rtlCol="0" anchor="ctr"/>
            <a:lstStyle/>
            <a:p>
              <a:pPr algn="ctr"/>
              <a:endParaRPr lang="zh-CN" altLang="en-US" sz="1400">
                <a:solidFill>
                  <a:srgbClr val="292929"/>
                </a:solidFill>
                <a:cs typeface="+mn-ea"/>
                <a:sym typeface="+mn-lt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E8E2535F-0676-604E-933C-38C20ED5867E}"/>
                </a:ext>
              </a:extLst>
            </p:cNvPr>
            <p:cNvSpPr/>
            <p:nvPr/>
          </p:nvSpPr>
          <p:spPr>
            <a:xfrm>
              <a:off x="2224091" y="1679693"/>
              <a:ext cx="85139" cy="8514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6" tIns="45713" rIns="91426" bIns="45713" rtlCol="0" anchor="ctr"/>
            <a:lstStyle/>
            <a:p>
              <a:pPr algn="ctr"/>
              <a:endParaRPr lang="zh-CN" altLang="en-US" sz="1400">
                <a:solidFill>
                  <a:srgbClr val="29292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文本框 62">
            <a:extLst>
              <a:ext uri="{FF2B5EF4-FFF2-40B4-BE49-F238E27FC236}">
                <a16:creationId xmlns:a16="http://schemas.microsoft.com/office/drawing/2014/main" id="{7874C9AE-14AA-4A02-4FEC-90D6FC1FAC9C}"/>
              </a:ext>
            </a:extLst>
          </p:cNvPr>
          <p:cNvSpPr txBox="1"/>
          <p:nvPr/>
        </p:nvSpPr>
        <p:spPr>
          <a:xfrm>
            <a:off x="5194218" y="2284612"/>
            <a:ext cx="819525" cy="461651"/>
          </a:xfrm>
          <a:prstGeom prst="rect">
            <a:avLst/>
          </a:prstGeom>
          <a:noFill/>
        </p:spPr>
        <p:txBody>
          <a:bodyPr wrap="square" lIns="91426" tIns="45713" rIns="91426" bIns="45713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1" name="文本框 63">
            <a:extLst>
              <a:ext uri="{FF2B5EF4-FFF2-40B4-BE49-F238E27FC236}">
                <a16:creationId xmlns:a16="http://schemas.microsoft.com/office/drawing/2014/main" id="{114722DB-80CA-C91D-08BF-B3271A51B518}"/>
              </a:ext>
            </a:extLst>
          </p:cNvPr>
          <p:cNvSpPr txBox="1"/>
          <p:nvPr/>
        </p:nvSpPr>
        <p:spPr>
          <a:xfrm>
            <a:off x="6814081" y="3302271"/>
            <a:ext cx="819525" cy="461651"/>
          </a:xfrm>
          <a:prstGeom prst="rect">
            <a:avLst/>
          </a:prstGeom>
          <a:noFill/>
        </p:spPr>
        <p:txBody>
          <a:bodyPr wrap="square" lIns="91426" tIns="45713" rIns="91426" bIns="45713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文本框 64">
            <a:extLst>
              <a:ext uri="{FF2B5EF4-FFF2-40B4-BE49-F238E27FC236}">
                <a16:creationId xmlns:a16="http://schemas.microsoft.com/office/drawing/2014/main" id="{90E618B3-A1A1-B85C-D194-6FE7C249B87B}"/>
              </a:ext>
            </a:extLst>
          </p:cNvPr>
          <p:cNvSpPr txBox="1"/>
          <p:nvPr/>
        </p:nvSpPr>
        <p:spPr>
          <a:xfrm>
            <a:off x="5104079" y="4361181"/>
            <a:ext cx="819525" cy="461651"/>
          </a:xfrm>
          <a:prstGeom prst="rect">
            <a:avLst/>
          </a:prstGeom>
          <a:noFill/>
        </p:spPr>
        <p:txBody>
          <a:bodyPr wrap="square" lIns="91426" tIns="45713" rIns="91426" bIns="45713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6D500A6-279A-7F68-4367-F94E25A2D3EA}"/>
              </a:ext>
            </a:extLst>
          </p:cNvPr>
          <p:cNvGrpSpPr/>
          <p:nvPr/>
        </p:nvGrpSpPr>
        <p:grpSpPr>
          <a:xfrm>
            <a:off x="1082291" y="2424668"/>
            <a:ext cx="2984539" cy="810880"/>
            <a:chOff x="283598" y="1906534"/>
            <a:chExt cx="2984539" cy="810880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47949059-007A-8DA6-B10E-85260DE87A51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268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ym typeface="HarmonyOS Sans SC Light" panose="00000400000000000000" pitchFamily="2" charset="-122"/>
                </a:rPr>
                <a:t>设置降噪规则，避免因为</a:t>
              </a:r>
              <a:r>
                <a:rPr lang="en-US" altLang="zh-CN" sz="1000" dirty="0" err="1">
                  <a:sym typeface="HarmonyOS Sans SC Light" panose="00000400000000000000" pitchFamily="2" charset="-122"/>
                </a:rPr>
                <a:t>traceId</a:t>
              </a:r>
              <a:r>
                <a:rPr lang="zh-CN" altLang="en-US" sz="1000" dirty="0">
                  <a:sym typeface="HarmonyOS Sans SC Light" panose="00000400000000000000" pitchFamily="2" charset="-122"/>
                </a:rPr>
                <a:t>，或者随机数等引起的比对错误</a:t>
              </a:r>
              <a:endParaRPr lang="en-US" altLang="zh-CN" sz="1000" dirty="0">
                <a:sym typeface="HarmonyOS Sans SC Light" panose="00000400000000000000" pitchFamily="2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1C88FC5-EB17-9653-9C34-217D70C755F2}"/>
                </a:ext>
              </a:extLst>
            </p:cNvPr>
            <p:cNvSpPr txBox="1"/>
            <p:nvPr/>
          </p:nvSpPr>
          <p:spPr>
            <a:xfrm>
              <a:off x="103257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降噪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8CD5452-0560-5806-18B8-C338671BB484}"/>
              </a:ext>
            </a:extLst>
          </p:cNvPr>
          <p:cNvGrpSpPr/>
          <p:nvPr/>
        </p:nvGrpSpPr>
        <p:grpSpPr>
          <a:xfrm>
            <a:off x="8235458" y="2398148"/>
            <a:ext cx="2966425" cy="580047"/>
            <a:chOff x="283598" y="1906534"/>
            <a:chExt cx="2966425" cy="580047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0CFA11E-131B-A5F0-8256-2290A9291890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295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ym typeface="HarmonyOS Sans SC Light" panose="00000400000000000000" pitchFamily="2" charset="-122"/>
                </a:rPr>
                <a:t>本地缓存、</a:t>
              </a:r>
              <a:r>
                <a:rPr lang="en-US" altLang="zh-CN" sz="1000" dirty="0">
                  <a:sym typeface="HarmonyOS Sans SC Light" panose="00000400000000000000" pitchFamily="2" charset="-122"/>
                </a:rPr>
                <a:t>es</a:t>
              </a:r>
              <a:r>
                <a:rPr lang="zh-CN" altLang="en-US" sz="1000" dirty="0">
                  <a:sym typeface="HarmonyOS Sans SC Light" panose="00000400000000000000" pitchFamily="2" charset="-122"/>
                </a:rPr>
                <a:t>、</a:t>
              </a:r>
              <a:r>
                <a:rPr lang="en-US" altLang="zh-CN" sz="1000" dirty="0" err="1">
                  <a:sym typeface="HarmonyOS Sans SC Light" panose="00000400000000000000" pitchFamily="2" charset="-122"/>
                </a:rPr>
                <a:t>redis</a:t>
              </a:r>
              <a:r>
                <a:rPr lang="en-US" altLang="zh-CN" sz="1000" dirty="0">
                  <a:sym typeface="HarmonyOS Sans SC Light" panose="00000400000000000000" pitchFamily="2" charset="-122"/>
                </a:rPr>
                <a:t>-lock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79E3109E-DAC3-9887-F25C-EA2C3FCA5A67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合理运用动态类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90841C2-E7E0-4364-77D9-4CF8C0505284}"/>
              </a:ext>
            </a:extLst>
          </p:cNvPr>
          <p:cNvGrpSpPr/>
          <p:nvPr/>
        </p:nvGrpSpPr>
        <p:grpSpPr>
          <a:xfrm>
            <a:off x="1082291" y="4690663"/>
            <a:ext cx="2984539" cy="1041712"/>
            <a:chOff x="283598" y="1906534"/>
            <a:chExt cx="2984539" cy="1041712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E0FA4E8-EDA1-7D48-CC09-558A591720CD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7576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ym typeface="HarmonyOS Sans SC Light" panose="00000400000000000000" pitchFamily="2" charset="-122"/>
                </a:rPr>
                <a:t>环境配置（配置中心），环境配置（本地</a:t>
              </a:r>
              <a:r>
                <a:rPr lang="en-US" altLang="zh-CN" sz="1000" dirty="0">
                  <a:sym typeface="HarmonyOS Sans SC Light" panose="00000400000000000000" pitchFamily="2" charset="-122"/>
                </a:rPr>
                <a:t>ENV</a:t>
              </a:r>
              <a:r>
                <a:rPr lang="zh-CN" altLang="en-US" sz="1000" dirty="0">
                  <a:sym typeface="HarmonyOS Sans SC Light" panose="00000400000000000000" pitchFamily="2" charset="-122"/>
                </a:rPr>
                <a:t>的值），代码逻辑区分了环境的</a:t>
              </a:r>
              <a:r>
                <a:rPr lang="en-US" altLang="zh-CN" sz="1000" dirty="0">
                  <a:sym typeface="HarmonyOS Sans SC Light" panose="00000400000000000000" pitchFamily="2" charset="-122"/>
                </a:rPr>
                <a:t>【</a:t>
              </a:r>
              <a:r>
                <a:rPr lang="en-US" altLang="zh-CN" sz="1000" dirty="0" err="1">
                  <a:sym typeface="HarmonyOS Sans SC Light" panose="00000400000000000000" pitchFamily="2" charset="-122"/>
                </a:rPr>
                <a:t>wx</a:t>
              </a:r>
              <a:r>
                <a:rPr lang="zh-CN" altLang="en-US" sz="1000" dirty="0">
                  <a:sym typeface="HarmonyOS Sans SC Light" panose="00000400000000000000" pitchFamily="2" charset="-122"/>
                </a:rPr>
                <a:t>消息通知、</a:t>
              </a:r>
              <a:r>
                <a:rPr lang="en-US" altLang="zh-CN" sz="1000" dirty="0">
                  <a:sym typeface="HarmonyOS Sans SC Light" panose="00000400000000000000" pitchFamily="2" charset="-122"/>
                </a:rPr>
                <a:t>es</a:t>
              </a:r>
              <a:r>
                <a:rPr lang="zh-CN" altLang="en-US" sz="1000" dirty="0">
                  <a:sym typeface="HarmonyOS Sans SC Light" panose="00000400000000000000" pitchFamily="2" charset="-122"/>
                </a:rPr>
                <a:t>操作</a:t>
              </a:r>
              <a:r>
                <a:rPr lang="en-US" altLang="zh-CN" sz="1000" dirty="0">
                  <a:sym typeface="HarmonyOS Sans SC Light" panose="00000400000000000000" pitchFamily="2" charset="-122"/>
                </a:rPr>
                <a:t>】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BACB473-4019-C781-A81A-90AB15AFAEBE}"/>
                </a:ext>
              </a:extLst>
            </p:cNvPr>
            <p:cNvSpPr txBox="1"/>
            <p:nvPr/>
          </p:nvSpPr>
          <p:spPr>
            <a:xfrm>
              <a:off x="103257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环境差异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BCFE9A0-5026-7BEB-7350-8A5AA3C1BCAC}"/>
              </a:ext>
            </a:extLst>
          </p:cNvPr>
          <p:cNvGrpSpPr/>
          <p:nvPr/>
        </p:nvGrpSpPr>
        <p:grpSpPr>
          <a:xfrm flipH="1" flipV="1">
            <a:off x="3688793" y="4339650"/>
            <a:ext cx="757548" cy="270590"/>
            <a:chOff x="6267245" y="2943323"/>
            <a:chExt cx="708911" cy="253217"/>
          </a:xfrm>
        </p:grpSpPr>
        <p:sp>
          <p:nvSpPr>
            <p:cNvPr id="43" name="任意多边形 20">
              <a:extLst>
                <a:ext uri="{FF2B5EF4-FFF2-40B4-BE49-F238E27FC236}">
                  <a16:creationId xmlns:a16="http://schemas.microsoft.com/office/drawing/2014/main" id="{B7A91C7A-71D5-881B-AD5D-8EFF0BBB4F7B}"/>
                </a:ext>
              </a:extLst>
            </p:cNvPr>
            <p:cNvSpPr/>
            <p:nvPr/>
          </p:nvSpPr>
          <p:spPr>
            <a:xfrm flipV="1">
              <a:off x="6267245" y="3001078"/>
              <a:ext cx="666343" cy="195462"/>
            </a:xfrm>
            <a:custGeom>
              <a:avLst/>
              <a:gdLst>
                <a:gd name="connsiteX0" fmla="*/ 0 w 2819400"/>
                <a:gd name="connsiteY0" fmla="*/ 0 h 190500"/>
                <a:gd name="connsiteX1" fmla="*/ 2819400 w 2819400"/>
                <a:gd name="connsiteY1" fmla="*/ 0 h 190500"/>
                <a:gd name="connsiteX2" fmla="*/ 2819400 w 2819400"/>
                <a:gd name="connsiteY2" fmla="*/ 190500 h 190500"/>
                <a:gd name="connsiteX3" fmla="*/ 2762250 w 2819400"/>
                <a:gd name="connsiteY3" fmla="*/ 190500 h 190500"/>
                <a:gd name="connsiteX0-1" fmla="*/ 0 w 2819400"/>
                <a:gd name="connsiteY0-2" fmla="*/ 0 h 190500"/>
                <a:gd name="connsiteX1-3" fmla="*/ 2819400 w 2819400"/>
                <a:gd name="connsiteY1-4" fmla="*/ 0 h 190500"/>
                <a:gd name="connsiteX2-5" fmla="*/ 2819400 w 2819400"/>
                <a:gd name="connsiteY2-6" fmla="*/ 190500 h 1905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19400" h="190500">
                  <a:moveTo>
                    <a:pt x="0" y="0"/>
                  </a:moveTo>
                  <a:lnTo>
                    <a:pt x="2819400" y="0"/>
                  </a:lnTo>
                  <a:lnTo>
                    <a:pt x="2819400" y="19050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6" tIns="45713" rIns="91426" bIns="45713" rtlCol="0" anchor="ctr"/>
            <a:lstStyle/>
            <a:p>
              <a:pPr algn="ctr"/>
              <a:endParaRPr lang="zh-CN" altLang="en-US" sz="1400">
                <a:solidFill>
                  <a:srgbClr val="292929"/>
                </a:solidFill>
                <a:cs typeface="+mn-ea"/>
                <a:sym typeface="+mn-lt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B0E1D70B-E7B5-FAA0-2132-77B8626FDCE4}"/>
                </a:ext>
              </a:extLst>
            </p:cNvPr>
            <p:cNvSpPr/>
            <p:nvPr/>
          </p:nvSpPr>
          <p:spPr>
            <a:xfrm>
              <a:off x="6891017" y="2943323"/>
              <a:ext cx="85139" cy="8514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6" tIns="45713" rIns="91426" bIns="45713" rtlCol="0" anchor="ctr"/>
            <a:lstStyle/>
            <a:p>
              <a:pPr algn="ctr"/>
              <a:endParaRPr lang="zh-CN" altLang="en-US" sz="1400">
                <a:solidFill>
                  <a:srgbClr val="292929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2854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en-US" altLang="zh-CN" dirty="0" err="1"/>
              <a:t>arex</a:t>
            </a:r>
            <a:r>
              <a:rPr lang="zh-CN" altLang="en-US" dirty="0"/>
              <a:t>自身存在的问题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21847DA-698D-4522-C30C-5879D4B249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五边形 82">
            <a:extLst>
              <a:ext uri="{FF2B5EF4-FFF2-40B4-BE49-F238E27FC236}">
                <a16:creationId xmlns:a16="http://schemas.microsoft.com/office/drawing/2014/main" id="{34541AF1-FD94-77F9-1096-26F1BFA32113}"/>
              </a:ext>
            </a:extLst>
          </p:cNvPr>
          <p:cNvSpPr/>
          <p:nvPr/>
        </p:nvSpPr>
        <p:spPr>
          <a:xfrm>
            <a:off x="1431242" y="1212184"/>
            <a:ext cx="2436016" cy="958849"/>
          </a:xfrm>
          <a:prstGeom prst="homePlate">
            <a:avLst>
              <a:gd name="adj" fmla="val 30537"/>
            </a:avLst>
          </a:prstGeom>
          <a:solidFill>
            <a:srgbClr val="FFBC00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/>
            <a:endParaRPr lang="zh-CN" altLang="en-US" sz="1000" kern="0">
              <a:solidFill>
                <a:srgbClr val="FFFFFF"/>
              </a:solidFill>
              <a:cs typeface="+mn-ea"/>
            </a:endParaRPr>
          </a:p>
        </p:txBody>
      </p:sp>
      <p:sp>
        <p:nvSpPr>
          <p:cNvPr id="7" name="任意多边形: 形状 3">
            <a:extLst>
              <a:ext uri="{FF2B5EF4-FFF2-40B4-BE49-F238E27FC236}">
                <a16:creationId xmlns:a16="http://schemas.microsoft.com/office/drawing/2014/main" id="{FCFB5F50-7775-1B22-FBE3-AF8572571E8E}"/>
              </a:ext>
            </a:extLst>
          </p:cNvPr>
          <p:cNvSpPr/>
          <p:nvPr/>
        </p:nvSpPr>
        <p:spPr>
          <a:xfrm>
            <a:off x="3713040" y="1212182"/>
            <a:ext cx="7047718" cy="958848"/>
          </a:xfrm>
          <a:custGeom>
            <a:avLst/>
            <a:gdLst>
              <a:gd name="connsiteX0" fmla="*/ 0 w 7047718"/>
              <a:gd name="connsiteY0" fmla="*/ 0 h 958848"/>
              <a:gd name="connsiteX1" fmla="*/ 2281799 w 7047718"/>
              <a:gd name="connsiteY1" fmla="*/ 0 h 958848"/>
              <a:gd name="connsiteX2" fmla="*/ 3355658 w 7047718"/>
              <a:gd name="connsiteY2" fmla="*/ 0 h 958848"/>
              <a:gd name="connsiteX3" fmla="*/ 5306987 w 7047718"/>
              <a:gd name="connsiteY3" fmla="*/ 0 h 958848"/>
              <a:gd name="connsiteX4" fmla="*/ 5637457 w 7047718"/>
              <a:gd name="connsiteY4" fmla="*/ 0 h 958848"/>
              <a:gd name="connsiteX5" fmla="*/ 5712361 w 7047718"/>
              <a:gd name="connsiteY5" fmla="*/ 0 h 958848"/>
              <a:gd name="connsiteX6" fmla="*/ 7047718 w 7047718"/>
              <a:gd name="connsiteY6" fmla="*/ 0 h 958848"/>
              <a:gd name="connsiteX7" fmla="*/ 7047718 w 7047718"/>
              <a:gd name="connsiteY7" fmla="*/ 958848 h 958848"/>
              <a:gd name="connsiteX8" fmla="*/ 5712361 w 7047718"/>
              <a:gd name="connsiteY8" fmla="*/ 958848 h 958848"/>
              <a:gd name="connsiteX9" fmla="*/ 5637457 w 7047718"/>
              <a:gd name="connsiteY9" fmla="*/ 958848 h 958848"/>
              <a:gd name="connsiteX10" fmla="*/ 5306987 w 7047718"/>
              <a:gd name="connsiteY10" fmla="*/ 958848 h 958848"/>
              <a:gd name="connsiteX11" fmla="*/ 3355658 w 7047718"/>
              <a:gd name="connsiteY11" fmla="*/ 958848 h 958848"/>
              <a:gd name="connsiteX12" fmla="*/ 2281799 w 7047718"/>
              <a:gd name="connsiteY12" fmla="*/ 958848 h 958848"/>
              <a:gd name="connsiteX13" fmla="*/ 0 w 7047718"/>
              <a:gd name="connsiteY13" fmla="*/ 958848 h 958848"/>
              <a:gd name="connsiteX14" fmla="*/ 271298 w 7047718"/>
              <a:gd name="connsiteY14" fmla="*/ 479424 h 958848"/>
              <a:gd name="connsiteX15" fmla="*/ 0 w 7047718"/>
              <a:gd name="connsiteY15" fmla="*/ 0 h 95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047718" h="958848">
                <a:moveTo>
                  <a:pt x="0" y="0"/>
                </a:moveTo>
                <a:lnTo>
                  <a:pt x="2281799" y="0"/>
                </a:lnTo>
                <a:lnTo>
                  <a:pt x="3355658" y="0"/>
                </a:lnTo>
                <a:lnTo>
                  <a:pt x="5306987" y="0"/>
                </a:lnTo>
                <a:lnTo>
                  <a:pt x="5637457" y="0"/>
                </a:lnTo>
                <a:lnTo>
                  <a:pt x="5712361" y="0"/>
                </a:lnTo>
                <a:lnTo>
                  <a:pt x="7047718" y="0"/>
                </a:lnTo>
                <a:lnTo>
                  <a:pt x="7047718" y="958848"/>
                </a:lnTo>
                <a:lnTo>
                  <a:pt x="5712361" y="958848"/>
                </a:lnTo>
                <a:lnTo>
                  <a:pt x="5637457" y="958848"/>
                </a:lnTo>
                <a:lnTo>
                  <a:pt x="5306987" y="958848"/>
                </a:lnTo>
                <a:lnTo>
                  <a:pt x="3355658" y="958848"/>
                </a:lnTo>
                <a:lnTo>
                  <a:pt x="2281799" y="958848"/>
                </a:lnTo>
                <a:lnTo>
                  <a:pt x="0" y="958848"/>
                </a:lnTo>
                <a:lnTo>
                  <a:pt x="271298" y="47942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BD9FA4-1820-5706-851C-BECD712CECF9}"/>
              </a:ext>
            </a:extLst>
          </p:cNvPr>
          <p:cNvSpPr txBox="1"/>
          <p:nvPr/>
        </p:nvSpPr>
        <p:spPr>
          <a:xfrm>
            <a:off x="4238666" y="1425379"/>
            <a:ext cx="6003775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en-US" altLang="zh-CN" sz="1600" dirty="0" err="1">
                <a:sym typeface="HarmonyOS Sans SC Light" panose="00000400000000000000" pitchFamily="2" charset="-122"/>
              </a:rPr>
              <a:t>Xxljob</a:t>
            </a:r>
            <a:r>
              <a:rPr lang="zh-CN" altLang="en-US" sz="1600" dirty="0">
                <a:sym typeface="HarmonyOS Sans SC Light" panose="00000400000000000000" pitchFamily="2" charset="-122"/>
              </a:rPr>
              <a:t>不支持录制和回放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F4A8E9-1CC3-574A-8E71-3A3C1C880375}"/>
              </a:ext>
            </a:extLst>
          </p:cNvPr>
          <p:cNvSpPr txBox="1"/>
          <p:nvPr/>
        </p:nvSpPr>
        <p:spPr>
          <a:xfrm>
            <a:off x="1949559" y="1496929"/>
            <a:ext cx="16581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en-US" altLang="zh-CN" dirty="0" err="1">
                <a:solidFill>
                  <a:schemeClr val="bg1"/>
                </a:solidFill>
                <a:sym typeface="HarmonyOS Sans SC Light" panose="00000400000000000000" pitchFamily="2" charset="-122"/>
              </a:rPr>
              <a:t>Xxljob</a:t>
            </a:r>
            <a:r>
              <a:rPr lang="zh-CN" altLang="en-US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不支持</a:t>
            </a:r>
          </a:p>
          <a:p>
            <a:endParaRPr lang="zh-CN" altLang="en-US" dirty="0">
              <a:solidFill>
                <a:schemeClr val="bg1"/>
              </a:solidFill>
              <a:sym typeface="HarmonyOS Sans SC Light" panose="00000400000000000000" pitchFamily="2" charset="-122"/>
            </a:endParaRPr>
          </a:p>
        </p:txBody>
      </p:sp>
      <p:sp>
        <p:nvSpPr>
          <p:cNvPr id="12" name="五边形 82" descr="D:\51PPT模板网\51pptmoban.com\图片.jpg">
            <a:extLst>
              <a:ext uri="{FF2B5EF4-FFF2-40B4-BE49-F238E27FC236}">
                <a16:creationId xmlns:a16="http://schemas.microsoft.com/office/drawing/2014/main" id="{3EB7AC02-0922-2E61-BD09-CED5E52AC610}"/>
              </a:ext>
            </a:extLst>
          </p:cNvPr>
          <p:cNvSpPr/>
          <p:nvPr/>
        </p:nvSpPr>
        <p:spPr>
          <a:xfrm flipH="1">
            <a:off x="8324742" y="2393284"/>
            <a:ext cx="2436016" cy="958849"/>
          </a:xfrm>
          <a:prstGeom prst="homePlate">
            <a:avLst>
              <a:gd name="adj" fmla="val 30537"/>
            </a:avLst>
          </a:prstGeom>
          <a:solidFill>
            <a:srgbClr val="3B5CC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/>
            <a:endParaRPr lang="zh-CN" altLang="en-US" sz="1000" kern="0">
              <a:solidFill>
                <a:srgbClr val="FFFFFF"/>
              </a:solidFill>
              <a:cs typeface="+mn-ea"/>
            </a:endParaRPr>
          </a:p>
        </p:txBody>
      </p:sp>
      <p:sp>
        <p:nvSpPr>
          <p:cNvPr id="13" name="任意多边形: 形状 9">
            <a:extLst>
              <a:ext uri="{FF2B5EF4-FFF2-40B4-BE49-F238E27FC236}">
                <a16:creationId xmlns:a16="http://schemas.microsoft.com/office/drawing/2014/main" id="{9F197151-71EE-9AB9-D108-F81EC8A37D26}"/>
              </a:ext>
            </a:extLst>
          </p:cNvPr>
          <p:cNvSpPr/>
          <p:nvPr/>
        </p:nvSpPr>
        <p:spPr>
          <a:xfrm flipH="1">
            <a:off x="1424376" y="2393282"/>
            <a:ext cx="7054584" cy="958848"/>
          </a:xfrm>
          <a:custGeom>
            <a:avLst/>
            <a:gdLst>
              <a:gd name="connsiteX0" fmla="*/ 7054584 w 7054584"/>
              <a:gd name="connsiteY0" fmla="*/ 0 h 958848"/>
              <a:gd name="connsiteX1" fmla="*/ 5712361 w 7054584"/>
              <a:gd name="connsiteY1" fmla="*/ 0 h 958848"/>
              <a:gd name="connsiteX2" fmla="*/ 5637457 w 7054584"/>
              <a:gd name="connsiteY2" fmla="*/ 0 h 958848"/>
              <a:gd name="connsiteX3" fmla="*/ 5306987 w 7054584"/>
              <a:gd name="connsiteY3" fmla="*/ 0 h 958848"/>
              <a:gd name="connsiteX4" fmla="*/ 3355658 w 7054584"/>
              <a:gd name="connsiteY4" fmla="*/ 0 h 958848"/>
              <a:gd name="connsiteX5" fmla="*/ 2281799 w 7054584"/>
              <a:gd name="connsiteY5" fmla="*/ 0 h 958848"/>
              <a:gd name="connsiteX6" fmla="*/ 0 w 7054584"/>
              <a:gd name="connsiteY6" fmla="*/ 0 h 958848"/>
              <a:gd name="connsiteX7" fmla="*/ 271298 w 7054584"/>
              <a:gd name="connsiteY7" fmla="*/ 479424 h 958848"/>
              <a:gd name="connsiteX8" fmla="*/ 0 w 7054584"/>
              <a:gd name="connsiteY8" fmla="*/ 958848 h 958848"/>
              <a:gd name="connsiteX9" fmla="*/ 2281799 w 7054584"/>
              <a:gd name="connsiteY9" fmla="*/ 958848 h 958848"/>
              <a:gd name="connsiteX10" fmla="*/ 3355658 w 7054584"/>
              <a:gd name="connsiteY10" fmla="*/ 958848 h 958848"/>
              <a:gd name="connsiteX11" fmla="*/ 5306987 w 7054584"/>
              <a:gd name="connsiteY11" fmla="*/ 958848 h 958848"/>
              <a:gd name="connsiteX12" fmla="*/ 5637457 w 7054584"/>
              <a:gd name="connsiteY12" fmla="*/ 958848 h 958848"/>
              <a:gd name="connsiteX13" fmla="*/ 5712361 w 7054584"/>
              <a:gd name="connsiteY13" fmla="*/ 958848 h 958848"/>
              <a:gd name="connsiteX14" fmla="*/ 7054584 w 7054584"/>
              <a:gd name="connsiteY14" fmla="*/ 958848 h 958848"/>
              <a:gd name="connsiteX15" fmla="*/ 7054584 w 7054584"/>
              <a:gd name="connsiteY15" fmla="*/ 0 h 95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054584" h="958848">
                <a:moveTo>
                  <a:pt x="7054584" y="0"/>
                </a:moveTo>
                <a:lnTo>
                  <a:pt x="5712361" y="0"/>
                </a:lnTo>
                <a:lnTo>
                  <a:pt x="5637457" y="0"/>
                </a:lnTo>
                <a:lnTo>
                  <a:pt x="5306987" y="0"/>
                </a:lnTo>
                <a:lnTo>
                  <a:pt x="3355658" y="0"/>
                </a:lnTo>
                <a:lnTo>
                  <a:pt x="2281799" y="0"/>
                </a:lnTo>
                <a:lnTo>
                  <a:pt x="0" y="0"/>
                </a:lnTo>
                <a:lnTo>
                  <a:pt x="271298" y="479424"/>
                </a:lnTo>
                <a:lnTo>
                  <a:pt x="0" y="958848"/>
                </a:lnTo>
                <a:lnTo>
                  <a:pt x="2281799" y="958848"/>
                </a:lnTo>
                <a:lnTo>
                  <a:pt x="3355658" y="958848"/>
                </a:lnTo>
                <a:lnTo>
                  <a:pt x="5306987" y="958848"/>
                </a:lnTo>
                <a:lnTo>
                  <a:pt x="5637457" y="958848"/>
                </a:lnTo>
                <a:lnTo>
                  <a:pt x="5712361" y="958848"/>
                </a:lnTo>
                <a:lnTo>
                  <a:pt x="7054584" y="958848"/>
                </a:lnTo>
                <a:lnTo>
                  <a:pt x="7054584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6D5EA5-4EF9-9FF3-AC37-4AFE6CC6078F}"/>
              </a:ext>
            </a:extLst>
          </p:cNvPr>
          <p:cNvSpPr txBox="1"/>
          <p:nvPr/>
        </p:nvSpPr>
        <p:spPr>
          <a:xfrm flipH="1">
            <a:off x="1739899" y="2606479"/>
            <a:ext cx="6213434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r"/>
            <a:r>
              <a:rPr lang="en-US" altLang="zh-CN" sz="1600" dirty="0">
                <a:sym typeface="HarmonyOS Sans SC Light" panose="00000400000000000000" pitchFamily="2" charset="-122"/>
              </a:rPr>
              <a:t>Redis</a:t>
            </a:r>
            <a:r>
              <a:rPr lang="zh-CN" altLang="en-US" sz="1600" dirty="0">
                <a:sym typeface="HarmonyOS Sans SC Light" panose="00000400000000000000" pitchFamily="2" charset="-122"/>
              </a:rPr>
              <a:t>某些版本的</a:t>
            </a:r>
            <a:r>
              <a:rPr lang="en-US" altLang="zh-CN" sz="1600" dirty="0" err="1">
                <a:sym typeface="HarmonyOS Sans SC Light" panose="00000400000000000000" pitchFamily="2" charset="-122"/>
              </a:rPr>
              <a:t>api</a:t>
            </a:r>
            <a:r>
              <a:rPr lang="zh-CN" altLang="en-US" sz="1600" dirty="0">
                <a:sym typeface="HarmonyOS Sans SC Light" panose="00000400000000000000" pitchFamily="2" charset="-122"/>
              </a:rPr>
              <a:t>不支持，特别是锁相关的</a:t>
            </a:r>
            <a:r>
              <a:rPr lang="en-US" altLang="zh-CN" sz="1600" dirty="0" err="1">
                <a:sym typeface="HarmonyOS Sans SC Light" panose="00000400000000000000" pitchFamily="2" charset="-122"/>
              </a:rPr>
              <a:t>api</a:t>
            </a:r>
            <a:r>
              <a:rPr lang="zh-CN" altLang="en-US" sz="1600" dirty="0">
                <a:sym typeface="HarmonyOS Sans SC Light" panose="00000400000000000000" pitchFamily="2" charset="-122"/>
              </a:rPr>
              <a:t>不支持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2B5BFF-11C9-1713-5DEB-9C21BF7701C0}"/>
              </a:ext>
            </a:extLst>
          </p:cNvPr>
          <p:cNvSpPr txBox="1"/>
          <p:nvPr/>
        </p:nvSpPr>
        <p:spPr>
          <a:xfrm flipH="1">
            <a:off x="8584296" y="2678029"/>
            <a:ext cx="1658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en" altLang="zh-CN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Redis</a:t>
            </a:r>
            <a:r>
              <a:rPr lang="zh-CN" altLang="en-US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支持不足</a:t>
            </a:r>
          </a:p>
        </p:txBody>
      </p:sp>
      <p:sp>
        <p:nvSpPr>
          <p:cNvPr id="16" name="五边形 82">
            <a:extLst>
              <a:ext uri="{FF2B5EF4-FFF2-40B4-BE49-F238E27FC236}">
                <a16:creationId xmlns:a16="http://schemas.microsoft.com/office/drawing/2014/main" id="{A7B9E2CA-6ECD-24AE-DAF8-5B0E1A84350A}"/>
              </a:ext>
            </a:extLst>
          </p:cNvPr>
          <p:cNvSpPr/>
          <p:nvPr/>
        </p:nvSpPr>
        <p:spPr>
          <a:xfrm>
            <a:off x="1431242" y="3574384"/>
            <a:ext cx="2436016" cy="958849"/>
          </a:xfrm>
          <a:prstGeom prst="homePlate">
            <a:avLst>
              <a:gd name="adj" fmla="val 30537"/>
            </a:avLst>
          </a:prstGeom>
          <a:solidFill>
            <a:srgbClr val="FFBC00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/>
            <a:endParaRPr lang="zh-CN" altLang="en-US" sz="1000" kern="0">
              <a:solidFill>
                <a:srgbClr val="FFFFFF"/>
              </a:solidFill>
              <a:cs typeface="+mn-ea"/>
            </a:endParaRPr>
          </a:p>
        </p:txBody>
      </p:sp>
      <p:sp>
        <p:nvSpPr>
          <p:cNvPr id="17" name="任意多边形: 形状 6">
            <a:extLst>
              <a:ext uri="{FF2B5EF4-FFF2-40B4-BE49-F238E27FC236}">
                <a16:creationId xmlns:a16="http://schemas.microsoft.com/office/drawing/2014/main" id="{F8725362-8382-70CF-7C46-F0852F4BF039}"/>
              </a:ext>
            </a:extLst>
          </p:cNvPr>
          <p:cNvSpPr/>
          <p:nvPr/>
        </p:nvSpPr>
        <p:spPr>
          <a:xfrm>
            <a:off x="3713040" y="3574382"/>
            <a:ext cx="7047718" cy="958848"/>
          </a:xfrm>
          <a:custGeom>
            <a:avLst/>
            <a:gdLst>
              <a:gd name="connsiteX0" fmla="*/ 0 w 7047718"/>
              <a:gd name="connsiteY0" fmla="*/ 0 h 958848"/>
              <a:gd name="connsiteX1" fmla="*/ 2281799 w 7047718"/>
              <a:gd name="connsiteY1" fmla="*/ 0 h 958848"/>
              <a:gd name="connsiteX2" fmla="*/ 3355658 w 7047718"/>
              <a:gd name="connsiteY2" fmla="*/ 0 h 958848"/>
              <a:gd name="connsiteX3" fmla="*/ 5306987 w 7047718"/>
              <a:gd name="connsiteY3" fmla="*/ 0 h 958848"/>
              <a:gd name="connsiteX4" fmla="*/ 5637457 w 7047718"/>
              <a:gd name="connsiteY4" fmla="*/ 0 h 958848"/>
              <a:gd name="connsiteX5" fmla="*/ 5712361 w 7047718"/>
              <a:gd name="connsiteY5" fmla="*/ 0 h 958848"/>
              <a:gd name="connsiteX6" fmla="*/ 7047718 w 7047718"/>
              <a:gd name="connsiteY6" fmla="*/ 0 h 958848"/>
              <a:gd name="connsiteX7" fmla="*/ 7047718 w 7047718"/>
              <a:gd name="connsiteY7" fmla="*/ 958848 h 958848"/>
              <a:gd name="connsiteX8" fmla="*/ 5712361 w 7047718"/>
              <a:gd name="connsiteY8" fmla="*/ 958848 h 958848"/>
              <a:gd name="connsiteX9" fmla="*/ 5637457 w 7047718"/>
              <a:gd name="connsiteY9" fmla="*/ 958848 h 958848"/>
              <a:gd name="connsiteX10" fmla="*/ 5306987 w 7047718"/>
              <a:gd name="connsiteY10" fmla="*/ 958848 h 958848"/>
              <a:gd name="connsiteX11" fmla="*/ 3355658 w 7047718"/>
              <a:gd name="connsiteY11" fmla="*/ 958848 h 958848"/>
              <a:gd name="connsiteX12" fmla="*/ 2281799 w 7047718"/>
              <a:gd name="connsiteY12" fmla="*/ 958848 h 958848"/>
              <a:gd name="connsiteX13" fmla="*/ 0 w 7047718"/>
              <a:gd name="connsiteY13" fmla="*/ 958848 h 958848"/>
              <a:gd name="connsiteX14" fmla="*/ 271298 w 7047718"/>
              <a:gd name="connsiteY14" fmla="*/ 479424 h 958848"/>
              <a:gd name="connsiteX15" fmla="*/ 0 w 7047718"/>
              <a:gd name="connsiteY15" fmla="*/ 0 h 95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047718" h="958848">
                <a:moveTo>
                  <a:pt x="0" y="0"/>
                </a:moveTo>
                <a:lnTo>
                  <a:pt x="2281799" y="0"/>
                </a:lnTo>
                <a:lnTo>
                  <a:pt x="3355658" y="0"/>
                </a:lnTo>
                <a:lnTo>
                  <a:pt x="5306987" y="0"/>
                </a:lnTo>
                <a:lnTo>
                  <a:pt x="5637457" y="0"/>
                </a:lnTo>
                <a:lnTo>
                  <a:pt x="5712361" y="0"/>
                </a:lnTo>
                <a:lnTo>
                  <a:pt x="7047718" y="0"/>
                </a:lnTo>
                <a:lnTo>
                  <a:pt x="7047718" y="958848"/>
                </a:lnTo>
                <a:lnTo>
                  <a:pt x="5712361" y="958848"/>
                </a:lnTo>
                <a:lnTo>
                  <a:pt x="5637457" y="958848"/>
                </a:lnTo>
                <a:lnTo>
                  <a:pt x="5306987" y="958848"/>
                </a:lnTo>
                <a:lnTo>
                  <a:pt x="3355658" y="958848"/>
                </a:lnTo>
                <a:lnTo>
                  <a:pt x="2281799" y="958848"/>
                </a:lnTo>
                <a:lnTo>
                  <a:pt x="0" y="958848"/>
                </a:lnTo>
                <a:lnTo>
                  <a:pt x="271298" y="47942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719FD5C-3C51-6DEF-18DE-F202DB636B0B}"/>
              </a:ext>
            </a:extLst>
          </p:cNvPr>
          <p:cNvSpPr txBox="1"/>
          <p:nvPr/>
        </p:nvSpPr>
        <p:spPr>
          <a:xfrm>
            <a:off x="4238666" y="3787579"/>
            <a:ext cx="6003775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600" dirty="0">
                <a:sym typeface="HarmonyOS Sans SC Light" panose="00000400000000000000" pitchFamily="2" charset="-122"/>
              </a:rPr>
              <a:t>对于</a:t>
            </a:r>
            <a:r>
              <a:rPr lang="en-US" altLang="zh-CN" sz="1600" dirty="0" err="1">
                <a:sym typeface="HarmonyOS Sans SC Light" panose="00000400000000000000" pitchFamily="2" charset="-122"/>
              </a:rPr>
              <a:t>mybatis</a:t>
            </a:r>
            <a:r>
              <a:rPr lang="zh-CN" altLang="en-US" sz="1600" dirty="0">
                <a:sym typeface="HarmonyOS Sans SC Light" panose="00000400000000000000" pitchFamily="2" charset="-122"/>
              </a:rPr>
              <a:t>里面使用自增组件的地方组件值没有填充到入参对象里面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3CEDC13-5BAE-CADA-8C1A-3AD6FAC21425}"/>
              </a:ext>
            </a:extLst>
          </p:cNvPr>
          <p:cNvSpPr txBox="1"/>
          <p:nvPr/>
        </p:nvSpPr>
        <p:spPr>
          <a:xfrm>
            <a:off x="1949559" y="3859129"/>
            <a:ext cx="16581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en" altLang="zh-CN" dirty="0" err="1">
                <a:solidFill>
                  <a:schemeClr val="bg1"/>
                </a:solidFill>
                <a:sym typeface="HarmonyOS Sans SC Light" panose="00000400000000000000" pitchFamily="2" charset="-122"/>
              </a:rPr>
              <a:t>Mybatis</a:t>
            </a:r>
            <a:r>
              <a:rPr lang="zh-CN" altLang="en-US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支持不足</a:t>
            </a:r>
          </a:p>
        </p:txBody>
      </p:sp>
      <p:sp>
        <p:nvSpPr>
          <p:cNvPr id="20" name="五边形 82">
            <a:extLst>
              <a:ext uri="{FF2B5EF4-FFF2-40B4-BE49-F238E27FC236}">
                <a16:creationId xmlns:a16="http://schemas.microsoft.com/office/drawing/2014/main" id="{F6C409BD-03B5-8CC4-82F6-71FC58BAF335}"/>
              </a:ext>
            </a:extLst>
          </p:cNvPr>
          <p:cNvSpPr/>
          <p:nvPr/>
        </p:nvSpPr>
        <p:spPr>
          <a:xfrm flipH="1">
            <a:off x="8324742" y="4755484"/>
            <a:ext cx="2436016" cy="958849"/>
          </a:xfrm>
          <a:prstGeom prst="homePlate">
            <a:avLst>
              <a:gd name="adj" fmla="val 30537"/>
            </a:avLst>
          </a:prstGeom>
          <a:solidFill>
            <a:srgbClr val="3B5CC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/>
            <a:endParaRPr lang="zh-CN" altLang="en-US" sz="1000" kern="0">
              <a:solidFill>
                <a:srgbClr val="FFFFFF"/>
              </a:solidFill>
              <a:cs typeface="+mn-ea"/>
            </a:endParaRPr>
          </a:p>
        </p:txBody>
      </p:sp>
      <p:sp>
        <p:nvSpPr>
          <p:cNvPr id="21" name="任意多边形: 形状 15">
            <a:extLst>
              <a:ext uri="{FF2B5EF4-FFF2-40B4-BE49-F238E27FC236}">
                <a16:creationId xmlns:a16="http://schemas.microsoft.com/office/drawing/2014/main" id="{15B458D0-A600-37B6-1225-B3866AC04577}"/>
              </a:ext>
            </a:extLst>
          </p:cNvPr>
          <p:cNvSpPr/>
          <p:nvPr/>
        </p:nvSpPr>
        <p:spPr>
          <a:xfrm flipH="1">
            <a:off x="1424376" y="4755482"/>
            <a:ext cx="7054584" cy="958848"/>
          </a:xfrm>
          <a:custGeom>
            <a:avLst/>
            <a:gdLst>
              <a:gd name="connsiteX0" fmla="*/ 7054584 w 7054584"/>
              <a:gd name="connsiteY0" fmla="*/ 0 h 958848"/>
              <a:gd name="connsiteX1" fmla="*/ 5712361 w 7054584"/>
              <a:gd name="connsiteY1" fmla="*/ 0 h 958848"/>
              <a:gd name="connsiteX2" fmla="*/ 5637457 w 7054584"/>
              <a:gd name="connsiteY2" fmla="*/ 0 h 958848"/>
              <a:gd name="connsiteX3" fmla="*/ 5306987 w 7054584"/>
              <a:gd name="connsiteY3" fmla="*/ 0 h 958848"/>
              <a:gd name="connsiteX4" fmla="*/ 3355658 w 7054584"/>
              <a:gd name="connsiteY4" fmla="*/ 0 h 958848"/>
              <a:gd name="connsiteX5" fmla="*/ 2281799 w 7054584"/>
              <a:gd name="connsiteY5" fmla="*/ 0 h 958848"/>
              <a:gd name="connsiteX6" fmla="*/ 0 w 7054584"/>
              <a:gd name="connsiteY6" fmla="*/ 0 h 958848"/>
              <a:gd name="connsiteX7" fmla="*/ 271298 w 7054584"/>
              <a:gd name="connsiteY7" fmla="*/ 479424 h 958848"/>
              <a:gd name="connsiteX8" fmla="*/ 0 w 7054584"/>
              <a:gd name="connsiteY8" fmla="*/ 958848 h 958848"/>
              <a:gd name="connsiteX9" fmla="*/ 2281799 w 7054584"/>
              <a:gd name="connsiteY9" fmla="*/ 958848 h 958848"/>
              <a:gd name="connsiteX10" fmla="*/ 3355658 w 7054584"/>
              <a:gd name="connsiteY10" fmla="*/ 958848 h 958848"/>
              <a:gd name="connsiteX11" fmla="*/ 5306987 w 7054584"/>
              <a:gd name="connsiteY11" fmla="*/ 958848 h 958848"/>
              <a:gd name="connsiteX12" fmla="*/ 5637457 w 7054584"/>
              <a:gd name="connsiteY12" fmla="*/ 958848 h 958848"/>
              <a:gd name="connsiteX13" fmla="*/ 5712361 w 7054584"/>
              <a:gd name="connsiteY13" fmla="*/ 958848 h 958848"/>
              <a:gd name="connsiteX14" fmla="*/ 7054584 w 7054584"/>
              <a:gd name="connsiteY14" fmla="*/ 958848 h 958848"/>
              <a:gd name="connsiteX15" fmla="*/ 7054584 w 7054584"/>
              <a:gd name="connsiteY15" fmla="*/ 0 h 95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054584" h="958848">
                <a:moveTo>
                  <a:pt x="7054584" y="0"/>
                </a:moveTo>
                <a:lnTo>
                  <a:pt x="5712361" y="0"/>
                </a:lnTo>
                <a:lnTo>
                  <a:pt x="5637457" y="0"/>
                </a:lnTo>
                <a:lnTo>
                  <a:pt x="5306987" y="0"/>
                </a:lnTo>
                <a:lnTo>
                  <a:pt x="3355658" y="0"/>
                </a:lnTo>
                <a:lnTo>
                  <a:pt x="2281799" y="0"/>
                </a:lnTo>
                <a:lnTo>
                  <a:pt x="0" y="0"/>
                </a:lnTo>
                <a:lnTo>
                  <a:pt x="271298" y="479424"/>
                </a:lnTo>
                <a:lnTo>
                  <a:pt x="0" y="958848"/>
                </a:lnTo>
                <a:lnTo>
                  <a:pt x="2281799" y="958848"/>
                </a:lnTo>
                <a:lnTo>
                  <a:pt x="3355658" y="958848"/>
                </a:lnTo>
                <a:lnTo>
                  <a:pt x="5306987" y="958848"/>
                </a:lnTo>
                <a:lnTo>
                  <a:pt x="5637457" y="958848"/>
                </a:lnTo>
                <a:lnTo>
                  <a:pt x="5712361" y="958848"/>
                </a:lnTo>
                <a:lnTo>
                  <a:pt x="7054584" y="958848"/>
                </a:lnTo>
                <a:lnTo>
                  <a:pt x="7054584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A8033F-8FCA-185B-D98D-8D0678BFD7F2}"/>
              </a:ext>
            </a:extLst>
          </p:cNvPr>
          <p:cNvSpPr txBox="1"/>
          <p:nvPr/>
        </p:nvSpPr>
        <p:spPr>
          <a:xfrm flipH="1">
            <a:off x="1739898" y="4968679"/>
            <a:ext cx="6213435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r"/>
            <a:r>
              <a:rPr lang="zh-CN" altLang="en-US" sz="1600" dirty="0">
                <a:sym typeface="HarmonyOS Sans SC Light" panose="00000400000000000000" pitchFamily="2" charset="-122"/>
              </a:rPr>
              <a:t>公司的</a:t>
            </a:r>
            <a:r>
              <a:rPr lang="en-US" altLang="zh-CN" sz="1600" dirty="0" err="1">
                <a:sym typeface="HarmonyOS Sans SC Light" panose="00000400000000000000" pitchFamily="2" charset="-122"/>
              </a:rPr>
              <a:t>apm</a:t>
            </a:r>
            <a:r>
              <a:rPr lang="en-US" altLang="zh-CN" sz="1600" dirty="0">
                <a:sym typeface="HarmonyOS Sans SC Light" panose="00000400000000000000" pitchFamily="2" charset="-122"/>
              </a:rPr>
              <a:t>-agent</a:t>
            </a:r>
            <a:r>
              <a:rPr lang="zh-CN" altLang="en-US" sz="1600" dirty="0">
                <a:sym typeface="HarmonyOS Sans SC Light" panose="00000400000000000000" pitchFamily="2" charset="-122"/>
              </a:rPr>
              <a:t>也是基于</a:t>
            </a:r>
            <a:r>
              <a:rPr lang="en" altLang="zh-CN" sz="1600" dirty="0" err="1">
                <a:sym typeface="HarmonyOS Sans SC Light" panose="00000400000000000000" pitchFamily="2" charset="-122"/>
              </a:rPr>
              <a:t>bytebuddy</a:t>
            </a:r>
            <a:r>
              <a:rPr lang="zh-CN" altLang="en-US" sz="1600" dirty="0">
                <a:sym typeface="HarmonyOS Sans SC Light" panose="00000400000000000000" pitchFamily="2" charset="-122"/>
              </a:rPr>
              <a:t>实现的，会出现相互影响，通过启动参数配置忽略类已解决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59B2F2E-292F-3148-C35C-198EB9791B8B}"/>
              </a:ext>
            </a:extLst>
          </p:cNvPr>
          <p:cNvSpPr txBox="1"/>
          <p:nvPr/>
        </p:nvSpPr>
        <p:spPr>
          <a:xfrm flipH="1">
            <a:off x="8584296" y="5040229"/>
            <a:ext cx="16581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与公司</a:t>
            </a:r>
            <a:r>
              <a:rPr lang="en" altLang="zh-CN" dirty="0" err="1">
                <a:solidFill>
                  <a:schemeClr val="bg1"/>
                </a:solidFill>
                <a:sym typeface="HarmonyOS Sans SC Light" panose="00000400000000000000" pitchFamily="2" charset="-122"/>
              </a:rPr>
              <a:t>Apm</a:t>
            </a:r>
            <a:r>
              <a:rPr lang="en" altLang="zh-CN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-agent</a:t>
            </a:r>
            <a:r>
              <a:rPr lang="zh-CN" altLang="en-US" dirty="0">
                <a:solidFill>
                  <a:schemeClr val="bg1"/>
                </a:solidFill>
                <a:sym typeface="HarmonyOS Sans SC Light" panose="00000400000000000000" pitchFamily="2" charset="-122"/>
              </a:rPr>
              <a:t>冲突问题</a:t>
            </a:r>
          </a:p>
        </p:txBody>
      </p:sp>
    </p:spTree>
    <p:extLst>
      <p:ext uri="{BB962C8B-B14F-4D97-AF65-F5344CB8AC3E}">
        <p14:creationId xmlns:p14="http://schemas.microsoft.com/office/powerpoint/2010/main" val="3530338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zh-CN" altLang="en-US" dirty="0"/>
              <a:t>后续规划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21847DA-698D-4522-C30C-5879D4B249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E58AB863-FF1D-4619-A5C2-04B20425D622}"/>
              </a:ext>
            </a:extLst>
          </p:cNvPr>
          <p:cNvSpPr/>
          <p:nvPr/>
        </p:nvSpPr>
        <p:spPr bwMode="auto">
          <a:xfrm>
            <a:off x="6140160" y="1332021"/>
            <a:ext cx="2165186" cy="2165186"/>
          </a:xfrm>
          <a:custGeom>
            <a:avLst/>
            <a:gdLst>
              <a:gd name="T0" fmla="*/ 1104 w 1917"/>
              <a:gd name="T1" fmla="*/ 1917 h 1917"/>
              <a:gd name="T2" fmla="*/ 0 w 1917"/>
              <a:gd name="T3" fmla="*/ 1917 h 1917"/>
              <a:gd name="T4" fmla="*/ 0 w 1917"/>
              <a:gd name="T5" fmla="*/ 813 h 1917"/>
              <a:gd name="T6" fmla="*/ 813 w 1917"/>
              <a:gd name="T7" fmla="*/ 0 h 1917"/>
              <a:gd name="T8" fmla="*/ 1917 w 1917"/>
              <a:gd name="T9" fmla="*/ 1104 h 1917"/>
              <a:gd name="T10" fmla="*/ 1104 w 1917"/>
              <a:gd name="T11" fmla="*/ 1917 h 19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17" h="1917">
                <a:moveTo>
                  <a:pt x="1104" y="1917"/>
                </a:moveTo>
                <a:lnTo>
                  <a:pt x="0" y="1917"/>
                </a:lnTo>
                <a:lnTo>
                  <a:pt x="0" y="813"/>
                </a:lnTo>
                <a:lnTo>
                  <a:pt x="813" y="0"/>
                </a:lnTo>
                <a:lnTo>
                  <a:pt x="1917" y="1104"/>
                </a:lnTo>
                <a:lnTo>
                  <a:pt x="1104" y="1917"/>
                </a:lnTo>
                <a:close/>
              </a:path>
            </a:pathLst>
          </a:custGeom>
          <a:solidFill>
            <a:srgbClr val="3B5CC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/>
            <a:endParaRPr lang="en-US" sz="1000" kern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1" name="Freeform 6">
            <a:extLst>
              <a:ext uri="{FF2B5EF4-FFF2-40B4-BE49-F238E27FC236}">
                <a16:creationId xmlns:a16="http://schemas.microsoft.com/office/drawing/2014/main" id="{B8BB8755-4A99-B93E-30F0-51052EEA2F54}"/>
              </a:ext>
            </a:extLst>
          </p:cNvPr>
          <p:cNvSpPr/>
          <p:nvPr/>
        </p:nvSpPr>
        <p:spPr bwMode="auto">
          <a:xfrm>
            <a:off x="3891394" y="3588693"/>
            <a:ext cx="2159539" cy="2159538"/>
          </a:xfrm>
          <a:custGeom>
            <a:avLst/>
            <a:gdLst>
              <a:gd name="T0" fmla="*/ 1912 w 1912"/>
              <a:gd name="T1" fmla="*/ 1104 h 1912"/>
              <a:gd name="T2" fmla="*/ 1912 w 1912"/>
              <a:gd name="T3" fmla="*/ 0 h 1912"/>
              <a:gd name="T4" fmla="*/ 808 w 1912"/>
              <a:gd name="T5" fmla="*/ 0 h 1912"/>
              <a:gd name="T6" fmla="*/ 0 w 1912"/>
              <a:gd name="T7" fmla="*/ 808 h 1912"/>
              <a:gd name="T8" fmla="*/ 1104 w 1912"/>
              <a:gd name="T9" fmla="*/ 1912 h 1912"/>
              <a:gd name="T10" fmla="*/ 1912 w 1912"/>
              <a:gd name="T11" fmla="*/ 1104 h 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12" h="1912">
                <a:moveTo>
                  <a:pt x="1912" y="1104"/>
                </a:moveTo>
                <a:lnTo>
                  <a:pt x="1912" y="0"/>
                </a:lnTo>
                <a:lnTo>
                  <a:pt x="808" y="0"/>
                </a:lnTo>
                <a:lnTo>
                  <a:pt x="0" y="808"/>
                </a:lnTo>
                <a:lnTo>
                  <a:pt x="1104" y="1912"/>
                </a:lnTo>
                <a:lnTo>
                  <a:pt x="1912" y="1104"/>
                </a:lnTo>
                <a:close/>
              </a:path>
            </a:pathLst>
          </a:custGeom>
          <a:solidFill>
            <a:srgbClr val="3B5CC3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/>
            <a:endParaRPr lang="en-US" sz="1000" kern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6A664620-E08F-120A-0CE3-2C9AA6F6C769}"/>
              </a:ext>
            </a:extLst>
          </p:cNvPr>
          <p:cNvSpPr/>
          <p:nvPr/>
        </p:nvSpPr>
        <p:spPr bwMode="auto">
          <a:xfrm>
            <a:off x="6136772" y="3588693"/>
            <a:ext cx="2159539" cy="2159538"/>
          </a:xfrm>
          <a:custGeom>
            <a:avLst/>
            <a:gdLst>
              <a:gd name="T0" fmla="*/ 0 w 1912"/>
              <a:gd name="T1" fmla="*/ 1104 h 1912"/>
              <a:gd name="T2" fmla="*/ 0 w 1912"/>
              <a:gd name="T3" fmla="*/ 0 h 1912"/>
              <a:gd name="T4" fmla="*/ 1104 w 1912"/>
              <a:gd name="T5" fmla="*/ 0 h 1912"/>
              <a:gd name="T6" fmla="*/ 1912 w 1912"/>
              <a:gd name="T7" fmla="*/ 808 h 1912"/>
              <a:gd name="T8" fmla="*/ 809 w 1912"/>
              <a:gd name="T9" fmla="*/ 1912 h 1912"/>
              <a:gd name="T10" fmla="*/ 0 w 1912"/>
              <a:gd name="T11" fmla="*/ 1104 h 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12" h="1912">
                <a:moveTo>
                  <a:pt x="0" y="1104"/>
                </a:moveTo>
                <a:lnTo>
                  <a:pt x="0" y="0"/>
                </a:lnTo>
                <a:lnTo>
                  <a:pt x="1104" y="0"/>
                </a:lnTo>
                <a:lnTo>
                  <a:pt x="1912" y="808"/>
                </a:lnTo>
                <a:lnTo>
                  <a:pt x="809" y="1912"/>
                </a:lnTo>
                <a:lnTo>
                  <a:pt x="0" y="1104"/>
                </a:lnTo>
                <a:close/>
              </a:path>
            </a:pathLst>
          </a:custGeom>
          <a:solidFill>
            <a:srgbClr val="FFBC00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/>
            <a:endParaRPr lang="en-US" sz="1000" kern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3" name="Freeform 8">
            <a:extLst>
              <a:ext uri="{FF2B5EF4-FFF2-40B4-BE49-F238E27FC236}">
                <a16:creationId xmlns:a16="http://schemas.microsoft.com/office/drawing/2014/main" id="{05E219EC-6C32-011B-8906-7CF403C94B92}"/>
              </a:ext>
            </a:extLst>
          </p:cNvPr>
          <p:cNvSpPr/>
          <p:nvPr/>
        </p:nvSpPr>
        <p:spPr bwMode="auto">
          <a:xfrm>
            <a:off x="3885746" y="1332021"/>
            <a:ext cx="2165186" cy="2165186"/>
          </a:xfrm>
          <a:custGeom>
            <a:avLst/>
            <a:gdLst>
              <a:gd name="T0" fmla="*/ 813 w 1917"/>
              <a:gd name="T1" fmla="*/ 1917 h 1917"/>
              <a:gd name="T2" fmla="*/ 1917 w 1917"/>
              <a:gd name="T3" fmla="*/ 1917 h 1917"/>
              <a:gd name="T4" fmla="*/ 1917 w 1917"/>
              <a:gd name="T5" fmla="*/ 813 h 1917"/>
              <a:gd name="T6" fmla="*/ 1104 w 1917"/>
              <a:gd name="T7" fmla="*/ 0 h 1917"/>
              <a:gd name="T8" fmla="*/ 0 w 1917"/>
              <a:gd name="T9" fmla="*/ 1104 h 1917"/>
              <a:gd name="T10" fmla="*/ 813 w 1917"/>
              <a:gd name="T11" fmla="*/ 1917 h 19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17" h="1917">
                <a:moveTo>
                  <a:pt x="813" y="1917"/>
                </a:moveTo>
                <a:lnTo>
                  <a:pt x="1917" y="1917"/>
                </a:lnTo>
                <a:lnTo>
                  <a:pt x="1917" y="813"/>
                </a:lnTo>
                <a:lnTo>
                  <a:pt x="1104" y="0"/>
                </a:lnTo>
                <a:lnTo>
                  <a:pt x="0" y="1104"/>
                </a:lnTo>
                <a:lnTo>
                  <a:pt x="813" y="1917"/>
                </a:lnTo>
                <a:close/>
              </a:path>
            </a:pathLst>
          </a:custGeom>
          <a:solidFill>
            <a:srgbClr val="FFBC00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/>
            <a:endParaRPr lang="en-US" sz="1000" kern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4" name="Oval 9" descr="D:\51PPT模板网\51pptmoban.com\图片.jpg">
            <a:extLst>
              <a:ext uri="{FF2B5EF4-FFF2-40B4-BE49-F238E27FC236}">
                <a16:creationId xmlns:a16="http://schemas.microsoft.com/office/drawing/2014/main" id="{E2662FE6-8A9C-E369-A0CA-FCD901979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819" y="2613964"/>
            <a:ext cx="1853454" cy="1853453"/>
          </a:xfrm>
          <a:prstGeom prst="ellipse">
            <a:avLst/>
          </a:prstGeom>
          <a:solidFill>
            <a:srgbClr val="ABC7FF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endParaRPr lang="en-US" b="1">
              <a:solidFill>
                <a:schemeClr val="bg1">
                  <a:lumMod val="50000"/>
                </a:schemeClr>
              </a:solidFill>
              <a:sym typeface="+mn-lt"/>
            </a:endParaRPr>
          </a:p>
        </p:txBody>
      </p:sp>
      <p:grpSp>
        <p:nvGrpSpPr>
          <p:cNvPr id="35" name="Group 10">
            <a:extLst>
              <a:ext uri="{FF2B5EF4-FFF2-40B4-BE49-F238E27FC236}">
                <a16:creationId xmlns:a16="http://schemas.microsoft.com/office/drawing/2014/main" id="{3B2D862A-E4D9-55CC-0063-014767EE65DF}"/>
              </a:ext>
            </a:extLst>
          </p:cNvPr>
          <p:cNvGrpSpPr/>
          <p:nvPr/>
        </p:nvGrpSpPr>
        <p:grpSpPr>
          <a:xfrm>
            <a:off x="4775030" y="2128250"/>
            <a:ext cx="586260" cy="585216"/>
            <a:chOff x="10996613" y="1925638"/>
            <a:chExt cx="534987" cy="534988"/>
          </a:xfrm>
          <a:solidFill>
            <a:schemeClr val="bg1"/>
          </a:solidFill>
        </p:grpSpPr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BB0F30C5-0A6D-CF03-2F66-E2B76BC24E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96613" y="1925638"/>
              <a:ext cx="534987" cy="534988"/>
            </a:xfrm>
            <a:custGeom>
              <a:avLst/>
              <a:gdLst>
                <a:gd name="T0" fmla="*/ 1446 w 3370"/>
                <a:gd name="T1" fmla="*/ 543 h 3371"/>
                <a:gd name="T2" fmla="*/ 1099 w 3370"/>
                <a:gd name="T3" fmla="*/ 703 h 3371"/>
                <a:gd name="T4" fmla="*/ 750 w 3370"/>
                <a:gd name="T5" fmla="*/ 523 h 3371"/>
                <a:gd name="T6" fmla="*/ 518 w 3370"/>
                <a:gd name="T7" fmla="*/ 737 h 3371"/>
                <a:gd name="T8" fmla="*/ 710 w 3370"/>
                <a:gd name="T9" fmla="*/ 1069 h 3371"/>
                <a:gd name="T10" fmla="*/ 568 w 3370"/>
                <a:gd name="T11" fmla="*/ 1428 h 3371"/>
                <a:gd name="T12" fmla="*/ 192 w 3370"/>
                <a:gd name="T13" fmla="*/ 1536 h 3371"/>
                <a:gd name="T14" fmla="*/ 524 w 3370"/>
                <a:gd name="T15" fmla="*/ 1916 h 3371"/>
                <a:gd name="T16" fmla="*/ 665 w 3370"/>
                <a:gd name="T17" fmla="*/ 2204 h 3371"/>
                <a:gd name="T18" fmla="*/ 526 w 3370"/>
                <a:gd name="T19" fmla="*/ 2621 h 3371"/>
                <a:gd name="T20" fmla="*/ 749 w 3370"/>
                <a:gd name="T21" fmla="*/ 2861 h 3371"/>
                <a:gd name="T22" fmla="*/ 1044 w 3370"/>
                <a:gd name="T23" fmla="*/ 2666 h 3371"/>
                <a:gd name="T24" fmla="*/ 1325 w 3370"/>
                <a:gd name="T25" fmla="*/ 2773 h 3371"/>
                <a:gd name="T26" fmla="*/ 1519 w 3370"/>
                <a:gd name="T27" fmla="*/ 3167 h 3371"/>
                <a:gd name="T28" fmla="*/ 1851 w 3370"/>
                <a:gd name="T29" fmla="*/ 3167 h 3371"/>
                <a:gd name="T30" fmla="*/ 2048 w 3370"/>
                <a:gd name="T31" fmla="*/ 2773 h 3371"/>
                <a:gd name="T32" fmla="*/ 2351 w 3370"/>
                <a:gd name="T33" fmla="*/ 2666 h 3371"/>
                <a:gd name="T34" fmla="*/ 2631 w 3370"/>
                <a:gd name="T35" fmla="*/ 2854 h 3371"/>
                <a:gd name="T36" fmla="*/ 2676 w 3370"/>
                <a:gd name="T37" fmla="*/ 2370 h 3371"/>
                <a:gd name="T38" fmla="*/ 2743 w 3370"/>
                <a:gd name="T39" fmla="*/ 2123 h 3371"/>
                <a:gd name="T40" fmla="*/ 2870 w 3370"/>
                <a:gd name="T41" fmla="*/ 1902 h 3371"/>
                <a:gd name="T42" fmla="*/ 3181 w 3370"/>
                <a:gd name="T43" fmla="*/ 1529 h 3371"/>
                <a:gd name="T44" fmla="*/ 2803 w 3370"/>
                <a:gd name="T45" fmla="*/ 1421 h 3371"/>
                <a:gd name="T46" fmla="*/ 2659 w 3370"/>
                <a:gd name="T47" fmla="*/ 1063 h 3371"/>
                <a:gd name="T48" fmla="*/ 2849 w 3370"/>
                <a:gd name="T49" fmla="*/ 732 h 3371"/>
                <a:gd name="T50" fmla="*/ 2618 w 3370"/>
                <a:gd name="T51" fmla="*/ 519 h 3371"/>
                <a:gd name="T52" fmla="*/ 2268 w 3370"/>
                <a:gd name="T53" fmla="*/ 700 h 3371"/>
                <a:gd name="T54" fmla="*/ 1913 w 3370"/>
                <a:gd name="T55" fmla="*/ 540 h 3371"/>
                <a:gd name="T56" fmla="*/ 1532 w 3370"/>
                <a:gd name="T57" fmla="*/ 189 h 3371"/>
                <a:gd name="T58" fmla="*/ 1973 w 3370"/>
                <a:gd name="T59" fmla="*/ 60 h 3371"/>
                <a:gd name="T60" fmla="*/ 2233 w 3370"/>
                <a:gd name="T61" fmla="*/ 468 h 3371"/>
                <a:gd name="T62" fmla="*/ 2659 w 3370"/>
                <a:gd name="T63" fmla="*/ 331 h 3371"/>
                <a:gd name="T64" fmla="*/ 3022 w 3370"/>
                <a:gd name="T65" fmla="*/ 652 h 3371"/>
                <a:gd name="T66" fmla="*/ 3005 w 3370"/>
                <a:gd name="T67" fmla="*/ 868 h 3371"/>
                <a:gd name="T68" fmla="*/ 3260 w 3370"/>
                <a:gd name="T69" fmla="*/ 1353 h 3371"/>
                <a:gd name="T70" fmla="*/ 3370 w 3370"/>
                <a:gd name="T71" fmla="*/ 1537 h 3371"/>
                <a:gd name="T72" fmla="*/ 3286 w 3370"/>
                <a:gd name="T73" fmla="*/ 2001 h 3371"/>
                <a:gd name="T74" fmla="*/ 2865 w 3370"/>
                <a:gd name="T75" fmla="*/ 2309 h 3371"/>
                <a:gd name="T76" fmla="*/ 3033 w 3370"/>
                <a:gd name="T77" fmla="*/ 2690 h 3371"/>
                <a:gd name="T78" fmla="*/ 2689 w 3370"/>
                <a:gd name="T79" fmla="*/ 3034 h 3371"/>
                <a:gd name="T80" fmla="*/ 2309 w 3370"/>
                <a:gd name="T81" fmla="*/ 2866 h 3371"/>
                <a:gd name="T82" fmla="*/ 2001 w 3370"/>
                <a:gd name="T83" fmla="*/ 3287 h 3371"/>
                <a:gd name="T84" fmla="*/ 1536 w 3370"/>
                <a:gd name="T85" fmla="*/ 3371 h 3371"/>
                <a:gd name="T86" fmla="*/ 1352 w 3370"/>
                <a:gd name="T87" fmla="*/ 3260 h 3371"/>
                <a:gd name="T88" fmla="*/ 871 w 3370"/>
                <a:gd name="T89" fmla="*/ 3010 h 3371"/>
                <a:gd name="T90" fmla="*/ 656 w 3370"/>
                <a:gd name="T91" fmla="*/ 3026 h 3371"/>
                <a:gd name="T92" fmla="*/ 335 w 3370"/>
                <a:gd name="T93" fmla="*/ 2663 h 3371"/>
                <a:gd name="T94" fmla="*/ 473 w 3370"/>
                <a:gd name="T95" fmla="*/ 2242 h 3371"/>
                <a:gd name="T96" fmla="*/ 60 w 3370"/>
                <a:gd name="T97" fmla="*/ 1988 h 3371"/>
                <a:gd name="T98" fmla="*/ 3 w 3370"/>
                <a:gd name="T99" fmla="*/ 1511 h 3371"/>
                <a:gd name="T100" fmla="*/ 141 w 3370"/>
                <a:gd name="T101" fmla="*/ 1347 h 3371"/>
                <a:gd name="T102" fmla="*/ 344 w 3370"/>
                <a:gd name="T103" fmla="*/ 843 h 3371"/>
                <a:gd name="T104" fmla="*/ 361 w 3370"/>
                <a:gd name="T105" fmla="*/ 629 h 3371"/>
                <a:gd name="T106" fmla="*/ 741 w 3370"/>
                <a:gd name="T107" fmla="*/ 332 h 3371"/>
                <a:gd name="T108" fmla="*/ 1206 w 3370"/>
                <a:gd name="T109" fmla="*/ 440 h 3371"/>
                <a:gd name="T110" fmla="*/ 1409 w 3370"/>
                <a:gd name="T111" fmla="*/ 40 h 3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70" h="3370">
                  <a:moveTo>
                    <a:pt x="1532" y="189"/>
                  </a:moveTo>
                  <a:lnTo>
                    <a:pt x="1524" y="192"/>
                  </a:lnTo>
                  <a:lnTo>
                    <a:pt x="1518" y="198"/>
                  </a:lnTo>
                  <a:lnTo>
                    <a:pt x="1513" y="205"/>
                  </a:lnTo>
                  <a:lnTo>
                    <a:pt x="1463" y="503"/>
                  </a:lnTo>
                  <a:lnTo>
                    <a:pt x="1457" y="524"/>
                  </a:lnTo>
                  <a:lnTo>
                    <a:pt x="1446" y="543"/>
                  </a:lnTo>
                  <a:lnTo>
                    <a:pt x="1432" y="558"/>
                  </a:lnTo>
                  <a:lnTo>
                    <a:pt x="1414" y="571"/>
                  </a:lnTo>
                  <a:lnTo>
                    <a:pt x="1394" y="579"/>
                  </a:lnTo>
                  <a:lnTo>
                    <a:pt x="1317" y="602"/>
                  </a:lnTo>
                  <a:lnTo>
                    <a:pt x="1242" y="631"/>
                  </a:lnTo>
                  <a:lnTo>
                    <a:pt x="1169" y="665"/>
                  </a:lnTo>
                  <a:lnTo>
                    <a:pt x="1099" y="703"/>
                  </a:lnTo>
                  <a:lnTo>
                    <a:pt x="1079" y="712"/>
                  </a:lnTo>
                  <a:lnTo>
                    <a:pt x="1058" y="716"/>
                  </a:lnTo>
                  <a:lnTo>
                    <a:pt x="1036" y="715"/>
                  </a:lnTo>
                  <a:lnTo>
                    <a:pt x="1015" y="710"/>
                  </a:lnTo>
                  <a:lnTo>
                    <a:pt x="995" y="699"/>
                  </a:lnTo>
                  <a:lnTo>
                    <a:pt x="753" y="525"/>
                  </a:lnTo>
                  <a:lnTo>
                    <a:pt x="750" y="523"/>
                  </a:lnTo>
                  <a:lnTo>
                    <a:pt x="745" y="522"/>
                  </a:lnTo>
                  <a:lnTo>
                    <a:pt x="741" y="522"/>
                  </a:lnTo>
                  <a:lnTo>
                    <a:pt x="738" y="522"/>
                  </a:lnTo>
                  <a:lnTo>
                    <a:pt x="735" y="523"/>
                  </a:lnTo>
                  <a:lnTo>
                    <a:pt x="732" y="524"/>
                  </a:lnTo>
                  <a:lnTo>
                    <a:pt x="728" y="527"/>
                  </a:lnTo>
                  <a:lnTo>
                    <a:pt x="518" y="737"/>
                  </a:lnTo>
                  <a:lnTo>
                    <a:pt x="514" y="745"/>
                  </a:lnTo>
                  <a:lnTo>
                    <a:pt x="513" y="754"/>
                  </a:lnTo>
                  <a:lnTo>
                    <a:pt x="516" y="762"/>
                  </a:lnTo>
                  <a:lnTo>
                    <a:pt x="691" y="1008"/>
                  </a:lnTo>
                  <a:lnTo>
                    <a:pt x="702" y="1027"/>
                  </a:lnTo>
                  <a:lnTo>
                    <a:pt x="709" y="1048"/>
                  </a:lnTo>
                  <a:lnTo>
                    <a:pt x="710" y="1069"/>
                  </a:lnTo>
                  <a:lnTo>
                    <a:pt x="706" y="1091"/>
                  </a:lnTo>
                  <a:lnTo>
                    <a:pt x="696" y="1111"/>
                  </a:lnTo>
                  <a:lnTo>
                    <a:pt x="658" y="1181"/>
                  </a:lnTo>
                  <a:lnTo>
                    <a:pt x="626" y="1255"/>
                  </a:lnTo>
                  <a:lnTo>
                    <a:pt x="598" y="1329"/>
                  </a:lnTo>
                  <a:lnTo>
                    <a:pt x="576" y="1406"/>
                  </a:lnTo>
                  <a:lnTo>
                    <a:pt x="568" y="1428"/>
                  </a:lnTo>
                  <a:lnTo>
                    <a:pt x="556" y="1445"/>
                  </a:lnTo>
                  <a:lnTo>
                    <a:pt x="540" y="1460"/>
                  </a:lnTo>
                  <a:lnTo>
                    <a:pt x="521" y="1471"/>
                  </a:lnTo>
                  <a:lnTo>
                    <a:pt x="500" y="1477"/>
                  </a:lnTo>
                  <a:lnTo>
                    <a:pt x="206" y="1526"/>
                  </a:lnTo>
                  <a:lnTo>
                    <a:pt x="198" y="1529"/>
                  </a:lnTo>
                  <a:lnTo>
                    <a:pt x="192" y="1536"/>
                  </a:lnTo>
                  <a:lnTo>
                    <a:pt x="190" y="1545"/>
                  </a:lnTo>
                  <a:lnTo>
                    <a:pt x="190" y="1841"/>
                  </a:lnTo>
                  <a:lnTo>
                    <a:pt x="192" y="1850"/>
                  </a:lnTo>
                  <a:lnTo>
                    <a:pt x="198" y="1856"/>
                  </a:lnTo>
                  <a:lnTo>
                    <a:pt x="206" y="1859"/>
                  </a:lnTo>
                  <a:lnTo>
                    <a:pt x="504" y="1910"/>
                  </a:lnTo>
                  <a:lnTo>
                    <a:pt x="524" y="1916"/>
                  </a:lnTo>
                  <a:lnTo>
                    <a:pt x="544" y="1927"/>
                  </a:lnTo>
                  <a:lnTo>
                    <a:pt x="559" y="1942"/>
                  </a:lnTo>
                  <a:lnTo>
                    <a:pt x="571" y="1959"/>
                  </a:lnTo>
                  <a:lnTo>
                    <a:pt x="580" y="1980"/>
                  </a:lnTo>
                  <a:lnTo>
                    <a:pt x="602" y="2057"/>
                  </a:lnTo>
                  <a:lnTo>
                    <a:pt x="631" y="2131"/>
                  </a:lnTo>
                  <a:lnTo>
                    <a:pt x="665" y="2204"/>
                  </a:lnTo>
                  <a:lnTo>
                    <a:pt x="703" y="2274"/>
                  </a:lnTo>
                  <a:lnTo>
                    <a:pt x="713" y="2294"/>
                  </a:lnTo>
                  <a:lnTo>
                    <a:pt x="717" y="2316"/>
                  </a:lnTo>
                  <a:lnTo>
                    <a:pt x="716" y="2337"/>
                  </a:lnTo>
                  <a:lnTo>
                    <a:pt x="710" y="2359"/>
                  </a:lnTo>
                  <a:lnTo>
                    <a:pt x="699" y="2378"/>
                  </a:lnTo>
                  <a:lnTo>
                    <a:pt x="526" y="2621"/>
                  </a:lnTo>
                  <a:lnTo>
                    <a:pt x="523" y="2629"/>
                  </a:lnTo>
                  <a:lnTo>
                    <a:pt x="524" y="2637"/>
                  </a:lnTo>
                  <a:lnTo>
                    <a:pt x="528" y="2646"/>
                  </a:lnTo>
                  <a:lnTo>
                    <a:pt x="738" y="2855"/>
                  </a:lnTo>
                  <a:lnTo>
                    <a:pt x="741" y="2858"/>
                  </a:lnTo>
                  <a:lnTo>
                    <a:pt x="745" y="2860"/>
                  </a:lnTo>
                  <a:lnTo>
                    <a:pt x="749" y="2861"/>
                  </a:lnTo>
                  <a:lnTo>
                    <a:pt x="752" y="2861"/>
                  </a:lnTo>
                  <a:lnTo>
                    <a:pt x="755" y="2861"/>
                  </a:lnTo>
                  <a:lnTo>
                    <a:pt x="759" y="2859"/>
                  </a:lnTo>
                  <a:lnTo>
                    <a:pt x="762" y="2858"/>
                  </a:lnTo>
                  <a:lnTo>
                    <a:pt x="1009" y="2681"/>
                  </a:lnTo>
                  <a:lnTo>
                    <a:pt x="1026" y="2672"/>
                  </a:lnTo>
                  <a:lnTo>
                    <a:pt x="1044" y="2666"/>
                  </a:lnTo>
                  <a:lnTo>
                    <a:pt x="1063" y="2664"/>
                  </a:lnTo>
                  <a:lnTo>
                    <a:pt x="1079" y="2666"/>
                  </a:lnTo>
                  <a:lnTo>
                    <a:pt x="1096" y="2670"/>
                  </a:lnTo>
                  <a:lnTo>
                    <a:pt x="1111" y="2677"/>
                  </a:lnTo>
                  <a:lnTo>
                    <a:pt x="1181" y="2713"/>
                  </a:lnTo>
                  <a:lnTo>
                    <a:pt x="1252" y="2746"/>
                  </a:lnTo>
                  <a:lnTo>
                    <a:pt x="1325" y="2773"/>
                  </a:lnTo>
                  <a:lnTo>
                    <a:pt x="1400" y="2795"/>
                  </a:lnTo>
                  <a:lnTo>
                    <a:pt x="1420" y="2803"/>
                  </a:lnTo>
                  <a:lnTo>
                    <a:pt x="1438" y="2816"/>
                  </a:lnTo>
                  <a:lnTo>
                    <a:pt x="1453" y="2831"/>
                  </a:lnTo>
                  <a:lnTo>
                    <a:pt x="1463" y="2849"/>
                  </a:lnTo>
                  <a:lnTo>
                    <a:pt x="1469" y="2871"/>
                  </a:lnTo>
                  <a:lnTo>
                    <a:pt x="1519" y="3167"/>
                  </a:lnTo>
                  <a:lnTo>
                    <a:pt x="1522" y="3175"/>
                  </a:lnTo>
                  <a:lnTo>
                    <a:pt x="1529" y="3180"/>
                  </a:lnTo>
                  <a:lnTo>
                    <a:pt x="1537" y="3182"/>
                  </a:lnTo>
                  <a:lnTo>
                    <a:pt x="1834" y="3182"/>
                  </a:lnTo>
                  <a:lnTo>
                    <a:pt x="1842" y="3180"/>
                  </a:lnTo>
                  <a:lnTo>
                    <a:pt x="1848" y="3175"/>
                  </a:lnTo>
                  <a:lnTo>
                    <a:pt x="1851" y="3167"/>
                  </a:lnTo>
                  <a:lnTo>
                    <a:pt x="1902" y="2871"/>
                  </a:lnTo>
                  <a:lnTo>
                    <a:pt x="1908" y="2850"/>
                  </a:lnTo>
                  <a:lnTo>
                    <a:pt x="1918" y="2831"/>
                  </a:lnTo>
                  <a:lnTo>
                    <a:pt x="1932" y="2816"/>
                  </a:lnTo>
                  <a:lnTo>
                    <a:pt x="1951" y="2803"/>
                  </a:lnTo>
                  <a:lnTo>
                    <a:pt x="1971" y="2795"/>
                  </a:lnTo>
                  <a:lnTo>
                    <a:pt x="2048" y="2773"/>
                  </a:lnTo>
                  <a:lnTo>
                    <a:pt x="2123" y="2745"/>
                  </a:lnTo>
                  <a:lnTo>
                    <a:pt x="2196" y="2711"/>
                  </a:lnTo>
                  <a:lnTo>
                    <a:pt x="2266" y="2672"/>
                  </a:lnTo>
                  <a:lnTo>
                    <a:pt x="2287" y="2664"/>
                  </a:lnTo>
                  <a:lnTo>
                    <a:pt x="2308" y="2660"/>
                  </a:lnTo>
                  <a:lnTo>
                    <a:pt x="2330" y="2661"/>
                  </a:lnTo>
                  <a:lnTo>
                    <a:pt x="2351" y="2666"/>
                  </a:lnTo>
                  <a:lnTo>
                    <a:pt x="2370" y="2677"/>
                  </a:lnTo>
                  <a:lnTo>
                    <a:pt x="2614" y="2850"/>
                  </a:lnTo>
                  <a:lnTo>
                    <a:pt x="2617" y="2853"/>
                  </a:lnTo>
                  <a:lnTo>
                    <a:pt x="2620" y="2854"/>
                  </a:lnTo>
                  <a:lnTo>
                    <a:pt x="2625" y="2855"/>
                  </a:lnTo>
                  <a:lnTo>
                    <a:pt x="2628" y="2855"/>
                  </a:lnTo>
                  <a:lnTo>
                    <a:pt x="2631" y="2854"/>
                  </a:lnTo>
                  <a:lnTo>
                    <a:pt x="2635" y="2851"/>
                  </a:lnTo>
                  <a:lnTo>
                    <a:pt x="2638" y="2848"/>
                  </a:lnTo>
                  <a:lnTo>
                    <a:pt x="2848" y="2638"/>
                  </a:lnTo>
                  <a:lnTo>
                    <a:pt x="2853" y="2631"/>
                  </a:lnTo>
                  <a:lnTo>
                    <a:pt x="2853" y="2623"/>
                  </a:lnTo>
                  <a:lnTo>
                    <a:pt x="2850" y="2615"/>
                  </a:lnTo>
                  <a:lnTo>
                    <a:pt x="2676" y="2370"/>
                  </a:lnTo>
                  <a:lnTo>
                    <a:pt x="2665" y="2351"/>
                  </a:lnTo>
                  <a:lnTo>
                    <a:pt x="2659" y="2329"/>
                  </a:lnTo>
                  <a:lnTo>
                    <a:pt x="2659" y="2308"/>
                  </a:lnTo>
                  <a:lnTo>
                    <a:pt x="2663" y="2286"/>
                  </a:lnTo>
                  <a:lnTo>
                    <a:pt x="2672" y="2267"/>
                  </a:lnTo>
                  <a:lnTo>
                    <a:pt x="2711" y="2196"/>
                  </a:lnTo>
                  <a:lnTo>
                    <a:pt x="2743" y="2123"/>
                  </a:lnTo>
                  <a:lnTo>
                    <a:pt x="2772" y="2048"/>
                  </a:lnTo>
                  <a:lnTo>
                    <a:pt x="2794" y="1972"/>
                  </a:lnTo>
                  <a:lnTo>
                    <a:pt x="2803" y="1951"/>
                  </a:lnTo>
                  <a:lnTo>
                    <a:pt x="2814" y="1933"/>
                  </a:lnTo>
                  <a:lnTo>
                    <a:pt x="2830" y="1918"/>
                  </a:lnTo>
                  <a:lnTo>
                    <a:pt x="2849" y="1908"/>
                  </a:lnTo>
                  <a:lnTo>
                    <a:pt x="2870" y="1902"/>
                  </a:lnTo>
                  <a:lnTo>
                    <a:pt x="3166" y="1852"/>
                  </a:lnTo>
                  <a:lnTo>
                    <a:pt x="3174" y="1849"/>
                  </a:lnTo>
                  <a:lnTo>
                    <a:pt x="3180" y="1843"/>
                  </a:lnTo>
                  <a:lnTo>
                    <a:pt x="3182" y="1834"/>
                  </a:lnTo>
                  <a:lnTo>
                    <a:pt x="3183" y="1834"/>
                  </a:lnTo>
                  <a:lnTo>
                    <a:pt x="3183" y="1537"/>
                  </a:lnTo>
                  <a:lnTo>
                    <a:pt x="3181" y="1529"/>
                  </a:lnTo>
                  <a:lnTo>
                    <a:pt x="3175" y="1523"/>
                  </a:lnTo>
                  <a:lnTo>
                    <a:pt x="3167" y="1519"/>
                  </a:lnTo>
                  <a:lnTo>
                    <a:pt x="2871" y="1469"/>
                  </a:lnTo>
                  <a:lnTo>
                    <a:pt x="2850" y="1464"/>
                  </a:lnTo>
                  <a:lnTo>
                    <a:pt x="2831" y="1452"/>
                  </a:lnTo>
                  <a:lnTo>
                    <a:pt x="2815" y="1438"/>
                  </a:lnTo>
                  <a:lnTo>
                    <a:pt x="2803" y="1421"/>
                  </a:lnTo>
                  <a:lnTo>
                    <a:pt x="2796" y="1399"/>
                  </a:lnTo>
                  <a:lnTo>
                    <a:pt x="2773" y="1322"/>
                  </a:lnTo>
                  <a:lnTo>
                    <a:pt x="2744" y="1248"/>
                  </a:lnTo>
                  <a:lnTo>
                    <a:pt x="2712" y="1175"/>
                  </a:lnTo>
                  <a:lnTo>
                    <a:pt x="2673" y="1104"/>
                  </a:lnTo>
                  <a:lnTo>
                    <a:pt x="2663" y="1085"/>
                  </a:lnTo>
                  <a:lnTo>
                    <a:pt x="2659" y="1063"/>
                  </a:lnTo>
                  <a:lnTo>
                    <a:pt x="2660" y="1042"/>
                  </a:lnTo>
                  <a:lnTo>
                    <a:pt x="2666" y="1020"/>
                  </a:lnTo>
                  <a:lnTo>
                    <a:pt x="2677" y="1001"/>
                  </a:lnTo>
                  <a:lnTo>
                    <a:pt x="2851" y="757"/>
                  </a:lnTo>
                  <a:lnTo>
                    <a:pt x="2854" y="749"/>
                  </a:lnTo>
                  <a:lnTo>
                    <a:pt x="2853" y="740"/>
                  </a:lnTo>
                  <a:lnTo>
                    <a:pt x="2849" y="732"/>
                  </a:lnTo>
                  <a:lnTo>
                    <a:pt x="2639" y="522"/>
                  </a:lnTo>
                  <a:lnTo>
                    <a:pt x="2635" y="520"/>
                  </a:lnTo>
                  <a:lnTo>
                    <a:pt x="2632" y="518"/>
                  </a:lnTo>
                  <a:lnTo>
                    <a:pt x="2629" y="517"/>
                  </a:lnTo>
                  <a:lnTo>
                    <a:pt x="2626" y="517"/>
                  </a:lnTo>
                  <a:lnTo>
                    <a:pt x="2622" y="517"/>
                  </a:lnTo>
                  <a:lnTo>
                    <a:pt x="2618" y="519"/>
                  </a:lnTo>
                  <a:lnTo>
                    <a:pt x="2615" y="520"/>
                  </a:lnTo>
                  <a:lnTo>
                    <a:pt x="2372" y="695"/>
                  </a:lnTo>
                  <a:lnTo>
                    <a:pt x="2352" y="706"/>
                  </a:lnTo>
                  <a:lnTo>
                    <a:pt x="2332" y="712"/>
                  </a:lnTo>
                  <a:lnTo>
                    <a:pt x="2310" y="713"/>
                  </a:lnTo>
                  <a:lnTo>
                    <a:pt x="2289" y="709"/>
                  </a:lnTo>
                  <a:lnTo>
                    <a:pt x="2268" y="700"/>
                  </a:lnTo>
                  <a:lnTo>
                    <a:pt x="2196" y="661"/>
                  </a:lnTo>
                  <a:lnTo>
                    <a:pt x="2122" y="627"/>
                  </a:lnTo>
                  <a:lnTo>
                    <a:pt x="2045" y="598"/>
                  </a:lnTo>
                  <a:lnTo>
                    <a:pt x="1966" y="576"/>
                  </a:lnTo>
                  <a:lnTo>
                    <a:pt x="1946" y="567"/>
                  </a:lnTo>
                  <a:lnTo>
                    <a:pt x="1928" y="555"/>
                  </a:lnTo>
                  <a:lnTo>
                    <a:pt x="1913" y="540"/>
                  </a:lnTo>
                  <a:lnTo>
                    <a:pt x="1903" y="520"/>
                  </a:lnTo>
                  <a:lnTo>
                    <a:pt x="1896" y="499"/>
                  </a:lnTo>
                  <a:lnTo>
                    <a:pt x="1847" y="205"/>
                  </a:lnTo>
                  <a:lnTo>
                    <a:pt x="1843" y="198"/>
                  </a:lnTo>
                  <a:lnTo>
                    <a:pt x="1837" y="192"/>
                  </a:lnTo>
                  <a:lnTo>
                    <a:pt x="1829" y="189"/>
                  </a:lnTo>
                  <a:lnTo>
                    <a:pt x="1532" y="189"/>
                  </a:lnTo>
                  <a:close/>
                  <a:moveTo>
                    <a:pt x="1531" y="0"/>
                  </a:moveTo>
                  <a:lnTo>
                    <a:pt x="1827" y="0"/>
                  </a:lnTo>
                  <a:lnTo>
                    <a:pt x="1861" y="3"/>
                  </a:lnTo>
                  <a:lnTo>
                    <a:pt x="1892" y="10"/>
                  </a:lnTo>
                  <a:lnTo>
                    <a:pt x="1922" y="24"/>
                  </a:lnTo>
                  <a:lnTo>
                    <a:pt x="1950" y="40"/>
                  </a:lnTo>
                  <a:lnTo>
                    <a:pt x="1973" y="60"/>
                  </a:lnTo>
                  <a:lnTo>
                    <a:pt x="1995" y="84"/>
                  </a:lnTo>
                  <a:lnTo>
                    <a:pt x="2012" y="112"/>
                  </a:lnTo>
                  <a:lnTo>
                    <a:pt x="2024" y="141"/>
                  </a:lnTo>
                  <a:lnTo>
                    <a:pt x="2033" y="174"/>
                  </a:lnTo>
                  <a:lnTo>
                    <a:pt x="2073" y="408"/>
                  </a:lnTo>
                  <a:lnTo>
                    <a:pt x="2153" y="435"/>
                  </a:lnTo>
                  <a:lnTo>
                    <a:pt x="2233" y="468"/>
                  </a:lnTo>
                  <a:lnTo>
                    <a:pt x="2310" y="506"/>
                  </a:lnTo>
                  <a:lnTo>
                    <a:pt x="2506" y="367"/>
                  </a:lnTo>
                  <a:lnTo>
                    <a:pt x="2533" y="349"/>
                  </a:lnTo>
                  <a:lnTo>
                    <a:pt x="2563" y="338"/>
                  </a:lnTo>
                  <a:lnTo>
                    <a:pt x="2594" y="330"/>
                  </a:lnTo>
                  <a:lnTo>
                    <a:pt x="2627" y="328"/>
                  </a:lnTo>
                  <a:lnTo>
                    <a:pt x="2659" y="331"/>
                  </a:lnTo>
                  <a:lnTo>
                    <a:pt x="2691" y="338"/>
                  </a:lnTo>
                  <a:lnTo>
                    <a:pt x="2721" y="350"/>
                  </a:lnTo>
                  <a:lnTo>
                    <a:pt x="2748" y="368"/>
                  </a:lnTo>
                  <a:lnTo>
                    <a:pt x="2773" y="389"/>
                  </a:lnTo>
                  <a:lnTo>
                    <a:pt x="2983" y="599"/>
                  </a:lnTo>
                  <a:lnTo>
                    <a:pt x="3005" y="624"/>
                  </a:lnTo>
                  <a:lnTo>
                    <a:pt x="3022" y="652"/>
                  </a:lnTo>
                  <a:lnTo>
                    <a:pt x="3034" y="682"/>
                  </a:lnTo>
                  <a:lnTo>
                    <a:pt x="3042" y="713"/>
                  </a:lnTo>
                  <a:lnTo>
                    <a:pt x="3044" y="745"/>
                  </a:lnTo>
                  <a:lnTo>
                    <a:pt x="3042" y="776"/>
                  </a:lnTo>
                  <a:lnTo>
                    <a:pt x="3035" y="808"/>
                  </a:lnTo>
                  <a:lnTo>
                    <a:pt x="3023" y="839"/>
                  </a:lnTo>
                  <a:lnTo>
                    <a:pt x="3005" y="868"/>
                  </a:lnTo>
                  <a:lnTo>
                    <a:pt x="2866" y="1062"/>
                  </a:lnTo>
                  <a:lnTo>
                    <a:pt x="2903" y="1137"/>
                  </a:lnTo>
                  <a:lnTo>
                    <a:pt x="2935" y="1213"/>
                  </a:lnTo>
                  <a:lnTo>
                    <a:pt x="2961" y="1292"/>
                  </a:lnTo>
                  <a:lnTo>
                    <a:pt x="3198" y="1332"/>
                  </a:lnTo>
                  <a:lnTo>
                    <a:pt x="3231" y="1340"/>
                  </a:lnTo>
                  <a:lnTo>
                    <a:pt x="3260" y="1353"/>
                  </a:lnTo>
                  <a:lnTo>
                    <a:pt x="3288" y="1370"/>
                  </a:lnTo>
                  <a:lnTo>
                    <a:pt x="3312" y="1391"/>
                  </a:lnTo>
                  <a:lnTo>
                    <a:pt x="3332" y="1416"/>
                  </a:lnTo>
                  <a:lnTo>
                    <a:pt x="3348" y="1442"/>
                  </a:lnTo>
                  <a:lnTo>
                    <a:pt x="3361" y="1473"/>
                  </a:lnTo>
                  <a:lnTo>
                    <a:pt x="3368" y="1505"/>
                  </a:lnTo>
                  <a:lnTo>
                    <a:pt x="3370" y="1537"/>
                  </a:lnTo>
                  <a:lnTo>
                    <a:pt x="3370" y="1834"/>
                  </a:lnTo>
                  <a:lnTo>
                    <a:pt x="3368" y="1867"/>
                  </a:lnTo>
                  <a:lnTo>
                    <a:pt x="3360" y="1899"/>
                  </a:lnTo>
                  <a:lnTo>
                    <a:pt x="3347" y="1929"/>
                  </a:lnTo>
                  <a:lnTo>
                    <a:pt x="3331" y="1956"/>
                  </a:lnTo>
                  <a:lnTo>
                    <a:pt x="3311" y="1981"/>
                  </a:lnTo>
                  <a:lnTo>
                    <a:pt x="3286" y="2001"/>
                  </a:lnTo>
                  <a:lnTo>
                    <a:pt x="3259" y="2019"/>
                  </a:lnTo>
                  <a:lnTo>
                    <a:pt x="3229" y="2031"/>
                  </a:lnTo>
                  <a:lnTo>
                    <a:pt x="3197" y="2039"/>
                  </a:lnTo>
                  <a:lnTo>
                    <a:pt x="2960" y="2079"/>
                  </a:lnTo>
                  <a:lnTo>
                    <a:pt x="2934" y="2157"/>
                  </a:lnTo>
                  <a:lnTo>
                    <a:pt x="2901" y="2234"/>
                  </a:lnTo>
                  <a:lnTo>
                    <a:pt x="2865" y="2309"/>
                  </a:lnTo>
                  <a:lnTo>
                    <a:pt x="3004" y="2504"/>
                  </a:lnTo>
                  <a:lnTo>
                    <a:pt x="3022" y="2533"/>
                  </a:lnTo>
                  <a:lnTo>
                    <a:pt x="3033" y="2564"/>
                  </a:lnTo>
                  <a:lnTo>
                    <a:pt x="3040" y="2594"/>
                  </a:lnTo>
                  <a:lnTo>
                    <a:pt x="3043" y="2627"/>
                  </a:lnTo>
                  <a:lnTo>
                    <a:pt x="3040" y="2659"/>
                  </a:lnTo>
                  <a:lnTo>
                    <a:pt x="3033" y="2690"/>
                  </a:lnTo>
                  <a:lnTo>
                    <a:pt x="3021" y="2719"/>
                  </a:lnTo>
                  <a:lnTo>
                    <a:pt x="3003" y="2747"/>
                  </a:lnTo>
                  <a:lnTo>
                    <a:pt x="2982" y="2773"/>
                  </a:lnTo>
                  <a:lnTo>
                    <a:pt x="2772" y="2983"/>
                  </a:lnTo>
                  <a:lnTo>
                    <a:pt x="2746" y="3004"/>
                  </a:lnTo>
                  <a:lnTo>
                    <a:pt x="2719" y="3022"/>
                  </a:lnTo>
                  <a:lnTo>
                    <a:pt x="2689" y="3034"/>
                  </a:lnTo>
                  <a:lnTo>
                    <a:pt x="2657" y="3041"/>
                  </a:lnTo>
                  <a:lnTo>
                    <a:pt x="2625" y="3044"/>
                  </a:lnTo>
                  <a:lnTo>
                    <a:pt x="2593" y="3041"/>
                  </a:lnTo>
                  <a:lnTo>
                    <a:pt x="2561" y="3034"/>
                  </a:lnTo>
                  <a:lnTo>
                    <a:pt x="2531" y="3022"/>
                  </a:lnTo>
                  <a:lnTo>
                    <a:pt x="2504" y="3005"/>
                  </a:lnTo>
                  <a:lnTo>
                    <a:pt x="2309" y="2866"/>
                  </a:lnTo>
                  <a:lnTo>
                    <a:pt x="2234" y="2902"/>
                  </a:lnTo>
                  <a:lnTo>
                    <a:pt x="2158" y="2933"/>
                  </a:lnTo>
                  <a:lnTo>
                    <a:pt x="2079" y="2961"/>
                  </a:lnTo>
                  <a:lnTo>
                    <a:pt x="2039" y="3198"/>
                  </a:lnTo>
                  <a:lnTo>
                    <a:pt x="2031" y="3229"/>
                  </a:lnTo>
                  <a:lnTo>
                    <a:pt x="2018" y="3260"/>
                  </a:lnTo>
                  <a:lnTo>
                    <a:pt x="2001" y="3287"/>
                  </a:lnTo>
                  <a:lnTo>
                    <a:pt x="1980" y="3311"/>
                  </a:lnTo>
                  <a:lnTo>
                    <a:pt x="1956" y="3332"/>
                  </a:lnTo>
                  <a:lnTo>
                    <a:pt x="1928" y="3348"/>
                  </a:lnTo>
                  <a:lnTo>
                    <a:pt x="1898" y="3361"/>
                  </a:lnTo>
                  <a:lnTo>
                    <a:pt x="1867" y="3369"/>
                  </a:lnTo>
                  <a:lnTo>
                    <a:pt x="1834" y="3371"/>
                  </a:lnTo>
                  <a:lnTo>
                    <a:pt x="1536" y="3371"/>
                  </a:lnTo>
                  <a:lnTo>
                    <a:pt x="1503" y="3369"/>
                  </a:lnTo>
                  <a:lnTo>
                    <a:pt x="1471" y="3361"/>
                  </a:lnTo>
                  <a:lnTo>
                    <a:pt x="1442" y="3348"/>
                  </a:lnTo>
                  <a:lnTo>
                    <a:pt x="1414" y="3332"/>
                  </a:lnTo>
                  <a:lnTo>
                    <a:pt x="1390" y="3311"/>
                  </a:lnTo>
                  <a:lnTo>
                    <a:pt x="1369" y="3287"/>
                  </a:lnTo>
                  <a:lnTo>
                    <a:pt x="1352" y="3260"/>
                  </a:lnTo>
                  <a:lnTo>
                    <a:pt x="1339" y="3229"/>
                  </a:lnTo>
                  <a:lnTo>
                    <a:pt x="1331" y="3198"/>
                  </a:lnTo>
                  <a:lnTo>
                    <a:pt x="1291" y="2961"/>
                  </a:lnTo>
                  <a:lnTo>
                    <a:pt x="1215" y="2934"/>
                  </a:lnTo>
                  <a:lnTo>
                    <a:pt x="1141" y="2904"/>
                  </a:lnTo>
                  <a:lnTo>
                    <a:pt x="1069" y="2869"/>
                  </a:lnTo>
                  <a:lnTo>
                    <a:pt x="871" y="3010"/>
                  </a:lnTo>
                  <a:lnTo>
                    <a:pt x="844" y="3027"/>
                  </a:lnTo>
                  <a:lnTo>
                    <a:pt x="814" y="3039"/>
                  </a:lnTo>
                  <a:lnTo>
                    <a:pt x="783" y="3046"/>
                  </a:lnTo>
                  <a:lnTo>
                    <a:pt x="751" y="3049"/>
                  </a:lnTo>
                  <a:lnTo>
                    <a:pt x="718" y="3046"/>
                  </a:lnTo>
                  <a:lnTo>
                    <a:pt x="686" y="3039"/>
                  </a:lnTo>
                  <a:lnTo>
                    <a:pt x="656" y="3026"/>
                  </a:lnTo>
                  <a:lnTo>
                    <a:pt x="629" y="3009"/>
                  </a:lnTo>
                  <a:lnTo>
                    <a:pt x="603" y="2988"/>
                  </a:lnTo>
                  <a:lnTo>
                    <a:pt x="394" y="2778"/>
                  </a:lnTo>
                  <a:lnTo>
                    <a:pt x="372" y="2752"/>
                  </a:lnTo>
                  <a:lnTo>
                    <a:pt x="355" y="2724"/>
                  </a:lnTo>
                  <a:lnTo>
                    <a:pt x="343" y="2695"/>
                  </a:lnTo>
                  <a:lnTo>
                    <a:pt x="335" y="2663"/>
                  </a:lnTo>
                  <a:lnTo>
                    <a:pt x="333" y="2631"/>
                  </a:lnTo>
                  <a:lnTo>
                    <a:pt x="335" y="2600"/>
                  </a:lnTo>
                  <a:lnTo>
                    <a:pt x="342" y="2569"/>
                  </a:lnTo>
                  <a:lnTo>
                    <a:pt x="354" y="2538"/>
                  </a:lnTo>
                  <a:lnTo>
                    <a:pt x="372" y="2509"/>
                  </a:lnTo>
                  <a:lnTo>
                    <a:pt x="510" y="2317"/>
                  </a:lnTo>
                  <a:lnTo>
                    <a:pt x="473" y="2242"/>
                  </a:lnTo>
                  <a:lnTo>
                    <a:pt x="440" y="2165"/>
                  </a:lnTo>
                  <a:lnTo>
                    <a:pt x="414" y="2087"/>
                  </a:lnTo>
                  <a:lnTo>
                    <a:pt x="174" y="2046"/>
                  </a:lnTo>
                  <a:lnTo>
                    <a:pt x="141" y="2038"/>
                  </a:lnTo>
                  <a:lnTo>
                    <a:pt x="112" y="2026"/>
                  </a:lnTo>
                  <a:lnTo>
                    <a:pt x="84" y="2009"/>
                  </a:lnTo>
                  <a:lnTo>
                    <a:pt x="60" y="1988"/>
                  </a:lnTo>
                  <a:lnTo>
                    <a:pt x="40" y="1963"/>
                  </a:lnTo>
                  <a:lnTo>
                    <a:pt x="23" y="1936"/>
                  </a:lnTo>
                  <a:lnTo>
                    <a:pt x="10" y="1906"/>
                  </a:lnTo>
                  <a:lnTo>
                    <a:pt x="3" y="1874"/>
                  </a:lnTo>
                  <a:lnTo>
                    <a:pt x="0" y="1841"/>
                  </a:lnTo>
                  <a:lnTo>
                    <a:pt x="0" y="1545"/>
                  </a:lnTo>
                  <a:lnTo>
                    <a:pt x="3" y="1511"/>
                  </a:lnTo>
                  <a:lnTo>
                    <a:pt x="10" y="1479"/>
                  </a:lnTo>
                  <a:lnTo>
                    <a:pt x="23" y="1449"/>
                  </a:lnTo>
                  <a:lnTo>
                    <a:pt x="40" y="1423"/>
                  </a:lnTo>
                  <a:lnTo>
                    <a:pt x="60" y="1398"/>
                  </a:lnTo>
                  <a:lnTo>
                    <a:pt x="84" y="1378"/>
                  </a:lnTo>
                  <a:lnTo>
                    <a:pt x="112" y="1360"/>
                  </a:lnTo>
                  <a:lnTo>
                    <a:pt x="141" y="1347"/>
                  </a:lnTo>
                  <a:lnTo>
                    <a:pt x="174" y="1339"/>
                  </a:lnTo>
                  <a:lnTo>
                    <a:pt x="408" y="1300"/>
                  </a:lnTo>
                  <a:lnTo>
                    <a:pt x="434" y="1221"/>
                  </a:lnTo>
                  <a:lnTo>
                    <a:pt x="465" y="1144"/>
                  </a:lnTo>
                  <a:lnTo>
                    <a:pt x="502" y="1069"/>
                  </a:lnTo>
                  <a:lnTo>
                    <a:pt x="360" y="872"/>
                  </a:lnTo>
                  <a:lnTo>
                    <a:pt x="344" y="843"/>
                  </a:lnTo>
                  <a:lnTo>
                    <a:pt x="332" y="812"/>
                  </a:lnTo>
                  <a:lnTo>
                    <a:pt x="325" y="780"/>
                  </a:lnTo>
                  <a:lnTo>
                    <a:pt x="323" y="749"/>
                  </a:lnTo>
                  <a:lnTo>
                    <a:pt x="325" y="717"/>
                  </a:lnTo>
                  <a:lnTo>
                    <a:pt x="333" y="686"/>
                  </a:lnTo>
                  <a:lnTo>
                    <a:pt x="345" y="657"/>
                  </a:lnTo>
                  <a:lnTo>
                    <a:pt x="361" y="629"/>
                  </a:lnTo>
                  <a:lnTo>
                    <a:pt x="383" y="603"/>
                  </a:lnTo>
                  <a:lnTo>
                    <a:pt x="594" y="393"/>
                  </a:lnTo>
                  <a:lnTo>
                    <a:pt x="618" y="372"/>
                  </a:lnTo>
                  <a:lnTo>
                    <a:pt x="646" y="354"/>
                  </a:lnTo>
                  <a:lnTo>
                    <a:pt x="676" y="342"/>
                  </a:lnTo>
                  <a:lnTo>
                    <a:pt x="708" y="335"/>
                  </a:lnTo>
                  <a:lnTo>
                    <a:pt x="741" y="332"/>
                  </a:lnTo>
                  <a:lnTo>
                    <a:pt x="773" y="335"/>
                  </a:lnTo>
                  <a:lnTo>
                    <a:pt x="805" y="342"/>
                  </a:lnTo>
                  <a:lnTo>
                    <a:pt x="835" y="354"/>
                  </a:lnTo>
                  <a:lnTo>
                    <a:pt x="862" y="371"/>
                  </a:lnTo>
                  <a:lnTo>
                    <a:pt x="1056" y="510"/>
                  </a:lnTo>
                  <a:lnTo>
                    <a:pt x="1129" y="473"/>
                  </a:lnTo>
                  <a:lnTo>
                    <a:pt x="1206" y="440"/>
                  </a:lnTo>
                  <a:lnTo>
                    <a:pt x="1284" y="414"/>
                  </a:lnTo>
                  <a:lnTo>
                    <a:pt x="1325" y="174"/>
                  </a:lnTo>
                  <a:lnTo>
                    <a:pt x="1333" y="141"/>
                  </a:lnTo>
                  <a:lnTo>
                    <a:pt x="1347" y="112"/>
                  </a:lnTo>
                  <a:lnTo>
                    <a:pt x="1363" y="84"/>
                  </a:lnTo>
                  <a:lnTo>
                    <a:pt x="1384" y="60"/>
                  </a:lnTo>
                  <a:lnTo>
                    <a:pt x="1409" y="40"/>
                  </a:lnTo>
                  <a:lnTo>
                    <a:pt x="1436" y="24"/>
                  </a:lnTo>
                  <a:lnTo>
                    <a:pt x="1465" y="10"/>
                  </a:lnTo>
                  <a:lnTo>
                    <a:pt x="1497" y="3"/>
                  </a:lnTo>
                  <a:lnTo>
                    <a:pt x="15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000">
                <a:solidFill>
                  <a:schemeClr val="bg1">
                    <a:lumMod val="50000"/>
                  </a:schemeClr>
                </a:solidFill>
                <a:latin typeface="字体视界-一风尚黑体" panose="02000500000000000000" pitchFamily="2" charset="-122"/>
                <a:ea typeface="字体视界-一风尚黑体" panose="02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A2D9C780-669A-F83A-A488-A2ADD8BE93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49013" y="2078038"/>
              <a:ext cx="230187" cy="230188"/>
            </a:xfrm>
            <a:custGeom>
              <a:avLst/>
              <a:gdLst>
                <a:gd name="T0" fmla="*/ 613 w 1455"/>
                <a:gd name="T1" fmla="*/ 202 h 1455"/>
                <a:gd name="T2" fmla="*/ 457 w 1455"/>
                <a:gd name="T3" fmla="*/ 264 h 1455"/>
                <a:gd name="T4" fmla="*/ 329 w 1455"/>
                <a:gd name="T5" fmla="*/ 367 h 1455"/>
                <a:gd name="T6" fmla="*/ 238 w 1455"/>
                <a:gd name="T7" fmla="*/ 506 h 1455"/>
                <a:gd name="T8" fmla="*/ 194 w 1455"/>
                <a:gd name="T9" fmla="*/ 668 h 1455"/>
                <a:gd name="T10" fmla="*/ 203 w 1455"/>
                <a:gd name="T11" fmla="*/ 843 h 1455"/>
                <a:gd name="T12" fmla="*/ 264 w 1455"/>
                <a:gd name="T13" fmla="*/ 998 h 1455"/>
                <a:gd name="T14" fmla="*/ 368 w 1455"/>
                <a:gd name="T15" fmla="*/ 1126 h 1455"/>
                <a:gd name="T16" fmla="*/ 506 w 1455"/>
                <a:gd name="T17" fmla="*/ 1216 h 1455"/>
                <a:gd name="T18" fmla="*/ 669 w 1455"/>
                <a:gd name="T19" fmla="*/ 1262 h 1455"/>
                <a:gd name="T20" fmla="*/ 843 w 1455"/>
                <a:gd name="T21" fmla="*/ 1252 h 1455"/>
                <a:gd name="T22" fmla="*/ 999 w 1455"/>
                <a:gd name="T23" fmla="*/ 1191 h 1455"/>
                <a:gd name="T24" fmla="*/ 1126 w 1455"/>
                <a:gd name="T25" fmla="*/ 1087 h 1455"/>
                <a:gd name="T26" fmla="*/ 1217 w 1455"/>
                <a:gd name="T27" fmla="*/ 949 h 1455"/>
                <a:gd name="T28" fmla="*/ 1262 w 1455"/>
                <a:gd name="T29" fmla="*/ 786 h 1455"/>
                <a:gd name="T30" fmla="*/ 1253 w 1455"/>
                <a:gd name="T31" fmla="*/ 612 h 1455"/>
                <a:gd name="T32" fmla="*/ 1191 w 1455"/>
                <a:gd name="T33" fmla="*/ 456 h 1455"/>
                <a:gd name="T34" fmla="*/ 1088 w 1455"/>
                <a:gd name="T35" fmla="*/ 328 h 1455"/>
                <a:gd name="T36" fmla="*/ 950 w 1455"/>
                <a:gd name="T37" fmla="*/ 238 h 1455"/>
                <a:gd name="T38" fmla="*/ 786 w 1455"/>
                <a:gd name="T39" fmla="*/ 193 h 1455"/>
                <a:gd name="T40" fmla="*/ 794 w 1455"/>
                <a:gd name="T41" fmla="*/ 3 h 1455"/>
                <a:gd name="T42" fmla="*/ 981 w 1455"/>
                <a:gd name="T43" fmla="*/ 46 h 1455"/>
                <a:gd name="T44" fmla="*/ 1147 w 1455"/>
                <a:gd name="T45" fmla="*/ 133 h 1455"/>
                <a:gd name="T46" fmla="*/ 1284 w 1455"/>
                <a:gd name="T47" fmla="*/ 259 h 1455"/>
                <a:gd name="T48" fmla="*/ 1385 w 1455"/>
                <a:gd name="T49" fmla="*/ 416 h 1455"/>
                <a:gd name="T50" fmla="*/ 1443 w 1455"/>
                <a:gd name="T51" fmla="*/ 597 h 1455"/>
                <a:gd name="T52" fmla="*/ 1451 w 1455"/>
                <a:gd name="T53" fmla="*/ 793 h 1455"/>
                <a:gd name="T54" fmla="*/ 1409 w 1455"/>
                <a:gd name="T55" fmla="*/ 981 h 1455"/>
                <a:gd name="T56" fmla="*/ 1321 w 1455"/>
                <a:gd name="T57" fmla="*/ 1147 h 1455"/>
                <a:gd name="T58" fmla="*/ 1196 w 1455"/>
                <a:gd name="T59" fmla="*/ 1284 h 1455"/>
                <a:gd name="T60" fmla="*/ 1039 w 1455"/>
                <a:gd name="T61" fmla="*/ 1384 h 1455"/>
                <a:gd name="T62" fmla="*/ 859 w 1455"/>
                <a:gd name="T63" fmla="*/ 1443 h 1455"/>
                <a:gd name="T64" fmla="*/ 662 w 1455"/>
                <a:gd name="T65" fmla="*/ 1452 h 1455"/>
                <a:gd name="T66" fmla="*/ 475 w 1455"/>
                <a:gd name="T67" fmla="*/ 1409 h 1455"/>
                <a:gd name="T68" fmla="*/ 309 w 1455"/>
                <a:gd name="T69" fmla="*/ 1322 h 1455"/>
                <a:gd name="T70" fmla="*/ 171 w 1455"/>
                <a:gd name="T71" fmla="*/ 1196 h 1455"/>
                <a:gd name="T72" fmla="*/ 70 w 1455"/>
                <a:gd name="T73" fmla="*/ 1039 h 1455"/>
                <a:gd name="T74" fmla="*/ 12 w 1455"/>
                <a:gd name="T75" fmla="*/ 858 h 1455"/>
                <a:gd name="T76" fmla="*/ 4 w 1455"/>
                <a:gd name="T77" fmla="*/ 661 h 1455"/>
                <a:gd name="T78" fmla="*/ 46 w 1455"/>
                <a:gd name="T79" fmla="*/ 474 h 1455"/>
                <a:gd name="T80" fmla="*/ 134 w 1455"/>
                <a:gd name="T81" fmla="*/ 308 h 1455"/>
                <a:gd name="T82" fmla="*/ 260 w 1455"/>
                <a:gd name="T83" fmla="*/ 171 h 1455"/>
                <a:gd name="T84" fmla="*/ 416 w 1455"/>
                <a:gd name="T85" fmla="*/ 70 h 1455"/>
                <a:gd name="T86" fmla="*/ 597 w 1455"/>
                <a:gd name="T87" fmla="*/ 12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55" h="1455">
                  <a:moveTo>
                    <a:pt x="727" y="190"/>
                  </a:moveTo>
                  <a:lnTo>
                    <a:pt x="669" y="193"/>
                  </a:lnTo>
                  <a:lnTo>
                    <a:pt x="613" y="202"/>
                  </a:lnTo>
                  <a:lnTo>
                    <a:pt x="558" y="218"/>
                  </a:lnTo>
                  <a:lnTo>
                    <a:pt x="506" y="238"/>
                  </a:lnTo>
                  <a:lnTo>
                    <a:pt x="457" y="264"/>
                  </a:lnTo>
                  <a:lnTo>
                    <a:pt x="410" y="294"/>
                  </a:lnTo>
                  <a:lnTo>
                    <a:pt x="368" y="328"/>
                  </a:lnTo>
                  <a:lnTo>
                    <a:pt x="329" y="367"/>
                  </a:lnTo>
                  <a:lnTo>
                    <a:pt x="294" y="410"/>
                  </a:lnTo>
                  <a:lnTo>
                    <a:pt x="264" y="456"/>
                  </a:lnTo>
                  <a:lnTo>
                    <a:pt x="238" y="506"/>
                  </a:lnTo>
                  <a:lnTo>
                    <a:pt x="218" y="558"/>
                  </a:lnTo>
                  <a:lnTo>
                    <a:pt x="203" y="612"/>
                  </a:lnTo>
                  <a:lnTo>
                    <a:pt x="194" y="668"/>
                  </a:lnTo>
                  <a:lnTo>
                    <a:pt x="191" y="728"/>
                  </a:lnTo>
                  <a:lnTo>
                    <a:pt x="194" y="786"/>
                  </a:lnTo>
                  <a:lnTo>
                    <a:pt x="203" y="843"/>
                  </a:lnTo>
                  <a:lnTo>
                    <a:pt x="218" y="897"/>
                  </a:lnTo>
                  <a:lnTo>
                    <a:pt x="238" y="949"/>
                  </a:lnTo>
                  <a:lnTo>
                    <a:pt x="264" y="998"/>
                  </a:lnTo>
                  <a:lnTo>
                    <a:pt x="294" y="1044"/>
                  </a:lnTo>
                  <a:lnTo>
                    <a:pt x="329" y="1087"/>
                  </a:lnTo>
                  <a:lnTo>
                    <a:pt x="368" y="1126"/>
                  </a:lnTo>
                  <a:lnTo>
                    <a:pt x="410" y="1161"/>
                  </a:lnTo>
                  <a:lnTo>
                    <a:pt x="457" y="1191"/>
                  </a:lnTo>
                  <a:lnTo>
                    <a:pt x="506" y="1216"/>
                  </a:lnTo>
                  <a:lnTo>
                    <a:pt x="558" y="1237"/>
                  </a:lnTo>
                  <a:lnTo>
                    <a:pt x="613" y="1252"/>
                  </a:lnTo>
                  <a:lnTo>
                    <a:pt x="669" y="1262"/>
                  </a:lnTo>
                  <a:lnTo>
                    <a:pt x="727" y="1265"/>
                  </a:lnTo>
                  <a:lnTo>
                    <a:pt x="786" y="1262"/>
                  </a:lnTo>
                  <a:lnTo>
                    <a:pt x="843" y="1252"/>
                  </a:lnTo>
                  <a:lnTo>
                    <a:pt x="897" y="1237"/>
                  </a:lnTo>
                  <a:lnTo>
                    <a:pt x="950" y="1216"/>
                  </a:lnTo>
                  <a:lnTo>
                    <a:pt x="999" y="1191"/>
                  </a:lnTo>
                  <a:lnTo>
                    <a:pt x="1045" y="1161"/>
                  </a:lnTo>
                  <a:lnTo>
                    <a:pt x="1088" y="1126"/>
                  </a:lnTo>
                  <a:lnTo>
                    <a:pt x="1126" y="1087"/>
                  </a:lnTo>
                  <a:lnTo>
                    <a:pt x="1161" y="1044"/>
                  </a:lnTo>
                  <a:lnTo>
                    <a:pt x="1191" y="998"/>
                  </a:lnTo>
                  <a:lnTo>
                    <a:pt x="1217" y="949"/>
                  </a:lnTo>
                  <a:lnTo>
                    <a:pt x="1237" y="897"/>
                  </a:lnTo>
                  <a:lnTo>
                    <a:pt x="1253" y="843"/>
                  </a:lnTo>
                  <a:lnTo>
                    <a:pt x="1262" y="786"/>
                  </a:lnTo>
                  <a:lnTo>
                    <a:pt x="1265" y="728"/>
                  </a:lnTo>
                  <a:lnTo>
                    <a:pt x="1262" y="668"/>
                  </a:lnTo>
                  <a:lnTo>
                    <a:pt x="1253" y="612"/>
                  </a:lnTo>
                  <a:lnTo>
                    <a:pt x="1237" y="558"/>
                  </a:lnTo>
                  <a:lnTo>
                    <a:pt x="1217" y="506"/>
                  </a:lnTo>
                  <a:lnTo>
                    <a:pt x="1191" y="456"/>
                  </a:lnTo>
                  <a:lnTo>
                    <a:pt x="1161" y="410"/>
                  </a:lnTo>
                  <a:lnTo>
                    <a:pt x="1126" y="367"/>
                  </a:lnTo>
                  <a:lnTo>
                    <a:pt x="1088" y="328"/>
                  </a:lnTo>
                  <a:lnTo>
                    <a:pt x="1045" y="294"/>
                  </a:lnTo>
                  <a:lnTo>
                    <a:pt x="999" y="264"/>
                  </a:lnTo>
                  <a:lnTo>
                    <a:pt x="950" y="238"/>
                  </a:lnTo>
                  <a:lnTo>
                    <a:pt x="897" y="218"/>
                  </a:lnTo>
                  <a:lnTo>
                    <a:pt x="843" y="202"/>
                  </a:lnTo>
                  <a:lnTo>
                    <a:pt x="786" y="193"/>
                  </a:lnTo>
                  <a:lnTo>
                    <a:pt x="727" y="190"/>
                  </a:lnTo>
                  <a:close/>
                  <a:moveTo>
                    <a:pt x="727" y="0"/>
                  </a:moveTo>
                  <a:lnTo>
                    <a:pt x="794" y="3"/>
                  </a:lnTo>
                  <a:lnTo>
                    <a:pt x="859" y="12"/>
                  </a:lnTo>
                  <a:lnTo>
                    <a:pt x="921" y="26"/>
                  </a:lnTo>
                  <a:lnTo>
                    <a:pt x="981" y="46"/>
                  </a:lnTo>
                  <a:lnTo>
                    <a:pt x="1039" y="70"/>
                  </a:lnTo>
                  <a:lnTo>
                    <a:pt x="1094" y="99"/>
                  </a:lnTo>
                  <a:lnTo>
                    <a:pt x="1147" y="133"/>
                  </a:lnTo>
                  <a:lnTo>
                    <a:pt x="1196" y="171"/>
                  </a:lnTo>
                  <a:lnTo>
                    <a:pt x="1242" y="213"/>
                  </a:lnTo>
                  <a:lnTo>
                    <a:pt x="1284" y="259"/>
                  </a:lnTo>
                  <a:lnTo>
                    <a:pt x="1321" y="308"/>
                  </a:lnTo>
                  <a:lnTo>
                    <a:pt x="1355" y="360"/>
                  </a:lnTo>
                  <a:lnTo>
                    <a:pt x="1385" y="416"/>
                  </a:lnTo>
                  <a:lnTo>
                    <a:pt x="1409" y="474"/>
                  </a:lnTo>
                  <a:lnTo>
                    <a:pt x="1429" y="534"/>
                  </a:lnTo>
                  <a:lnTo>
                    <a:pt x="1443" y="597"/>
                  </a:lnTo>
                  <a:lnTo>
                    <a:pt x="1451" y="661"/>
                  </a:lnTo>
                  <a:lnTo>
                    <a:pt x="1455" y="728"/>
                  </a:lnTo>
                  <a:lnTo>
                    <a:pt x="1451" y="793"/>
                  </a:lnTo>
                  <a:lnTo>
                    <a:pt x="1443" y="858"/>
                  </a:lnTo>
                  <a:lnTo>
                    <a:pt x="1429" y="920"/>
                  </a:lnTo>
                  <a:lnTo>
                    <a:pt x="1409" y="981"/>
                  </a:lnTo>
                  <a:lnTo>
                    <a:pt x="1385" y="1039"/>
                  </a:lnTo>
                  <a:lnTo>
                    <a:pt x="1355" y="1095"/>
                  </a:lnTo>
                  <a:lnTo>
                    <a:pt x="1321" y="1147"/>
                  </a:lnTo>
                  <a:lnTo>
                    <a:pt x="1284" y="1196"/>
                  </a:lnTo>
                  <a:lnTo>
                    <a:pt x="1242" y="1242"/>
                  </a:lnTo>
                  <a:lnTo>
                    <a:pt x="1196" y="1284"/>
                  </a:lnTo>
                  <a:lnTo>
                    <a:pt x="1147" y="1322"/>
                  </a:lnTo>
                  <a:lnTo>
                    <a:pt x="1094" y="1356"/>
                  </a:lnTo>
                  <a:lnTo>
                    <a:pt x="1039" y="1384"/>
                  </a:lnTo>
                  <a:lnTo>
                    <a:pt x="981" y="1409"/>
                  </a:lnTo>
                  <a:lnTo>
                    <a:pt x="921" y="1428"/>
                  </a:lnTo>
                  <a:lnTo>
                    <a:pt x="859" y="1443"/>
                  </a:lnTo>
                  <a:lnTo>
                    <a:pt x="794" y="1452"/>
                  </a:lnTo>
                  <a:lnTo>
                    <a:pt x="727" y="1455"/>
                  </a:lnTo>
                  <a:lnTo>
                    <a:pt x="662" y="1452"/>
                  </a:lnTo>
                  <a:lnTo>
                    <a:pt x="597" y="1443"/>
                  </a:lnTo>
                  <a:lnTo>
                    <a:pt x="535" y="1428"/>
                  </a:lnTo>
                  <a:lnTo>
                    <a:pt x="475" y="1409"/>
                  </a:lnTo>
                  <a:lnTo>
                    <a:pt x="416" y="1384"/>
                  </a:lnTo>
                  <a:lnTo>
                    <a:pt x="361" y="1356"/>
                  </a:lnTo>
                  <a:lnTo>
                    <a:pt x="309" y="1322"/>
                  </a:lnTo>
                  <a:lnTo>
                    <a:pt x="260" y="1284"/>
                  </a:lnTo>
                  <a:lnTo>
                    <a:pt x="213" y="1242"/>
                  </a:lnTo>
                  <a:lnTo>
                    <a:pt x="171" y="1196"/>
                  </a:lnTo>
                  <a:lnTo>
                    <a:pt x="134" y="1147"/>
                  </a:lnTo>
                  <a:lnTo>
                    <a:pt x="100" y="1095"/>
                  </a:lnTo>
                  <a:lnTo>
                    <a:pt x="70" y="1039"/>
                  </a:lnTo>
                  <a:lnTo>
                    <a:pt x="46" y="981"/>
                  </a:lnTo>
                  <a:lnTo>
                    <a:pt x="26" y="920"/>
                  </a:lnTo>
                  <a:lnTo>
                    <a:pt x="12" y="858"/>
                  </a:lnTo>
                  <a:lnTo>
                    <a:pt x="4" y="793"/>
                  </a:lnTo>
                  <a:lnTo>
                    <a:pt x="0" y="728"/>
                  </a:lnTo>
                  <a:lnTo>
                    <a:pt x="4" y="661"/>
                  </a:lnTo>
                  <a:lnTo>
                    <a:pt x="12" y="597"/>
                  </a:lnTo>
                  <a:lnTo>
                    <a:pt x="26" y="534"/>
                  </a:lnTo>
                  <a:lnTo>
                    <a:pt x="46" y="474"/>
                  </a:lnTo>
                  <a:lnTo>
                    <a:pt x="70" y="416"/>
                  </a:lnTo>
                  <a:lnTo>
                    <a:pt x="100" y="360"/>
                  </a:lnTo>
                  <a:lnTo>
                    <a:pt x="134" y="308"/>
                  </a:lnTo>
                  <a:lnTo>
                    <a:pt x="171" y="259"/>
                  </a:lnTo>
                  <a:lnTo>
                    <a:pt x="213" y="213"/>
                  </a:lnTo>
                  <a:lnTo>
                    <a:pt x="260" y="171"/>
                  </a:lnTo>
                  <a:lnTo>
                    <a:pt x="309" y="133"/>
                  </a:lnTo>
                  <a:lnTo>
                    <a:pt x="361" y="99"/>
                  </a:lnTo>
                  <a:lnTo>
                    <a:pt x="416" y="70"/>
                  </a:lnTo>
                  <a:lnTo>
                    <a:pt x="475" y="46"/>
                  </a:lnTo>
                  <a:lnTo>
                    <a:pt x="535" y="26"/>
                  </a:lnTo>
                  <a:lnTo>
                    <a:pt x="597" y="12"/>
                  </a:lnTo>
                  <a:lnTo>
                    <a:pt x="662" y="3"/>
                  </a:lnTo>
                  <a:lnTo>
                    <a:pt x="7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000">
                <a:solidFill>
                  <a:schemeClr val="bg1">
                    <a:lumMod val="50000"/>
                  </a:schemeClr>
                </a:solidFill>
                <a:latin typeface="字体视界-一风尚黑体" panose="02000500000000000000" pitchFamily="2" charset="-122"/>
                <a:ea typeface="字体视界-一风尚黑体" panose="020005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38" name="Freeform 29" descr="D:\51PPT模板网\51pptmoban.com\图片.jpg">
            <a:extLst>
              <a:ext uri="{FF2B5EF4-FFF2-40B4-BE49-F238E27FC236}">
                <a16:creationId xmlns:a16="http://schemas.microsoft.com/office/drawing/2014/main" id="{6455892A-B7B6-C59F-EE81-A9D9EB92B92F}"/>
              </a:ext>
            </a:extLst>
          </p:cNvPr>
          <p:cNvSpPr>
            <a:spLocks noEditPoints="1"/>
          </p:cNvSpPr>
          <p:nvPr/>
        </p:nvSpPr>
        <p:spPr bwMode="auto">
          <a:xfrm>
            <a:off x="6856935" y="2135111"/>
            <a:ext cx="521412" cy="559006"/>
          </a:xfrm>
          <a:custGeom>
            <a:avLst/>
            <a:gdLst>
              <a:gd name="T0" fmla="*/ 2558 w 3187"/>
              <a:gd name="T1" fmla="*/ 2917 h 3426"/>
              <a:gd name="T2" fmla="*/ 2525 w 3187"/>
              <a:gd name="T3" fmla="*/ 3108 h 3426"/>
              <a:gd name="T4" fmla="*/ 2672 w 3187"/>
              <a:gd name="T5" fmla="*/ 3232 h 3426"/>
              <a:gd name="T6" fmla="*/ 2855 w 3187"/>
              <a:gd name="T7" fmla="*/ 3166 h 3426"/>
              <a:gd name="T8" fmla="*/ 2888 w 3187"/>
              <a:gd name="T9" fmla="*/ 2973 h 3426"/>
              <a:gd name="T10" fmla="*/ 2741 w 3187"/>
              <a:gd name="T11" fmla="*/ 2850 h 3426"/>
              <a:gd name="T12" fmla="*/ 1063 w 3187"/>
              <a:gd name="T13" fmla="*/ 2893 h 3426"/>
              <a:gd name="T14" fmla="*/ 997 w 3187"/>
              <a:gd name="T15" fmla="*/ 3075 h 3426"/>
              <a:gd name="T16" fmla="*/ 1120 w 3187"/>
              <a:gd name="T17" fmla="*/ 3222 h 3426"/>
              <a:gd name="T18" fmla="*/ 1313 w 3187"/>
              <a:gd name="T19" fmla="*/ 3189 h 3426"/>
              <a:gd name="T20" fmla="*/ 1378 w 3187"/>
              <a:gd name="T21" fmla="*/ 3006 h 3426"/>
              <a:gd name="T22" fmla="*/ 1255 w 3187"/>
              <a:gd name="T23" fmla="*/ 2860 h 3426"/>
              <a:gd name="T24" fmla="*/ 722 w 3187"/>
              <a:gd name="T25" fmla="*/ 1936 h 3426"/>
              <a:gd name="T26" fmla="*/ 872 w 3187"/>
              <a:gd name="T27" fmla="*/ 2062 h 3426"/>
              <a:gd name="T28" fmla="*/ 2926 w 3187"/>
              <a:gd name="T29" fmla="*/ 2018 h 3426"/>
              <a:gd name="T30" fmla="*/ 2997 w 3187"/>
              <a:gd name="T31" fmla="*/ 1154 h 3426"/>
              <a:gd name="T32" fmla="*/ 656 w 3187"/>
              <a:gd name="T33" fmla="*/ 229 h 3426"/>
              <a:gd name="T34" fmla="*/ 668 w 3187"/>
              <a:gd name="T35" fmla="*/ 236 h 3426"/>
              <a:gd name="T36" fmla="*/ 680 w 3187"/>
              <a:gd name="T37" fmla="*/ 245 h 3426"/>
              <a:gd name="T38" fmla="*/ 694 w 3187"/>
              <a:gd name="T39" fmla="*/ 263 h 3426"/>
              <a:gd name="T40" fmla="*/ 700 w 3187"/>
              <a:gd name="T41" fmla="*/ 272 h 3426"/>
              <a:gd name="T42" fmla="*/ 704 w 3187"/>
              <a:gd name="T43" fmla="*/ 281 h 3426"/>
              <a:gd name="T44" fmla="*/ 707 w 3187"/>
              <a:gd name="T45" fmla="*/ 294 h 3426"/>
              <a:gd name="T46" fmla="*/ 710 w 3187"/>
              <a:gd name="T47" fmla="*/ 308 h 3426"/>
              <a:gd name="T48" fmla="*/ 3109 w 3187"/>
              <a:gd name="T49" fmla="*/ 979 h 3426"/>
              <a:gd name="T50" fmla="*/ 3119 w 3187"/>
              <a:gd name="T51" fmla="*/ 981 h 3426"/>
              <a:gd name="T52" fmla="*/ 3139 w 3187"/>
              <a:gd name="T53" fmla="*/ 990 h 3426"/>
              <a:gd name="T54" fmla="*/ 3151 w 3187"/>
              <a:gd name="T55" fmla="*/ 998 h 3426"/>
              <a:gd name="T56" fmla="*/ 3161 w 3187"/>
              <a:gd name="T57" fmla="*/ 1005 h 3426"/>
              <a:gd name="T58" fmla="*/ 3166 w 3187"/>
              <a:gd name="T59" fmla="*/ 1012 h 3426"/>
              <a:gd name="T60" fmla="*/ 3172 w 3187"/>
              <a:gd name="T61" fmla="*/ 1022 h 3426"/>
              <a:gd name="T62" fmla="*/ 3180 w 3187"/>
              <a:gd name="T63" fmla="*/ 1035 h 3426"/>
              <a:gd name="T64" fmla="*/ 3185 w 3187"/>
              <a:gd name="T65" fmla="*/ 1049 h 3426"/>
              <a:gd name="T66" fmla="*/ 3187 w 3187"/>
              <a:gd name="T67" fmla="*/ 1060 h 3426"/>
              <a:gd name="T68" fmla="*/ 3161 w 3187"/>
              <a:gd name="T69" fmla="*/ 2007 h 3426"/>
              <a:gd name="T70" fmla="*/ 2981 w 3187"/>
              <a:gd name="T71" fmla="*/ 2210 h 3426"/>
              <a:gd name="T72" fmla="*/ 865 w 3187"/>
              <a:gd name="T73" fmla="*/ 2253 h 3426"/>
              <a:gd name="T74" fmla="*/ 712 w 3187"/>
              <a:gd name="T75" fmla="*/ 2495 h 3426"/>
              <a:gd name="T76" fmla="*/ 838 w 3187"/>
              <a:gd name="T77" fmla="*/ 2646 h 3426"/>
              <a:gd name="T78" fmla="*/ 2844 w 3187"/>
              <a:gd name="T79" fmla="*/ 2683 h 3426"/>
              <a:gd name="T80" fmla="*/ 3045 w 3187"/>
              <a:gd name="T81" fmla="*/ 2862 h 3426"/>
              <a:gd name="T82" fmla="*/ 3078 w 3187"/>
              <a:gd name="T83" fmla="*/ 3136 h 3426"/>
              <a:gd name="T84" fmla="*/ 2925 w 3187"/>
              <a:gd name="T85" fmla="*/ 3356 h 3426"/>
              <a:gd name="T86" fmla="*/ 2657 w 3187"/>
              <a:gd name="T87" fmla="*/ 3423 h 3426"/>
              <a:gd name="T88" fmla="*/ 2418 w 3187"/>
              <a:gd name="T89" fmla="*/ 3296 h 3426"/>
              <a:gd name="T90" fmla="*/ 2321 w 3187"/>
              <a:gd name="T91" fmla="*/ 3042 h 3426"/>
              <a:gd name="T92" fmla="*/ 1518 w 3187"/>
              <a:gd name="T93" fmla="*/ 2848 h 3426"/>
              <a:gd name="T94" fmla="*/ 1568 w 3187"/>
              <a:gd name="T95" fmla="*/ 3090 h 3426"/>
              <a:gd name="T96" fmla="*/ 1442 w 3187"/>
              <a:gd name="T97" fmla="*/ 3328 h 3426"/>
              <a:gd name="T98" fmla="*/ 1187 w 3187"/>
              <a:gd name="T99" fmla="*/ 3426 h 3426"/>
              <a:gd name="T100" fmla="*/ 932 w 3187"/>
              <a:gd name="T101" fmla="*/ 3329 h 3426"/>
              <a:gd name="T102" fmla="*/ 806 w 3187"/>
              <a:gd name="T103" fmla="*/ 3090 h 3426"/>
              <a:gd name="T104" fmla="*/ 858 w 3187"/>
              <a:gd name="T105" fmla="*/ 2845 h 3426"/>
              <a:gd name="T106" fmla="*/ 617 w 3187"/>
              <a:gd name="T107" fmla="*/ 2717 h 3426"/>
              <a:gd name="T108" fmla="*/ 519 w 3187"/>
              <a:gd name="T109" fmla="*/ 2459 h 3426"/>
              <a:gd name="T110" fmla="*/ 3 w 3187"/>
              <a:gd name="T111" fmla="*/ 122 h 3426"/>
              <a:gd name="T112" fmla="*/ 49 w 3187"/>
              <a:gd name="T113" fmla="*/ 12 h 3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187" h="3425">
                <a:moveTo>
                  <a:pt x="2707" y="2847"/>
                </a:moveTo>
                <a:lnTo>
                  <a:pt x="2672" y="2850"/>
                </a:lnTo>
                <a:lnTo>
                  <a:pt x="2639" y="2860"/>
                </a:lnTo>
                <a:lnTo>
                  <a:pt x="2608" y="2874"/>
                </a:lnTo>
                <a:lnTo>
                  <a:pt x="2582" y="2893"/>
                </a:lnTo>
                <a:lnTo>
                  <a:pt x="2558" y="2917"/>
                </a:lnTo>
                <a:lnTo>
                  <a:pt x="2539" y="2943"/>
                </a:lnTo>
                <a:lnTo>
                  <a:pt x="2525" y="2973"/>
                </a:lnTo>
                <a:lnTo>
                  <a:pt x="2515" y="3007"/>
                </a:lnTo>
                <a:lnTo>
                  <a:pt x="2512" y="3041"/>
                </a:lnTo>
                <a:lnTo>
                  <a:pt x="2515" y="3075"/>
                </a:lnTo>
                <a:lnTo>
                  <a:pt x="2525" y="3108"/>
                </a:lnTo>
                <a:lnTo>
                  <a:pt x="2539" y="3138"/>
                </a:lnTo>
                <a:lnTo>
                  <a:pt x="2558" y="3165"/>
                </a:lnTo>
                <a:lnTo>
                  <a:pt x="2582" y="3189"/>
                </a:lnTo>
                <a:lnTo>
                  <a:pt x="2608" y="3208"/>
                </a:lnTo>
                <a:lnTo>
                  <a:pt x="2639" y="3222"/>
                </a:lnTo>
                <a:lnTo>
                  <a:pt x="2672" y="3232"/>
                </a:lnTo>
                <a:lnTo>
                  <a:pt x="2707" y="3235"/>
                </a:lnTo>
                <a:lnTo>
                  <a:pt x="2741" y="3232"/>
                </a:lnTo>
                <a:lnTo>
                  <a:pt x="2773" y="3222"/>
                </a:lnTo>
                <a:lnTo>
                  <a:pt x="2804" y="3208"/>
                </a:lnTo>
                <a:lnTo>
                  <a:pt x="2831" y="3189"/>
                </a:lnTo>
                <a:lnTo>
                  <a:pt x="2855" y="3166"/>
                </a:lnTo>
                <a:lnTo>
                  <a:pt x="2874" y="3139"/>
                </a:lnTo>
                <a:lnTo>
                  <a:pt x="2888" y="3109"/>
                </a:lnTo>
                <a:lnTo>
                  <a:pt x="2898" y="3075"/>
                </a:lnTo>
                <a:lnTo>
                  <a:pt x="2901" y="3041"/>
                </a:lnTo>
                <a:lnTo>
                  <a:pt x="2898" y="3006"/>
                </a:lnTo>
                <a:lnTo>
                  <a:pt x="2888" y="2973"/>
                </a:lnTo>
                <a:lnTo>
                  <a:pt x="2874" y="2943"/>
                </a:lnTo>
                <a:lnTo>
                  <a:pt x="2855" y="2916"/>
                </a:lnTo>
                <a:lnTo>
                  <a:pt x="2831" y="2893"/>
                </a:lnTo>
                <a:lnTo>
                  <a:pt x="2804" y="2874"/>
                </a:lnTo>
                <a:lnTo>
                  <a:pt x="2773" y="2860"/>
                </a:lnTo>
                <a:lnTo>
                  <a:pt x="2741" y="2850"/>
                </a:lnTo>
                <a:lnTo>
                  <a:pt x="2707" y="2847"/>
                </a:lnTo>
                <a:close/>
                <a:moveTo>
                  <a:pt x="1188" y="2847"/>
                </a:moveTo>
                <a:lnTo>
                  <a:pt x="1153" y="2850"/>
                </a:lnTo>
                <a:lnTo>
                  <a:pt x="1120" y="2860"/>
                </a:lnTo>
                <a:lnTo>
                  <a:pt x="1090" y="2874"/>
                </a:lnTo>
                <a:lnTo>
                  <a:pt x="1063" y="2893"/>
                </a:lnTo>
                <a:lnTo>
                  <a:pt x="1040" y="2917"/>
                </a:lnTo>
                <a:lnTo>
                  <a:pt x="1020" y="2943"/>
                </a:lnTo>
                <a:lnTo>
                  <a:pt x="1007" y="2973"/>
                </a:lnTo>
                <a:lnTo>
                  <a:pt x="997" y="3007"/>
                </a:lnTo>
                <a:lnTo>
                  <a:pt x="994" y="3041"/>
                </a:lnTo>
                <a:lnTo>
                  <a:pt x="997" y="3075"/>
                </a:lnTo>
                <a:lnTo>
                  <a:pt x="1007" y="3108"/>
                </a:lnTo>
                <a:lnTo>
                  <a:pt x="1020" y="3138"/>
                </a:lnTo>
                <a:lnTo>
                  <a:pt x="1040" y="3165"/>
                </a:lnTo>
                <a:lnTo>
                  <a:pt x="1063" y="3189"/>
                </a:lnTo>
                <a:lnTo>
                  <a:pt x="1090" y="3208"/>
                </a:lnTo>
                <a:lnTo>
                  <a:pt x="1120" y="3222"/>
                </a:lnTo>
                <a:lnTo>
                  <a:pt x="1153" y="3232"/>
                </a:lnTo>
                <a:lnTo>
                  <a:pt x="1188" y="3235"/>
                </a:lnTo>
                <a:lnTo>
                  <a:pt x="1223" y="3232"/>
                </a:lnTo>
                <a:lnTo>
                  <a:pt x="1255" y="3222"/>
                </a:lnTo>
                <a:lnTo>
                  <a:pt x="1285" y="3208"/>
                </a:lnTo>
                <a:lnTo>
                  <a:pt x="1313" y="3189"/>
                </a:lnTo>
                <a:lnTo>
                  <a:pt x="1336" y="3166"/>
                </a:lnTo>
                <a:lnTo>
                  <a:pt x="1355" y="3139"/>
                </a:lnTo>
                <a:lnTo>
                  <a:pt x="1370" y="3109"/>
                </a:lnTo>
                <a:lnTo>
                  <a:pt x="1378" y="3075"/>
                </a:lnTo>
                <a:lnTo>
                  <a:pt x="1381" y="3041"/>
                </a:lnTo>
                <a:lnTo>
                  <a:pt x="1378" y="3006"/>
                </a:lnTo>
                <a:lnTo>
                  <a:pt x="1370" y="2973"/>
                </a:lnTo>
                <a:lnTo>
                  <a:pt x="1355" y="2943"/>
                </a:lnTo>
                <a:lnTo>
                  <a:pt x="1336" y="2916"/>
                </a:lnTo>
                <a:lnTo>
                  <a:pt x="1313" y="2893"/>
                </a:lnTo>
                <a:lnTo>
                  <a:pt x="1285" y="2874"/>
                </a:lnTo>
                <a:lnTo>
                  <a:pt x="1255" y="2860"/>
                </a:lnTo>
                <a:lnTo>
                  <a:pt x="1223" y="2850"/>
                </a:lnTo>
                <a:lnTo>
                  <a:pt x="1188" y="2847"/>
                </a:lnTo>
                <a:close/>
                <a:moveTo>
                  <a:pt x="709" y="840"/>
                </a:moveTo>
                <a:lnTo>
                  <a:pt x="709" y="1867"/>
                </a:lnTo>
                <a:lnTo>
                  <a:pt x="712" y="1903"/>
                </a:lnTo>
                <a:lnTo>
                  <a:pt x="722" y="1936"/>
                </a:lnTo>
                <a:lnTo>
                  <a:pt x="736" y="1967"/>
                </a:lnTo>
                <a:lnTo>
                  <a:pt x="756" y="1994"/>
                </a:lnTo>
                <a:lnTo>
                  <a:pt x="780" y="2018"/>
                </a:lnTo>
                <a:lnTo>
                  <a:pt x="807" y="2038"/>
                </a:lnTo>
                <a:lnTo>
                  <a:pt x="838" y="2053"/>
                </a:lnTo>
                <a:lnTo>
                  <a:pt x="872" y="2062"/>
                </a:lnTo>
                <a:lnTo>
                  <a:pt x="907" y="2065"/>
                </a:lnTo>
                <a:lnTo>
                  <a:pt x="2798" y="2065"/>
                </a:lnTo>
                <a:lnTo>
                  <a:pt x="2834" y="2062"/>
                </a:lnTo>
                <a:lnTo>
                  <a:pt x="2867" y="2053"/>
                </a:lnTo>
                <a:lnTo>
                  <a:pt x="2899" y="2038"/>
                </a:lnTo>
                <a:lnTo>
                  <a:pt x="2926" y="2018"/>
                </a:lnTo>
                <a:lnTo>
                  <a:pt x="2950" y="1994"/>
                </a:lnTo>
                <a:lnTo>
                  <a:pt x="2970" y="1967"/>
                </a:lnTo>
                <a:lnTo>
                  <a:pt x="2984" y="1936"/>
                </a:lnTo>
                <a:lnTo>
                  <a:pt x="2994" y="1902"/>
                </a:lnTo>
                <a:lnTo>
                  <a:pt x="2997" y="1866"/>
                </a:lnTo>
                <a:lnTo>
                  <a:pt x="2997" y="1154"/>
                </a:lnTo>
                <a:lnTo>
                  <a:pt x="709" y="840"/>
                </a:lnTo>
                <a:close/>
                <a:moveTo>
                  <a:pt x="89" y="0"/>
                </a:moveTo>
                <a:lnTo>
                  <a:pt x="111" y="2"/>
                </a:lnTo>
                <a:lnTo>
                  <a:pt x="132" y="9"/>
                </a:lnTo>
                <a:lnTo>
                  <a:pt x="652" y="226"/>
                </a:lnTo>
                <a:lnTo>
                  <a:pt x="656" y="229"/>
                </a:lnTo>
                <a:lnTo>
                  <a:pt x="661" y="231"/>
                </a:lnTo>
                <a:lnTo>
                  <a:pt x="662" y="232"/>
                </a:lnTo>
                <a:lnTo>
                  <a:pt x="663" y="232"/>
                </a:lnTo>
                <a:lnTo>
                  <a:pt x="664" y="233"/>
                </a:lnTo>
                <a:lnTo>
                  <a:pt x="666" y="234"/>
                </a:lnTo>
                <a:lnTo>
                  <a:pt x="668" y="236"/>
                </a:lnTo>
                <a:lnTo>
                  <a:pt x="670" y="237"/>
                </a:lnTo>
                <a:lnTo>
                  <a:pt x="672" y="239"/>
                </a:lnTo>
                <a:lnTo>
                  <a:pt x="674" y="240"/>
                </a:lnTo>
                <a:lnTo>
                  <a:pt x="676" y="241"/>
                </a:lnTo>
                <a:lnTo>
                  <a:pt x="678" y="243"/>
                </a:lnTo>
                <a:lnTo>
                  <a:pt x="680" y="245"/>
                </a:lnTo>
                <a:lnTo>
                  <a:pt x="682" y="247"/>
                </a:lnTo>
                <a:lnTo>
                  <a:pt x="689" y="254"/>
                </a:lnTo>
                <a:lnTo>
                  <a:pt x="690" y="256"/>
                </a:lnTo>
                <a:lnTo>
                  <a:pt x="691" y="258"/>
                </a:lnTo>
                <a:lnTo>
                  <a:pt x="693" y="262"/>
                </a:lnTo>
                <a:lnTo>
                  <a:pt x="694" y="263"/>
                </a:lnTo>
                <a:lnTo>
                  <a:pt x="695" y="265"/>
                </a:lnTo>
                <a:lnTo>
                  <a:pt x="698" y="267"/>
                </a:lnTo>
                <a:lnTo>
                  <a:pt x="699" y="269"/>
                </a:lnTo>
                <a:lnTo>
                  <a:pt x="699" y="270"/>
                </a:lnTo>
                <a:lnTo>
                  <a:pt x="700" y="271"/>
                </a:lnTo>
                <a:lnTo>
                  <a:pt x="700" y="272"/>
                </a:lnTo>
                <a:lnTo>
                  <a:pt x="701" y="274"/>
                </a:lnTo>
                <a:lnTo>
                  <a:pt x="702" y="275"/>
                </a:lnTo>
                <a:lnTo>
                  <a:pt x="703" y="278"/>
                </a:lnTo>
                <a:lnTo>
                  <a:pt x="703" y="279"/>
                </a:lnTo>
                <a:lnTo>
                  <a:pt x="704" y="280"/>
                </a:lnTo>
                <a:lnTo>
                  <a:pt x="704" y="281"/>
                </a:lnTo>
                <a:lnTo>
                  <a:pt x="706" y="287"/>
                </a:lnTo>
                <a:lnTo>
                  <a:pt x="706" y="288"/>
                </a:lnTo>
                <a:lnTo>
                  <a:pt x="706" y="289"/>
                </a:lnTo>
                <a:lnTo>
                  <a:pt x="706" y="290"/>
                </a:lnTo>
                <a:lnTo>
                  <a:pt x="707" y="292"/>
                </a:lnTo>
                <a:lnTo>
                  <a:pt x="707" y="294"/>
                </a:lnTo>
                <a:lnTo>
                  <a:pt x="708" y="296"/>
                </a:lnTo>
                <a:lnTo>
                  <a:pt x="708" y="299"/>
                </a:lnTo>
                <a:lnTo>
                  <a:pt x="708" y="303"/>
                </a:lnTo>
                <a:lnTo>
                  <a:pt x="709" y="304"/>
                </a:lnTo>
                <a:lnTo>
                  <a:pt x="709" y="305"/>
                </a:lnTo>
                <a:lnTo>
                  <a:pt x="710" y="308"/>
                </a:lnTo>
                <a:lnTo>
                  <a:pt x="710" y="312"/>
                </a:lnTo>
                <a:lnTo>
                  <a:pt x="710" y="315"/>
                </a:lnTo>
                <a:lnTo>
                  <a:pt x="710" y="649"/>
                </a:lnTo>
                <a:lnTo>
                  <a:pt x="3105" y="979"/>
                </a:lnTo>
                <a:lnTo>
                  <a:pt x="3108" y="979"/>
                </a:lnTo>
                <a:lnTo>
                  <a:pt x="3109" y="979"/>
                </a:lnTo>
                <a:lnTo>
                  <a:pt x="3111" y="979"/>
                </a:lnTo>
                <a:lnTo>
                  <a:pt x="3112" y="979"/>
                </a:lnTo>
                <a:lnTo>
                  <a:pt x="3114" y="980"/>
                </a:lnTo>
                <a:lnTo>
                  <a:pt x="3116" y="980"/>
                </a:lnTo>
                <a:lnTo>
                  <a:pt x="3118" y="981"/>
                </a:lnTo>
                <a:lnTo>
                  <a:pt x="3119" y="981"/>
                </a:lnTo>
                <a:lnTo>
                  <a:pt x="3121" y="981"/>
                </a:lnTo>
                <a:lnTo>
                  <a:pt x="3122" y="982"/>
                </a:lnTo>
                <a:lnTo>
                  <a:pt x="3124" y="983"/>
                </a:lnTo>
                <a:lnTo>
                  <a:pt x="3126" y="983"/>
                </a:lnTo>
                <a:lnTo>
                  <a:pt x="3130" y="985"/>
                </a:lnTo>
                <a:lnTo>
                  <a:pt x="3139" y="990"/>
                </a:lnTo>
                <a:lnTo>
                  <a:pt x="3141" y="992"/>
                </a:lnTo>
                <a:lnTo>
                  <a:pt x="3144" y="993"/>
                </a:lnTo>
                <a:lnTo>
                  <a:pt x="3145" y="994"/>
                </a:lnTo>
                <a:lnTo>
                  <a:pt x="3147" y="995"/>
                </a:lnTo>
                <a:lnTo>
                  <a:pt x="3149" y="996"/>
                </a:lnTo>
                <a:lnTo>
                  <a:pt x="3151" y="998"/>
                </a:lnTo>
                <a:lnTo>
                  <a:pt x="3152" y="999"/>
                </a:lnTo>
                <a:lnTo>
                  <a:pt x="3153" y="1000"/>
                </a:lnTo>
                <a:lnTo>
                  <a:pt x="3154" y="1001"/>
                </a:lnTo>
                <a:lnTo>
                  <a:pt x="3159" y="1004"/>
                </a:lnTo>
                <a:lnTo>
                  <a:pt x="3160" y="1005"/>
                </a:lnTo>
                <a:lnTo>
                  <a:pt x="3161" y="1005"/>
                </a:lnTo>
                <a:lnTo>
                  <a:pt x="3161" y="1007"/>
                </a:lnTo>
                <a:lnTo>
                  <a:pt x="3162" y="1008"/>
                </a:lnTo>
                <a:lnTo>
                  <a:pt x="3163" y="1009"/>
                </a:lnTo>
                <a:lnTo>
                  <a:pt x="3164" y="1010"/>
                </a:lnTo>
                <a:lnTo>
                  <a:pt x="3165" y="1011"/>
                </a:lnTo>
                <a:lnTo>
                  <a:pt x="3166" y="1012"/>
                </a:lnTo>
                <a:lnTo>
                  <a:pt x="3167" y="1013"/>
                </a:lnTo>
                <a:lnTo>
                  <a:pt x="3168" y="1016"/>
                </a:lnTo>
                <a:lnTo>
                  <a:pt x="3169" y="1017"/>
                </a:lnTo>
                <a:lnTo>
                  <a:pt x="3169" y="1018"/>
                </a:lnTo>
                <a:lnTo>
                  <a:pt x="3171" y="1020"/>
                </a:lnTo>
                <a:lnTo>
                  <a:pt x="3172" y="1022"/>
                </a:lnTo>
                <a:lnTo>
                  <a:pt x="3173" y="1023"/>
                </a:lnTo>
                <a:lnTo>
                  <a:pt x="3174" y="1025"/>
                </a:lnTo>
                <a:lnTo>
                  <a:pt x="3176" y="1029"/>
                </a:lnTo>
                <a:lnTo>
                  <a:pt x="3177" y="1031"/>
                </a:lnTo>
                <a:lnTo>
                  <a:pt x="3179" y="1033"/>
                </a:lnTo>
                <a:lnTo>
                  <a:pt x="3180" y="1035"/>
                </a:lnTo>
                <a:lnTo>
                  <a:pt x="3181" y="1037"/>
                </a:lnTo>
                <a:lnTo>
                  <a:pt x="3182" y="1040"/>
                </a:lnTo>
                <a:lnTo>
                  <a:pt x="3183" y="1042"/>
                </a:lnTo>
                <a:lnTo>
                  <a:pt x="3183" y="1044"/>
                </a:lnTo>
                <a:lnTo>
                  <a:pt x="3184" y="1046"/>
                </a:lnTo>
                <a:lnTo>
                  <a:pt x="3185" y="1049"/>
                </a:lnTo>
                <a:lnTo>
                  <a:pt x="3185" y="1051"/>
                </a:lnTo>
                <a:lnTo>
                  <a:pt x="3186" y="1053"/>
                </a:lnTo>
                <a:lnTo>
                  <a:pt x="3186" y="1055"/>
                </a:lnTo>
                <a:lnTo>
                  <a:pt x="3186" y="1057"/>
                </a:lnTo>
                <a:lnTo>
                  <a:pt x="3187" y="1058"/>
                </a:lnTo>
                <a:lnTo>
                  <a:pt x="3187" y="1060"/>
                </a:lnTo>
                <a:lnTo>
                  <a:pt x="3187" y="1062"/>
                </a:lnTo>
                <a:lnTo>
                  <a:pt x="3187" y="1065"/>
                </a:lnTo>
                <a:lnTo>
                  <a:pt x="3187" y="1867"/>
                </a:lnTo>
                <a:lnTo>
                  <a:pt x="3184" y="1915"/>
                </a:lnTo>
                <a:lnTo>
                  <a:pt x="3175" y="1962"/>
                </a:lnTo>
                <a:lnTo>
                  <a:pt x="3161" y="2007"/>
                </a:lnTo>
                <a:lnTo>
                  <a:pt x="3142" y="2050"/>
                </a:lnTo>
                <a:lnTo>
                  <a:pt x="3117" y="2088"/>
                </a:lnTo>
                <a:lnTo>
                  <a:pt x="3089" y="2125"/>
                </a:lnTo>
                <a:lnTo>
                  <a:pt x="3056" y="2157"/>
                </a:lnTo>
                <a:lnTo>
                  <a:pt x="3020" y="2185"/>
                </a:lnTo>
                <a:lnTo>
                  <a:pt x="2981" y="2210"/>
                </a:lnTo>
                <a:lnTo>
                  <a:pt x="2938" y="2229"/>
                </a:lnTo>
                <a:lnTo>
                  <a:pt x="2893" y="2244"/>
                </a:lnTo>
                <a:lnTo>
                  <a:pt x="2846" y="2252"/>
                </a:lnTo>
                <a:lnTo>
                  <a:pt x="2798" y="2255"/>
                </a:lnTo>
                <a:lnTo>
                  <a:pt x="907" y="2255"/>
                </a:lnTo>
                <a:lnTo>
                  <a:pt x="865" y="2253"/>
                </a:lnTo>
                <a:lnTo>
                  <a:pt x="823" y="2247"/>
                </a:lnTo>
                <a:lnTo>
                  <a:pt x="783" y="2235"/>
                </a:lnTo>
                <a:lnTo>
                  <a:pt x="745" y="2221"/>
                </a:lnTo>
                <a:lnTo>
                  <a:pt x="709" y="2202"/>
                </a:lnTo>
                <a:lnTo>
                  <a:pt x="709" y="2459"/>
                </a:lnTo>
                <a:lnTo>
                  <a:pt x="712" y="2495"/>
                </a:lnTo>
                <a:lnTo>
                  <a:pt x="722" y="2528"/>
                </a:lnTo>
                <a:lnTo>
                  <a:pt x="736" y="2559"/>
                </a:lnTo>
                <a:lnTo>
                  <a:pt x="756" y="2588"/>
                </a:lnTo>
                <a:lnTo>
                  <a:pt x="780" y="2612"/>
                </a:lnTo>
                <a:lnTo>
                  <a:pt x="807" y="2630"/>
                </a:lnTo>
                <a:lnTo>
                  <a:pt x="838" y="2646"/>
                </a:lnTo>
                <a:lnTo>
                  <a:pt x="872" y="2655"/>
                </a:lnTo>
                <a:lnTo>
                  <a:pt x="907" y="2658"/>
                </a:lnTo>
                <a:lnTo>
                  <a:pt x="2705" y="2658"/>
                </a:lnTo>
                <a:lnTo>
                  <a:pt x="2754" y="2661"/>
                </a:lnTo>
                <a:lnTo>
                  <a:pt x="2801" y="2670"/>
                </a:lnTo>
                <a:lnTo>
                  <a:pt x="2844" y="2683"/>
                </a:lnTo>
                <a:lnTo>
                  <a:pt x="2886" y="2703"/>
                </a:lnTo>
                <a:lnTo>
                  <a:pt x="2925" y="2727"/>
                </a:lnTo>
                <a:lnTo>
                  <a:pt x="2960" y="2755"/>
                </a:lnTo>
                <a:lnTo>
                  <a:pt x="2993" y="2787"/>
                </a:lnTo>
                <a:lnTo>
                  <a:pt x="3021" y="2823"/>
                </a:lnTo>
                <a:lnTo>
                  <a:pt x="3045" y="2862"/>
                </a:lnTo>
                <a:lnTo>
                  <a:pt x="3064" y="2903"/>
                </a:lnTo>
                <a:lnTo>
                  <a:pt x="3078" y="2947"/>
                </a:lnTo>
                <a:lnTo>
                  <a:pt x="3087" y="2994"/>
                </a:lnTo>
                <a:lnTo>
                  <a:pt x="3090" y="3042"/>
                </a:lnTo>
                <a:lnTo>
                  <a:pt x="3087" y="3090"/>
                </a:lnTo>
                <a:lnTo>
                  <a:pt x="3078" y="3136"/>
                </a:lnTo>
                <a:lnTo>
                  <a:pt x="3064" y="3180"/>
                </a:lnTo>
                <a:lnTo>
                  <a:pt x="3045" y="3221"/>
                </a:lnTo>
                <a:lnTo>
                  <a:pt x="3021" y="3261"/>
                </a:lnTo>
                <a:lnTo>
                  <a:pt x="2993" y="3296"/>
                </a:lnTo>
                <a:lnTo>
                  <a:pt x="2960" y="3328"/>
                </a:lnTo>
                <a:lnTo>
                  <a:pt x="2925" y="3356"/>
                </a:lnTo>
                <a:lnTo>
                  <a:pt x="2886" y="3380"/>
                </a:lnTo>
                <a:lnTo>
                  <a:pt x="2844" y="3400"/>
                </a:lnTo>
                <a:lnTo>
                  <a:pt x="2801" y="3413"/>
                </a:lnTo>
                <a:lnTo>
                  <a:pt x="2754" y="3423"/>
                </a:lnTo>
                <a:lnTo>
                  <a:pt x="2705" y="3426"/>
                </a:lnTo>
                <a:lnTo>
                  <a:pt x="2657" y="3423"/>
                </a:lnTo>
                <a:lnTo>
                  <a:pt x="2612" y="3413"/>
                </a:lnTo>
                <a:lnTo>
                  <a:pt x="2568" y="3400"/>
                </a:lnTo>
                <a:lnTo>
                  <a:pt x="2526" y="3380"/>
                </a:lnTo>
                <a:lnTo>
                  <a:pt x="2486" y="3357"/>
                </a:lnTo>
                <a:lnTo>
                  <a:pt x="2451" y="3329"/>
                </a:lnTo>
                <a:lnTo>
                  <a:pt x="2418" y="3296"/>
                </a:lnTo>
                <a:lnTo>
                  <a:pt x="2390" y="3261"/>
                </a:lnTo>
                <a:lnTo>
                  <a:pt x="2367" y="3222"/>
                </a:lnTo>
                <a:lnTo>
                  <a:pt x="2347" y="3181"/>
                </a:lnTo>
                <a:lnTo>
                  <a:pt x="2334" y="3136"/>
                </a:lnTo>
                <a:lnTo>
                  <a:pt x="2324" y="3090"/>
                </a:lnTo>
                <a:lnTo>
                  <a:pt x="2321" y="3042"/>
                </a:lnTo>
                <a:lnTo>
                  <a:pt x="2323" y="3000"/>
                </a:lnTo>
                <a:lnTo>
                  <a:pt x="2331" y="2960"/>
                </a:lnTo>
                <a:lnTo>
                  <a:pt x="2341" y="2920"/>
                </a:lnTo>
                <a:lnTo>
                  <a:pt x="2356" y="2884"/>
                </a:lnTo>
                <a:lnTo>
                  <a:pt x="2374" y="2848"/>
                </a:lnTo>
                <a:lnTo>
                  <a:pt x="1518" y="2848"/>
                </a:lnTo>
                <a:lnTo>
                  <a:pt x="1537" y="2883"/>
                </a:lnTo>
                <a:lnTo>
                  <a:pt x="1552" y="2920"/>
                </a:lnTo>
                <a:lnTo>
                  <a:pt x="1562" y="2960"/>
                </a:lnTo>
                <a:lnTo>
                  <a:pt x="1569" y="3000"/>
                </a:lnTo>
                <a:lnTo>
                  <a:pt x="1572" y="3042"/>
                </a:lnTo>
                <a:lnTo>
                  <a:pt x="1568" y="3090"/>
                </a:lnTo>
                <a:lnTo>
                  <a:pt x="1560" y="3136"/>
                </a:lnTo>
                <a:lnTo>
                  <a:pt x="1545" y="3180"/>
                </a:lnTo>
                <a:lnTo>
                  <a:pt x="1527" y="3221"/>
                </a:lnTo>
                <a:lnTo>
                  <a:pt x="1503" y="3261"/>
                </a:lnTo>
                <a:lnTo>
                  <a:pt x="1474" y="3296"/>
                </a:lnTo>
                <a:lnTo>
                  <a:pt x="1442" y="3328"/>
                </a:lnTo>
                <a:lnTo>
                  <a:pt x="1407" y="3356"/>
                </a:lnTo>
                <a:lnTo>
                  <a:pt x="1368" y="3380"/>
                </a:lnTo>
                <a:lnTo>
                  <a:pt x="1326" y="3400"/>
                </a:lnTo>
                <a:lnTo>
                  <a:pt x="1281" y="3413"/>
                </a:lnTo>
                <a:lnTo>
                  <a:pt x="1235" y="3423"/>
                </a:lnTo>
                <a:lnTo>
                  <a:pt x="1187" y="3426"/>
                </a:lnTo>
                <a:lnTo>
                  <a:pt x="1139" y="3423"/>
                </a:lnTo>
                <a:lnTo>
                  <a:pt x="1092" y="3413"/>
                </a:lnTo>
                <a:lnTo>
                  <a:pt x="1048" y="3400"/>
                </a:lnTo>
                <a:lnTo>
                  <a:pt x="1007" y="3380"/>
                </a:lnTo>
                <a:lnTo>
                  <a:pt x="968" y="3357"/>
                </a:lnTo>
                <a:lnTo>
                  <a:pt x="932" y="3329"/>
                </a:lnTo>
                <a:lnTo>
                  <a:pt x="900" y="3296"/>
                </a:lnTo>
                <a:lnTo>
                  <a:pt x="872" y="3261"/>
                </a:lnTo>
                <a:lnTo>
                  <a:pt x="848" y="3222"/>
                </a:lnTo>
                <a:lnTo>
                  <a:pt x="829" y="3181"/>
                </a:lnTo>
                <a:lnTo>
                  <a:pt x="814" y="3136"/>
                </a:lnTo>
                <a:lnTo>
                  <a:pt x="806" y="3090"/>
                </a:lnTo>
                <a:lnTo>
                  <a:pt x="803" y="3042"/>
                </a:lnTo>
                <a:lnTo>
                  <a:pt x="805" y="2999"/>
                </a:lnTo>
                <a:lnTo>
                  <a:pt x="812" y="2958"/>
                </a:lnTo>
                <a:lnTo>
                  <a:pt x="824" y="2918"/>
                </a:lnTo>
                <a:lnTo>
                  <a:pt x="838" y="2880"/>
                </a:lnTo>
                <a:lnTo>
                  <a:pt x="858" y="2845"/>
                </a:lnTo>
                <a:lnTo>
                  <a:pt x="811" y="2836"/>
                </a:lnTo>
                <a:lnTo>
                  <a:pt x="766" y="2821"/>
                </a:lnTo>
                <a:lnTo>
                  <a:pt x="725" y="2801"/>
                </a:lnTo>
                <a:lnTo>
                  <a:pt x="685" y="2777"/>
                </a:lnTo>
                <a:lnTo>
                  <a:pt x="649" y="2749"/>
                </a:lnTo>
                <a:lnTo>
                  <a:pt x="617" y="2717"/>
                </a:lnTo>
                <a:lnTo>
                  <a:pt x="588" y="2680"/>
                </a:lnTo>
                <a:lnTo>
                  <a:pt x="564" y="2642"/>
                </a:lnTo>
                <a:lnTo>
                  <a:pt x="545" y="2599"/>
                </a:lnTo>
                <a:lnTo>
                  <a:pt x="530" y="2555"/>
                </a:lnTo>
                <a:lnTo>
                  <a:pt x="522" y="2508"/>
                </a:lnTo>
                <a:lnTo>
                  <a:pt x="519" y="2459"/>
                </a:lnTo>
                <a:lnTo>
                  <a:pt x="519" y="378"/>
                </a:lnTo>
                <a:lnTo>
                  <a:pt x="57" y="184"/>
                </a:lnTo>
                <a:lnTo>
                  <a:pt x="39" y="172"/>
                </a:lnTo>
                <a:lnTo>
                  <a:pt x="23" y="159"/>
                </a:lnTo>
                <a:lnTo>
                  <a:pt x="10" y="141"/>
                </a:lnTo>
                <a:lnTo>
                  <a:pt x="3" y="122"/>
                </a:lnTo>
                <a:lnTo>
                  <a:pt x="0" y="101"/>
                </a:lnTo>
                <a:lnTo>
                  <a:pt x="1" y="79"/>
                </a:lnTo>
                <a:lnTo>
                  <a:pt x="7" y="59"/>
                </a:lnTo>
                <a:lnTo>
                  <a:pt x="18" y="40"/>
                </a:lnTo>
                <a:lnTo>
                  <a:pt x="32" y="24"/>
                </a:lnTo>
                <a:lnTo>
                  <a:pt x="49" y="12"/>
                </a:lnTo>
                <a:lnTo>
                  <a:pt x="69" y="4"/>
                </a:lnTo>
                <a:lnTo>
                  <a:pt x="8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000">
              <a:solidFill>
                <a:schemeClr val="bg1">
                  <a:lumMod val="50000"/>
                </a:schemeClr>
              </a:solidFill>
              <a:latin typeface="字体视界-一风尚黑体" panose="02000500000000000000" pitchFamily="2" charset="-122"/>
              <a:ea typeface="字体视界-一风尚黑体" panose="02000500000000000000" pitchFamily="2" charset="-122"/>
              <a:cs typeface="+mn-ea"/>
              <a:sym typeface="+mn-lt"/>
            </a:endParaRPr>
          </a:p>
        </p:txBody>
      </p:sp>
      <p:grpSp>
        <p:nvGrpSpPr>
          <p:cNvPr id="39" name="Group 14">
            <a:extLst>
              <a:ext uri="{FF2B5EF4-FFF2-40B4-BE49-F238E27FC236}">
                <a16:creationId xmlns:a16="http://schemas.microsoft.com/office/drawing/2014/main" id="{84E5D4B0-1658-EFC6-68B0-B7FCFB6D2F7E}"/>
              </a:ext>
            </a:extLst>
          </p:cNvPr>
          <p:cNvGrpSpPr/>
          <p:nvPr/>
        </p:nvGrpSpPr>
        <p:grpSpPr>
          <a:xfrm>
            <a:off x="6863537" y="4278986"/>
            <a:ext cx="508208" cy="596132"/>
            <a:chOff x="1671638" y="5013325"/>
            <a:chExt cx="458787" cy="538162"/>
          </a:xfrm>
          <a:solidFill>
            <a:schemeClr val="bg1"/>
          </a:solidFill>
        </p:grpSpPr>
        <p:sp>
          <p:nvSpPr>
            <p:cNvPr id="40" name="Freeform 211">
              <a:extLst>
                <a:ext uri="{FF2B5EF4-FFF2-40B4-BE49-F238E27FC236}">
                  <a16:creationId xmlns:a16="http://schemas.microsoft.com/office/drawing/2014/main" id="{74C738BC-5937-E6F9-3818-8BDB87356D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4350" y="5013325"/>
              <a:ext cx="233362" cy="290512"/>
            </a:xfrm>
            <a:custGeom>
              <a:avLst/>
              <a:gdLst>
                <a:gd name="T0" fmla="*/ 662 w 1465"/>
                <a:gd name="T1" fmla="*/ 193 h 1829"/>
                <a:gd name="T2" fmla="*/ 555 w 1465"/>
                <a:gd name="T3" fmla="*/ 214 h 1829"/>
                <a:gd name="T4" fmla="*/ 441 w 1465"/>
                <a:gd name="T5" fmla="*/ 263 h 1829"/>
                <a:gd name="T6" fmla="*/ 332 w 1465"/>
                <a:gd name="T7" fmla="*/ 351 h 1829"/>
                <a:gd name="T8" fmla="*/ 247 w 1465"/>
                <a:gd name="T9" fmla="*/ 489 h 1829"/>
                <a:gd name="T10" fmla="*/ 199 w 1465"/>
                <a:gd name="T11" fmla="*/ 688 h 1829"/>
                <a:gd name="T12" fmla="*/ 193 w 1465"/>
                <a:gd name="T13" fmla="*/ 755 h 1829"/>
                <a:gd name="T14" fmla="*/ 190 w 1465"/>
                <a:gd name="T15" fmla="*/ 808 h 1829"/>
                <a:gd name="T16" fmla="*/ 190 w 1465"/>
                <a:gd name="T17" fmla="*/ 943 h 1829"/>
                <a:gd name="T18" fmla="*/ 209 w 1465"/>
                <a:gd name="T19" fmla="*/ 1123 h 1829"/>
                <a:gd name="T20" fmla="*/ 264 w 1465"/>
                <a:gd name="T21" fmla="*/ 1317 h 1829"/>
                <a:gd name="T22" fmla="*/ 367 w 1465"/>
                <a:gd name="T23" fmla="*/ 1489 h 1829"/>
                <a:gd name="T24" fmla="*/ 523 w 1465"/>
                <a:gd name="T25" fmla="*/ 1601 h 1829"/>
                <a:gd name="T26" fmla="*/ 729 w 1465"/>
                <a:gd name="T27" fmla="*/ 1639 h 1829"/>
                <a:gd name="T28" fmla="*/ 895 w 1465"/>
                <a:gd name="T29" fmla="*/ 1617 h 1829"/>
                <a:gd name="T30" fmla="*/ 1063 w 1465"/>
                <a:gd name="T31" fmla="*/ 1524 h 1829"/>
                <a:gd name="T32" fmla="*/ 1181 w 1465"/>
                <a:gd name="T33" fmla="*/ 1363 h 1829"/>
                <a:gd name="T34" fmla="*/ 1246 w 1465"/>
                <a:gd name="T35" fmla="*/ 1172 h 1829"/>
                <a:gd name="T36" fmla="*/ 1272 w 1465"/>
                <a:gd name="T37" fmla="*/ 985 h 1829"/>
                <a:gd name="T38" fmla="*/ 1276 w 1465"/>
                <a:gd name="T39" fmla="*/ 836 h 1829"/>
                <a:gd name="T40" fmla="*/ 1272 w 1465"/>
                <a:gd name="T41" fmla="*/ 759 h 1829"/>
                <a:gd name="T42" fmla="*/ 1270 w 1465"/>
                <a:gd name="T43" fmla="*/ 748 h 1829"/>
                <a:gd name="T44" fmla="*/ 1234 w 1465"/>
                <a:gd name="T45" fmla="*/ 534 h 1829"/>
                <a:gd name="T46" fmla="*/ 1156 w 1465"/>
                <a:gd name="T47" fmla="*/ 383 h 1829"/>
                <a:gd name="T48" fmla="*/ 1052 w 1465"/>
                <a:gd name="T49" fmla="*/ 282 h 1829"/>
                <a:gd name="T50" fmla="*/ 934 w 1465"/>
                <a:gd name="T51" fmla="*/ 223 h 1829"/>
                <a:gd name="T52" fmla="*/ 817 w 1465"/>
                <a:gd name="T53" fmla="*/ 197 h 1829"/>
                <a:gd name="T54" fmla="*/ 728 w 1465"/>
                <a:gd name="T55" fmla="*/ 190 h 1829"/>
                <a:gd name="T56" fmla="*/ 878 w 1465"/>
                <a:gd name="T57" fmla="*/ 13 h 1829"/>
                <a:gd name="T58" fmla="*/ 1119 w 1465"/>
                <a:gd name="T59" fmla="*/ 99 h 1829"/>
                <a:gd name="T60" fmla="*/ 1225 w 1465"/>
                <a:gd name="T61" fmla="*/ 176 h 1829"/>
                <a:gd name="T62" fmla="*/ 1326 w 1465"/>
                <a:gd name="T63" fmla="*/ 292 h 1829"/>
                <a:gd name="T64" fmla="*/ 1407 w 1465"/>
                <a:gd name="T65" fmla="*/ 454 h 1829"/>
                <a:gd name="T66" fmla="*/ 1455 w 1465"/>
                <a:gd name="T67" fmla="*/ 673 h 1829"/>
                <a:gd name="T68" fmla="*/ 1463 w 1465"/>
                <a:gd name="T69" fmla="*/ 789 h 1829"/>
                <a:gd name="T70" fmla="*/ 1464 w 1465"/>
                <a:gd name="T71" fmla="*/ 933 h 1829"/>
                <a:gd name="T72" fmla="*/ 1445 w 1465"/>
                <a:gd name="T73" fmla="*/ 1134 h 1829"/>
                <a:gd name="T74" fmla="*/ 1388 w 1465"/>
                <a:gd name="T75" fmla="*/ 1356 h 1829"/>
                <a:gd name="T76" fmla="*/ 1277 w 1465"/>
                <a:gd name="T77" fmla="*/ 1568 h 1829"/>
                <a:gd name="T78" fmla="*/ 1102 w 1465"/>
                <a:gd name="T79" fmla="*/ 1731 h 1829"/>
                <a:gd name="T80" fmla="*/ 874 w 1465"/>
                <a:gd name="T81" fmla="*/ 1817 h 1829"/>
                <a:gd name="T82" fmla="*/ 653 w 1465"/>
                <a:gd name="T83" fmla="*/ 1826 h 1829"/>
                <a:gd name="T84" fmla="*/ 415 w 1465"/>
                <a:gd name="T85" fmla="*/ 1760 h 1829"/>
                <a:gd name="T86" fmla="*/ 226 w 1465"/>
                <a:gd name="T87" fmla="*/ 1615 h 1829"/>
                <a:gd name="T88" fmla="*/ 99 w 1465"/>
                <a:gd name="T89" fmla="*/ 1412 h 1829"/>
                <a:gd name="T90" fmla="*/ 31 w 1465"/>
                <a:gd name="T91" fmla="*/ 1189 h 1829"/>
                <a:gd name="T92" fmla="*/ 3 w 1465"/>
                <a:gd name="T93" fmla="*/ 980 h 1829"/>
                <a:gd name="T94" fmla="*/ 1 w 1465"/>
                <a:gd name="T95" fmla="*/ 818 h 1829"/>
                <a:gd name="T96" fmla="*/ 6 w 1465"/>
                <a:gd name="T97" fmla="*/ 737 h 1829"/>
                <a:gd name="T98" fmla="*/ 42 w 1465"/>
                <a:gd name="T99" fmla="*/ 502 h 1829"/>
                <a:gd name="T100" fmla="*/ 118 w 1465"/>
                <a:gd name="T101" fmla="*/ 325 h 1829"/>
                <a:gd name="T102" fmla="*/ 216 w 1465"/>
                <a:gd name="T103" fmla="*/ 198 h 1829"/>
                <a:gd name="T104" fmla="*/ 324 w 1465"/>
                <a:gd name="T105" fmla="*/ 112 h 1829"/>
                <a:gd name="T106" fmla="*/ 514 w 1465"/>
                <a:gd name="T107" fmla="*/ 29 h 1829"/>
                <a:gd name="T108" fmla="*/ 696 w 1465"/>
                <a:gd name="T109" fmla="*/ 0 h 1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65" h="1829">
                  <a:moveTo>
                    <a:pt x="728" y="190"/>
                  </a:moveTo>
                  <a:lnTo>
                    <a:pt x="708" y="190"/>
                  </a:lnTo>
                  <a:lnTo>
                    <a:pt x="685" y="191"/>
                  </a:lnTo>
                  <a:lnTo>
                    <a:pt x="662" y="193"/>
                  </a:lnTo>
                  <a:lnTo>
                    <a:pt x="637" y="197"/>
                  </a:lnTo>
                  <a:lnTo>
                    <a:pt x="610" y="201"/>
                  </a:lnTo>
                  <a:lnTo>
                    <a:pt x="583" y="207"/>
                  </a:lnTo>
                  <a:lnTo>
                    <a:pt x="555" y="214"/>
                  </a:lnTo>
                  <a:lnTo>
                    <a:pt x="526" y="223"/>
                  </a:lnTo>
                  <a:lnTo>
                    <a:pt x="497" y="234"/>
                  </a:lnTo>
                  <a:lnTo>
                    <a:pt x="469" y="247"/>
                  </a:lnTo>
                  <a:lnTo>
                    <a:pt x="441" y="263"/>
                  </a:lnTo>
                  <a:lnTo>
                    <a:pt x="412" y="280"/>
                  </a:lnTo>
                  <a:lnTo>
                    <a:pt x="385" y="301"/>
                  </a:lnTo>
                  <a:lnTo>
                    <a:pt x="358" y="325"/>
                  </a:lnTo>
                  <a:lnTo>
                    <a:pt x="332" y="351"/>
                  </a:lnTo>
                  <a:lnTo>
                    <a:pt x="308" y="380"/>
                  </a:lnTo>
                  <a:lnTo>
                    <a:pt x="286" y="413"/>
                  </a:lnTo>
                  <a:lnTo>
                    <a:pt x="266" y="449"/>
                  </a:lnTo>
                  <a:lnTo>
                    <a:pt x="247" y="489"/>
                  </a:lnTo>
                  <a:lnTo>
                    <a:pt x="231" y="532"/>
                  </a:lnTo>
                  <a:lnTo>
                    <a:pt x="218" y="580"/>
                  </a:lnTo>
                  <a:lnTo>
                    <a:pt x="206" y="632"/>
                  </a:lnTo>
                  <a:lnTo>
                    <a:pt x="199" y="688"/>
                  </a:lnTo>
                  <a:lnTo>
                    <a:pt x="194" y="748"/>
                  </a:lnTo>
                  <a:lnTo>
                    <a:pt x="194" y="750"/>
                  </a:lnTo>
                  <a:lnTo>
                    <a:pt x="194" y="752"/>
                  </a:lnTo>
                  <a:lnTo>
                    <a:pt x="193" y="755"/>
                  </a:lnTo>
                  <a:lnTo>
                    <a:pt x="193" y="759"/>
                  </a:lnTo>
                  <a:lnTo>
                    <a:pt x="192" y="769"/>
                  </a:lnTo>
                  <a:lnTo>
                    <a:pt x="191" y="786"/>
                  </a:lnTo>
                  <a:lnTo>
                    <a:pt x="190" y="808"/>
                  </a:lnTo>
                  <a:lnTo>
                    <a:pt x="189" y="836"/>
                  </a:lnTo>
                  <a:lnTo>
                    <a:pt x="189" y="867"/>
                  </a:lnTo>
                  <a:lnTo>
                    <a:pt x="189" y="903"/>
                  </a:lnTo>
                  <a:lnTo>
                    <a:pt x="190" y="943"/>
                  </a:lnTo>
                  <a:lnTo>
                    <a:pt x="193" y="985"/>
                  </a:lnTo>
                  <a:lnTo>
                    <a:pt x="197" y="1029"/>
                  </a:lnTo>
                  <a:lnTo>
                    <a:pt x="202" y="1076"/>
                  </a:lnTo>
                  <a:lnTo>
                    <a:pt x="209" y="1123"/>
                  </a:lnTo>
                  <a:lnTo>
                    <a:pt x="220" y="1172"/>
                  </a:lnTo>
                  <a:lnTo>
                    <a:pt x="231" y="1221"/>
                  </a:lnTo>
                  <a:lnTo>
                    <a:pt x="246" y="1269"/>
                  </a:lnTo>
                  <a:lnTo>
                    <a:pt x="264" y="1317"/>
                  </a:lnTo>
                  <a:lnTo>
                    <a:pt x="285" y="1363"/>
                  </a:lnTo>
                  <a:lnTo>
                    <a:pt x="308" y="1408"/>
                  </a:lnTo>
                  <a:lnTo>
                    <a:pt x="336" y="1450"/>
                  </a:lnTo>
                  <a:lnTo>
                    <a:pt x="367" y="1489"/>
                  </a:lnTo>
                  <a:lnTo>
                    <a:pt x="401" y="1524"/>
                  </a:lnTo>
                  <a:lnTo>
                    <a:pt x="440" y="1554"/>
                  </a:lnTo>
                  <a:lnTo>
                    <a:pt x="480" y="1580"/>
                  </a:lnTo>
                  <a:lnTo>
                    <a:pt x="523" y="1601"/>
                  </a:lnTo>
                  <a:lnTo>
                    <a:pt x="570" y="1617"/>
                  </a:lnTo>
                  <a:lnTo>
                    <a:pt x="619" y="1630"/>
                  </a:lnTo>
                  <a:lnTo>
                    <a:pt x="672" y="1637"/>
                  </a:lnTo>
                  <a:lnTo>
                    <a:pt x="729" y="1639"/>
                  </a:lnTo>
                  <a:lnTo>
                    <a:pt x="736" y="1639"/>
                  </a:lnTo>
                  <a:lnTo>
                    <a:pt x="792" y="1637"/>
                  </a:lnTo>
                  <a:lnTo>
                    <a:pt x="846" y="1630"/>
                  </a:lnTo>
                  <a:lnTo>
                    <a:pt x="895" y="1617"/>
                  </a:lnTo>
                  <a:lnTo>
                    <a:pt x="942" y="1601"/>
                  </a:lnTo>
                  <a:lnTo>
                    <a:pt x="985" y="1580"/>
                  </a:lnTo>
                  <a:lnTo>
                    <a:pt x="1025" y="1554"/>
                  </a:lnTo>
                  <a:lnTo>
                    <a:pt x="1063" y="1524"/>
                  </a:lnTo>
                  <a:lnTo>
                    <a:pt x="1098" y="1489"/>
                  </a:lnTo>
                  <a:lnTo>
                    <a:pt x="1130" y="1450"/>
                  </a:lnTo>
                  <a:lnTo>
                    <a:pt x="1156" y="1408"/>
                  </a:lnTo>
                  <a:lnTo>
                    <a:pt x="1181" y="1363"/>
                  </a:lnTo>
                  <a:lnTo>
                    <a:pt x="1202" y="1317"/>
                  </a:lnTo>
                  <a:lnTo>
                    <a:pt x="1219" y="1269"/>
                  </a:lnTo>
                  <a:lnTo>
                    <a:pt x="1234" y="1221"/>
                  </a:lnTo>
                  <a:lnTo>
                    <a:pt x="1246" y="1172"/>
                  </a:lnTo>
                  <a:lnTo>
                    <a:pt x="1256" y="1123"/>
                  </a:lnTo>
                  <a:lnTo>
                    <a:pt x="1263" y="1076"/>
                  </a:lnTo>
                  <a:lnTo>
                    <a:pt x="1269" y="1029"/>
                  </a:lnTo>
                  <a:lnTo>
                    <a:pt x="1272" y="985"/>
                  </a:lnTo>
                  <a:lnTo>
                    <a:pt x="1275" y="943"/>
                  </a:lnTo>
                  <a:lnTo>
                    <a:pt x="1276" y="903"/>
                  </a:lnTo>
                  <a:lnTo>
                    <a:pt x="1276" y="868"/>
                  </a:lnTo>
                  <a:lnTo>
                    <a:pt x="1276" y="836"/>
                  </a:lnTo>
                  <a:lnTo>
                    <a:pt x="1275" y="808"/>
                  </a:lnTo>
                  <a:lnTo>
                    <a:pt x="1274" y="787"/>
                  </a:lnTo>
                  <a:lnTo>
                    <a:pt x="1272" y="769"/>
                  </a:lnTo>
                  <a:lnTo>
                    <a:pt x="1272" y="759"/>
                  </a:lnTo>
                  <a:lnTo>
                    <a:pt x="1271" y="755"/>
                  </a:lnTo>
                  <a:lnTo>
                    <a:pt x="1271" y="752"/>
                  </a:lnTo>
                  <a:lnTo>
                    <a:pt x="1271" y="750"/>
                  </a:lnTo>
                  <a:lnTo>
                    <a:pt x="1270" y="748"/>
                  </a:lnTo>
                  <a:lnTo>
                    <a:pt x="1266" y="688"/>
                  </a:lnTo>
                  <a:lnTo>
                    <a:pt x="1259" y="634"/>
                  </a:lnTo>
                  <a:lnTo>
                    <a:pt x="1247" y="582"/>
                  </a:lnTo>
                  <a:lnTo>
                    <a:pt x="1234" y="534"/>
                  </a:lnTo>
                  <a:lnTo>
                    <a:pt x="1218" y="491"/>
                  </a:lnTo>
                  <a:lnTo>
                    <a:pt x="1200" y="452"/>
                  </a:lnTo>
                  <a:lnTo>
                    <a:pt x="1179" y="416"/>
                  </a:lnTo>
                  <a:lnTo>
                    <a:pt x="1156" y="383"/>
                  </a:lnTo>
                  <a:lnTo>
                    <a:pt x="1133" y="353"/>
                  </a:lnTo>
                  <a:lnTo>
                    <a:pt x="1107" y="327"/>
                  </a:lnTo>
                  <a:lnTo>
                    <a:pt x="1080" y="303"/>
                  </a:lnTo>
                  <a:lnTo>
                    <a:pt x="1052" y="282"/>
                  </a:lnTo>
                  <a:lnTo>
                    <a:pt x="1023" y="265"/>
                  </a:lnTo>
                  <a:lnTo>
                    <a:pt x="994" y="248"/>
                  </a:lnTo>
                  <a:lnTo>
                    <a:pt x="964" y="235"/>
                  </a:lnTo>
                  <a:lnTo>
                    <a:pt x="934" y="223"/>
                  </a:lnTo>
                  <a:lnTo>
                    <a:pt x="904" y="214"/>
                  </a:lnTo>
                  <a:lnTo>
                    <a:pt x="874" y="207"/>
                  </a:lnTo>
                  <a:lnTo>
                    <a:pt x="846" y="201"/>
                  </a:lnTo>
                  <a:lnTo>
                    <a:pt x="817" y="197"/>
                  </a:lnTo>
                  <a:lnTo>
                    <a:pt x="789" y="193"/>
                  </a:lnTo>
                  <a:lnTo>
                    <a:pt x="762" y="191"/>
                  </a:lnTo>
                  <a:lnTo>
                    <a:pt x="736" y="190"/>
                  </a:lnTo>
                  <a:lnTo>
                    <a:pt x="728" y="190"/>
                  </a:lnTo>
                  <a:close/>
                  <a:moveTo>
                    <a:pt x="729" y="0"/>
                  </a:moveTo>
                  <a:lnTo>
                    <a:pt x="740" y="0"/>
                  </a:lnTo>
                  <a:lnTo>
                    <a:pt x="810" y="4"/>
                  </a:lnTo>
                  <a:lnTo>
                    <a:pt x="878" y="13"/>
                  </a:lnTo>
                  <a:lnTo>
                    <a:pt x="942" y="27"/>
                  </a:lnTo>
                  <a:lnTo>
                    <a:pt x="1004" y="47"/>
                  </a:lnTo>
                  <a:lnTo>
                    <a:pt x="1062" y="70"/>
                  </a:lnTo>
                  <a:lnTo>
                    <a:pt x="1119" y="99"/>
                  </a:lnTo>
                  <a:lnTo>
                    <a:pt x="1145" y="115"/>
                  </a:lnTo>
                  <a:lnTo>
                    <a:pt x="1171" y="132"/>
                  </a:lnTo>
                  <a:lnTo>
                    <a:pt x="1198" y="153"/>
                  </a:lnTo>
                  <a:lnTo>
                    <a:pt x="1225" y="176"/>
                  </a:lnTo>
                  <a:lnTo>
                    <a:pt x="1250" y="201"/>
                  </a:lnTo>
                  <a:lnTo>
                    <a:pt x="1276" y="228"/>
                  </a:lnTo>
                  <a:lnTo>
                    <a:pt x="1302" y="259"/>
                  </a:lnTo>
                  <a:lnTo>
                    <a:pt x="1326" y="292"/>
                  </a:lnTo>
                  <a:lnTo>
                    <a:pt x="1349" y="327"/>
                  </a:lnTo>
                  <a:lnTo>
                    <a:pt x="1370" y="366"/>
                  </a:lnTo>
                  <a:lnTo>
                    <a:pt x="1390" y="408"/>
                  </a:lnTo>
                  <a:lnTo>
                    <a:pt x="1407" y="454"/>
                  </a:lnTo>
                  <a:lnTo>
                    <a:pt x="1423" y="503"/>
                  </a:lnTo>
                  <a:lnTo>
                    <a:pt x="1436" y="556"/>
                  </a:lnTo>
                  <a:lnTo>
                    <a:pt x="1447" y="613"/>
                  </a:lnTo>
                  <a:lnTo>
                    <a:pt x="1455" y="673"/>
                  </a:lnTo>
                  <a:lnTo>
                    <a:pt x="1460" y="737"/>
                  </a:lnTo>
                  <a:lnTo>
                    <a:pt x="1460" y="747"/>
                  </a:lnTo>
                  <a:lnTo>
                    <a:pt x="1462" y="765"/>
                  </a:lnTo>
                  <a:lnTo>
                    <a:pt x="1463" y="789"/>
                  </a:lnTo>
                  <a:lnTo>
                    <a:pt x="1464" y="818"/>
                  </a:lnTo>
                  <a:lnTo>
                    <a:pt x="1465" y="852"/>
                  </a:lnTo>
                  <a:lnTo>
                    <a:pt x="1465" y="891"/>
                  </a:lnTo>
                  <a:lnTo>
                    <a:pt x="1464" y="933"/>
                  </a:lnTo>
                  <a:lnTo>
                    <a:pt x="1462" y="980"/>
                  </a:lnTo>
                  <a:lnTo>
                    <a:pt x="1458" y="1028"/>
                  </a:lnTo>
                  <a:lnTo>
                    <a:pt x="1453" y="1080"/>
                  </a:lnTo>
                  <a:lnTo>
                    <a:pt x="1445" y="1134"/>
                  </a:lnTo>
                  <a:lnTo>
                    <a:pt x="1435" y="1189"/>
                  </a:lnTo>
                  <a:lnTo>
                    <a:pt x="1422" y="1244"/>
                  </a:lnTo>
                  <a:lnTo>
                    <a:pt x="1406" y="1300"/>
                  </a:lnTo>
                  <a:lnTo>
                    <a:pt x="1388" y="1356"/>
                  </a:lnTo>
                  <a:lnTo>
                    <a:pt x="1366" y="1412"/>
                  </a:lnTo>
                  <a:lnTo>
                    <a:pt x="1340" y="1465"/>
                  </a:lnTo>
                  <a:lnTo>
                    <a:pt x="1311" y="1517"/>
                  </a:lnTo>
                  <a:lnTo>
                    <a:pt x="1277" y="1568"/>
                  </a:lnTo>
                  <a:lnTo>
                    <a:pt x="1239" y="1615"/>
                  </a:lnTo>
                  <a:lnTo>
                    <a:pt x="1197" y="1659"/>
                  </a:lnTo>
                  <a:lnTo>
                    <a:pt x="1150" y="1698"/>
                  </a:lnTo>
                  <a:lnTo>
                    <a:pt x="1102" y="1731"/>
                  </a:lnTo>
                  <a:lnTo>
                    <a:pt x="1049" y="1760"/>
                  </a:lnTo>
                  <a:lnTo>
                    <a:pt x="994" y="1784"/>
                  </a:lnTo>
                  <a:lnTo>
                    <a:pt x="936" y="1803"/>
                  </a:lnTo>
                  <a:lnTo>
                    <a:pt x="874" y="1817"/>
                  </a:lnTo>
                  <a:lnTo>
                    <a:pt x="810" y="1826"/>
                  </a:lnTo>
                  <a:lnTo>
                    <a:pt x="743" y="1829"/>
                  </a:lnTo>
                  <a:lnTo>
                    <a:pt x="721" y="1829"/>
                  </a:lnTo>
                  <a:lnTo>
                    <a:pt x="653" y="1826"/>
                  </a:lnTo>
                  <a:lnTo>
                    <a:pt x="589" y="1817"/>
                  </a:lnTo>
                  <a:lnTo>
                    <a:pt x="528" y="1803"/>
                  </a:lnTo>
                  <a:lnTo>
                    <a:pt x="471" y="1784"/>
                  </a:lnTo>
                  <a:lnTo>
                    <a:pt x="415" y="1760"/>
                  </a:lnTo>
                  <a:lnTo>
                    <a:pt x="363" y="1731"/>
                  </a:lnTo>
                  <a:lnTo>
                    <a:pt x="315" y="1698"/>
                  </a:lnTo>
                  <a:lnTo>
                    <a:pt x="268" y="1659"/>
                  </a:lnTo>
                  <a:lnTo>
                    <a:pt x="226" y="1615"/>
                  </a:lnTo>
                  <a:lnTo>
                    <a:pt x="188" y="1568"/>
                  </a:lnTo>
                  <a:lnTo>
                    <a:pt x="155" y="1517"/>
                  </a:lnTo>
                  <a:lnTo>
                    <a:pt x="125" y="1465"/>
                  </a:lnTo>
                  <a:lnTo>
                    <a:pt x="99" y="1412"/>
                  </a:lnTo>
                  <a:lnTo>
                    <a:pt x="77" y="1356"/>
                  </a:lnTo>
                  <a:lnTo>
                    <a:pt x="58" y="1300"/>
                  </a:lnTo>
                  <a:lnTo>
                    <a:pt x="43" y="1244"/>
                  </a:lnTo>
                  <a:lnTo>
                    <a:pt x="31" y="1189"/>
                  </a:lnTo>
                  <a:lnTo>
                    <a:pt x="20" y="1134"/>
                  </a:lnTo>
                  <a:lnTo>
                    <a:pt x="13" y="1080"/>
                  </a:lnTo>
                  <a:lnTo>
                    <a:pt x="7" y="1028"/>
                  </a:lnTo>
                  <a:lnTo>
                    <a:pt x="3" y="980"/>
                  </a:lnTo>
                  <a:lnTo>
                    <a:pt x="1" y="933"/>
                  </a:lnTo>
                  <a:lnTo>
                    <a:pt x="0" y="891"/>
                  </a:lnTo>
                  <a:lnTo>
                    <a:pt x="0" y="852"/>
                  </a:lnTo>
                  <a:lnTo>
                    <a:pt x="1" y="818"/>
                  </a:lnTo>
                  <a:lnTo>
                    <a:pt x="2" y="789"/>
                  </a:lnTo>
                  <a:lnTo>
                    <a:pt x="3" y="765"/>
                  </a:lnTo>
                  <a:lnTo>
                    <a:pt x="5" y="747"/>
                  </a:lnTo>
                  <a:lnTo>
                    <a:pt x="6" y="737"/>
                  </a:lnTo>
                  <a:lnTo>
                    <a:pt x="10" y="672"/>
                  </a:lnTo>
                  <a:lnTo>
                    <a:pt x="18" y="612"/>
                  </a:lnTo>
                  <a:lnTo>
                    <a:pt x="29" y="555"/>
                  </a:lnTo>
                  <a:lnTo>
                    <a:pt x="42" y="502"/>
                  </a:lnTo>
                  <a:lnTo>
                    <a:pt x="58" y="453"/>
                  </a:lnTo>
                  <a:lnTo>
                    <a:pt x="76" y="406"/>
                  </a:lnTo>
                  <a:lnTo>
                    <a:pt x="97" y="364"/>
                  </a:lnTo>
                  <a:lnTo>
                    <a:pt x="118" y="325"/>
                  </a:lnTo>
                  <a:lnTo>
                    <a:pt x="141" y="289"/>
                  </a:lnTo>
                  <a:lnTo>
                    <a:pt x="166" y="255"/>
                  </a:lnTo>
                  <a:lnTo>
                    <a:pt x="191" y="225"/>
                  </a:lnTo>
                  <a:lnTo>
                    <a:pt x="216" y="198"/>
                  </a:lnTo>
                  <a:lnTo>
                    <a:pt x="243" y="173"/>
                  </a:lnTo>
                  <a:lnTo>
                    <a:pt x="270" y="150"/>
                  </a:lnTo>
                  <a:lnTo>
                    <a:pt x="297" y="130"/>
                  </a:lnTo>
                  <a:lnTo>
                    <a:pt x="324" y="112"/>
                  </a:lnTo>
                  <a:lnTo>
                    <a:pt x="351" y="96"/>
                  </a:lnTo>
                  <a:lnTo>
                    <a:pt x="406" y="68"/>
                  </a:lnTo>
                  <a:lnTo>
                    <a:pt x="460" y="46"/>
                  </a:lnTo>
                  <a:lnTo>
                    <a:pt x="514" y="29"/>
                  </a:lnTo>
                  <a:lnTo>
                    <a:pt x="566" y="17"/>
                  </a:lnTo>
                  <a:lnTo>
                    <a:pt x="613" y="8"/>
                  </a:lnTo>
                  <a:lnTo>
                    <a:pt x="658" y="3"/>
                  </a:lnTo>
                  <a:lnTo>
                    <a:pt x="696" y="0"/>
                  </a:lnTo>
                  <a:lnTo>
                    <a:pt x="7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000">
                <a:solidFill>
                  <a:schemeClr val="bg1">
                    <a:lumMod val="50000"/>
                  </a:schemeClr>
                </a:solidFill>
                <a:latin typeface="字体视界-一风尚黑体" panose="02000500000000000000" pitchFamily="2" charset="-122"/>
                <a:ea typeface="字体视界-一风尚黑体" panose="02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41" name="Freeform 212">
              <a:extLst>
                <a:ext uri="{FF2B5EF4-FFF2-40B4-BE49-F238E27FC236}">
                  <a16:creationId xmlns:a16="http://schemas.microsoft.com/office/drawing/2014/main" id="{C19E1064-08C0-A225-7FE6-8C5DE63DB2D2}"/>
                </a:ext>
              </a:extLst>
            </p:cNvPr>
            <p:cNvSpPr/>
            <p:nvPr/>
          </p:nvSpPr>
          <p:spPr bwMode="auto">
            <a:xfrm>
              <a:off x="1671638" y="5302250"/>
              <a:ext cx="458787" cy="249237"/>
            </a:xfrm>
            <a:custGeom>
              <a:avLst/>
              <a:gdLst>
                <a:gd name="T0" fmla="*/ 1041 w 2887"/>
                <a:gd name="T1" fmla="*/ 40 h 1572"/>
                <a:gd name="T2" fmla="*/ 1047 w 2887"/>
                <a:gd name="T3" fmla="*/ 141 h 1572"/>
                <a:gd name="T4" fmla="*/ 994 w 2887"/>
                <a:gd name="T5" fmla="*/ 189 h 1572"/>
                <a:gd name="T6" fmla="*/ 876 w 2887"/>
                <a:gd name="T7" fmla="*/ 260 h 1572"/>
                <a:gd name="T8" fmla="*/ 681 w 2887"/>
                <a:gd name="T9" fmla="*/ 358 h 1572"/>
                <a:gd name="T10" fmla="*/ 432 w 2887"/>
                <a:gd name="T11" fmla="*/ 451 h 1572"/>
                <a:gd name="T12" fmla="*/ 269 w 2887"/>
                <a:gd name="T13" fmla="*/ 541 h 1572"/>
                <a:gd name="T14" fmla="*/ 207 w 2887"/>
                <a:gd name="T15" fmla="*/ 688 h 1572"/>
                <a:gd name="T16" fmla="*/ 190 w 2887"/>
                <a:gd name="T17" fmla="*/ 860 h 1572"/>
                <a:gd name="T18" fmla="*/ 192 w 2887"/>
                <a:gd name="T19" fmla="*/ 988 h 1572"/>
                <a:gd name="T20" fmla="*/ 251 w 2887"/>
                <a:gd name="T21" fmla="*/ 1119 h 1572"/>
                <a:gd name="T22" fmla="*/ 462 w 2887"/>
                <a:gd name="T23" fmla="*/ 1211 h 1572"/>
                <a:gd name="T24" fmla="*/ 794 w 2887"/>
                <a:gd name="T25" fmla="*/ 1311 h 1572"/>
                <a:gd name="T26" fmla="*/ 1237 w 2887"/>
                <a:gd name="T27" fmla="*/ 1376 h 1572"/>
                <a:gd name="T28" fmla="*/ 1748 w 2887"/>
                <a:gd name="T29" fmla="*/ 1368 h 1572"/>
                <a:gd name="T30" fmla="*/ 2170 w 2887"/>
                <a:gd name="T31" fmla="*/ 1293 h 1572"/>
                <a:gd name="T32" fmla="*/ 2479 w 2887"/>
                <a:gd name="T33" fmla="*/ 1191 h 1572"/>
                <a:gd name="T34" fmla="*/ 2662 w 2887"/>
                <a:gd name="T35" fmla="*/ 1107 h 1572"/>
                <a:gd name="T36" fmla="*/ 2697 w 2887"/>
                <a:gd name="T37" fmla="*/ 950 h 1572"/>
                <a:gd name="T38" fmla="*/ 2694 w 2887"/>
                <a:gd name="T39" fmla="*/ 791 h 1572"/>
                <a:gd name="T40" fmla="*/ 2663 w 2887"/>
                <a:gd name="T41" fmla="*/ 625 h 1572"/>
                <a:gd name="T42" fmla="*/ 2572 w 2887"/>
                <a:gd name="T43" fmla="*/ 498 h 1572"/>
                <a:gd name="T44" fmla="*/ 2350 w 2887"/>
                <a:gd name="T45" fmla="*/ 416 h 1572"/>
                <a:gd name="T46" fmla="*/ 2119 w 2887"/>
                <a:gd name="T47" fmla="*/ 318 h 1572"/>
                <a:gd name="T48" fmla="*/ 1953 w 2887"/>
                <a:gd name="T49" fmla="*/ 227 h 1572"/>
                <a:gd name="T50" fmla="*/ 1873 w 2887"/>
                <a:gd name="T51" fmla="*/ 176 h 1572"/>
                <a:gd name="T52" fmla="*/ 1828 w 2887"/>
                <a:gd name="T53" fmla="*/ 101 h 1572"/>
                <a:gd name="T54" fmla="*/ 1877 w 2887"/>
                <a:gd name="T55" fmla="*/ 12 h 1572"/>
                <a:gd name="T56" fmla="*/ 1977 w 2887"/>
                <a:gd name="T57" fmla="*/ 18 h 1572"/>
                <a:gd name="T58" fmla="*/ 2035 w 2887"/>
                <a:gd name="T59" fmla="*/ 55 h 1572"/>
                <a:gd name="T60" fmla="*/ 2188 w 2887"/>
                <a:gd name="T61" fmla="*/ 141 h 1572"/>
                <a:gd name="T62" fmla="*/ 2408 w 2887"/>
                <a:gd name="T63" fmla="*/ 236 h 1572"/>
                <a:gd name="T64" fmla="*/ 2568 w 2887"/>
                <a:gd name="T65" fmla="*/ 285 h 1572"/>
                <a:gd name="T66" fmla="*/ 2745 w 2887"/>
                <a:gd name="T67" fmla="*/ 399 h 1572"/>
                <a:gd name="T68" fmla="*/ 2839 w 2887"/>
                <a:gd name="T69" fmla="*/ 557 h 1572"/>
                <a:gd name="T70" fmla="*/ 2878 w 2887"/>
                <a:gd name="T71" fmla="*/ 721 h 1572"/>
                <a:gd name="T72" fmla="*/ 2886 w 2887"/>
                <a:gd name="T73" fmla="*/ 855 h 1572"/>
                <a:gd name="T74" fmla="*/ 2887 w 2887"/>
                <a:gd name="T75" fmla="*/ 907 h 1572"/>
                <a:gd name="T76" fmla="*/ 2879 w 2887"/>
                <a:gd name="T77" fmla="*/ 1064 h 1572"/>
                <a:gd name="T78" fmla="*/ 2844 w 2887"/>
                <a:gd name="T79" fmla="*/ 1209 h 1572"/>
                <a:gd name="T80" fmla="*/ 2788 w 2887"/>
                <a:gd name="T81" fmla="*/ 1253 h 1572"/>
                <a:gd name="T82" fmla="*/ 2651 w 2887"/>
                <a:gd name="T83" fmla="*/ 1324 h 1572"/>
                <a:gd name="T84" fmla="*/ 2411 w 2887"/>
                <a:gd name="T85" fmla="*/ 1419 h 1572"/>
                <a:gd name="T86" fmla="*/ 2071 w 2887"/>
                <a:gd name="T87" fmla="*/ 1510 h 1572"/>
                <a:gd name="T88" fmla="*/ 1640 w 2887"/>
                <a:gd name="T89" fmla="*/ 1567 h 1572"/>
                <a:gd name="T90" fmla="*/ 1143 w 2887"/>
                <a:gd name="T91" fmla="*/ 1558 h 1572"/>
                <a:gd name="T92" fmla="*/ 718 w 2887"/>
                <a:gd name="T93" fmla="*/ 1488 h 1572"/>
                <a:gd name="T94" fmla="*/ 392 w 2887"/>
                <a:gd name="T95" fmla="*/ 1389 h 1572"/>
                <a:gd name="T96" fmla="*/ 177 w 2887"/>
                <a:gd name="T97" fmla="*/ 1295 h 1572"/>
                <a:gd name="T98" fmla="*/ 77 w 2887"/>
                <a:gd name="T99" fmla="*/ 1239 h 1572"/>
                <a:gd name="T100" fmla="*/ 27 w 2887"/>
                <a:gd name="T101" fmla="*/ 1164 h 1572"/>
                <a:gd name="T102" fmla="*/ 3 w 2887"/>
                <a:gd name="T103" fmla="*/ 994 h 1572"/>
                <a:gd name="T104" fmla="*/ 0 w 2887"/>
                <a:gd name="T105" fmla="*/ 873 h 1572"/>
                <a:gd name="T106" fmla="*/ 4 w 2887"/>
                <a:gd name="T107" fmla="*/ 780 h 1572"/>
                <a:gd name="T108" fmla="*/ 27 w 2887"/>
                <a:gd name="T109" fmla="*/ 624 h 1572"/>
                <a:gd name="T110" fmla="*/ 95 w 2887"/>
                <a:gd name="T111" fmla="*/ 459 h 1572"/>
                <a:gd name="T112" fmla="*/ 237 w 2887"/>
                <a:gd name="T113" fmla="*/ 322 h 1572"/>
                <a:gd name="T114" fmla="*/ 379 w 2887"/>
                <a:gd name="T115" fmla="*/ 269 h 1572"/>
                <a:gd name="T116" fmla="*/ 619 w 2887"/>
                <a:gd name="T117" fmla="*/ 179 h 1572"/>
                <a:gd name="T118" fmla="*/ 800 w 2887"/>
                <a:gd name="T119" fmla="*/ 85 h 1572"/>
                <a:gd name="T120" fmla="*/ 900 w 2887"/>
                <a:gd name="T121" fmla="*/ 24 h 1572"/>
                <a:gd name="T122" fmla="*/ 970 w 2887"/>
                <a:gd name="T123" fmla="*/ 0 h 1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87" h="1572">
                  <a:moveTo>
                    <a:pt x="970" y="0"/>
                  </a:moveTo>
                  <a:lnTo>
                    <a:pt x="991" y="3"/>
                  </a:lnTo>
                  <a:lnTo>
                    <a:pt x="1010" y="11"/>
                  </a:lnTo>
                  <a:lnTo>
                    <a:pt x="1027" y="24"/>
                  </a:lnTo>
                  <a:lnTo>
                    <a:pt x="1041" y="40"/>
                  </a:lnTo>
                  <a:lnTo>
                    <a:pt x="1053" y="59"/>
                  </a:lnTo>
                  <a:lnTo>
                    <a:pt x="1058" y="80"/>
                  </a:lnTo>
                  <a:lnTo>
                    <a:pt x="1059" y="100"/>
                  </a:lnTo>
                  <a:lnTo>
                    <a:pt x="1055" y="121"/>
                  </a:lnTo>
                  <a:lnTo>
                    <a:pt x="1047" y="141"/>
                  </a:lnTo>
                  <a:lnTo>
                    <a:pt x="1035" y="158"/>
                  </a:lnTo>
                  <a:lnTo>
                    <a:pt x="1018" y="173"/>
                  </a:lnTo>
                  <a:lnTo>
                    <a:pt x="1014" y="175"/>
                  </a:lnTo>
                  <a:lnTo>
                    <a:pt x="1006" y="181"/>
                  </a:lnTo>
                  <a:lnTo>
                    <a:pt x="994" y="189"/>
                  </a:lnTo>
                  <a:lnTo>
                    <a:pt x="977" y="199"/>
                  </a:lnTo>
                  <a:lnTo>
                    <a:pt x="956" y="212"/>
                  </a:lnTo>
                  <a:lnTo>
                    <a:pt x="934" y="226"/>
                  </a:lnTo>
                  <a:lnTo>
                    <a:pt x="906" y="243"/>
                  </a:lnTo>
                  <a:lnTo>
                    <a:pt x="876" y="260"/>
                  </a:lnTo>
                  <a:lnTo>
                    <a:pt x="842" y="279"/>
                  </a:lnTo>
                  <a:lnTo>
                    <a:pt x="806" y="298"/>
                  </a:lnTo>
                  <a:lnTo>
                    <a:pt x="766" y="317"/>
                  </a:lnTo>
                  <a:lnTo>
                    <a:pt x="725" y="338"/>
                  </a:lnTo>
                  <a:lnTo>
                    <a:pt x="681" y="358"/>
                  </a:lnTo>
                  <a:lnTo>
                    <a:pt x="635" y="378"/>
                  </a:lnTo>
                  <a:lnTo>
                    <a:pt x="587" y="398"/>
                  </a:lnTo>
                  <a:lnTo>
                    <a:pt x="536" y="416"/>
                  </a:lnTo>
                  <a:lnTo>
                    <a:pt x="484" y="434"/>
                  </a:lnTo>
                  <a:lnTo>
                    <a:pt x="432" y="451"/>
                  </a:lnTo>
                  <a:lnTo>
                    <a:pt x="377" y="466"/>
                  </a:lnTo>
                  <a:lnTo>
                    <a:pt x="344" y="479"/>
                  </a:lnTo>
                  <a:lnTo>
                    <a:pt x="315" y="497"/>
                  </a:lnTo>
                  <a:lnTo>
                    <a:pt x="290" y="518"/>
                  </a:lnTo>
                  <a:lnTo>
                    <a:pt x="269" y="541"/>
                  </a:lnTo>
                  <a:lnTo>
                    <a:pt x="251" y="566"/>
                  </a:lnTo>
                  <a:lnTo>
                    <a:pt x="237" y="594"/>
                  </a:lnTo>
                  <a:lnTo>
                    <a:pt x="224" y="624"/>
                  </a:lnTo>
                  <a:lnTo>
                    <a:pt x="214" y="655"/>
                  </a:lnTo>
                  <a:lnTo>
                    <a:pt x="207" y="688"/>
                  </a:lnTo>
                  <a:lnTo>
                    <a:pt x="200" y="721"/>
                  </a:lnTo>
                  <a:lnTo>
                    <a:pt x="196" y="755"/>
                  </a:lnTo>
                  <a:lnTo>
                    <a:pt x="193" y="791"/>
                  </a:lnTo>
                  <a:lnTo>
                    <a:pt x="191" y="825"/>
                  </a:lnTo>
                  <a:lnTo>
                    <a:pt x="190" y="860"/>
                  </a:lnTo>
                  <a:lnTo>
                    <a:pt x="189" y="868"/>
                  </a:lnTo>
                  <a:lnTo>
                    <a:pt x="189" y="877"/>
                  </a:lnTo>
                  <a:lnTo>
                    <a:pt x="189" y="911"/>
                  </a:lnTo>
                  <a:lnTo>
                    <a:pt x="190" y="949"/>
                  </a:lnTo>
                  <a:lnTo>
                    <a:pt x="192" y="988"/>
                  </a:lnTo>
                  <a:lnTo>
                    <a:pt x="195" y="1027"/>
                  </a:lnTo>
                  <a:lnTo>
                    <a:pt x="198" y="1063"/>
                  </a:lnTo>
                  <a:lnTo>
                    <a:pt x="203" y="1094"/>
                  </a:lnTo>
                  <a:lnTo>
                    <a:pt x="225" y="1106"/>
                  </a:lnTo>
                  <a:lnTo>
                    <a:pt x="251" y="1119"/>
                  </a:lnTo>
                  <a:lnTo>
                    <a:pt x="283" y="1136"/>
                  </a:lnTo>
                  <a:lnTo>
                    <a:pt x="320" y="1152"/>
                  </a:lnTo>
                  <a:lnTo>
                    <a:pt x="362" y="1172"/>
                  </a:lnTo>
                  <a:lnTo>
                    <a:pt x="409" y="1191"/>
                  </a:lnTo>
                  <a:lnTo>
                    <a:pt x="462" y="1211"/>
                  </a:lnTo>
                  <a:lnTo>
                    <a:pt x="519" y="1232"/>
                  </a:lnTo>
                  <a:lnTo>
                    <a:pt x="580" y="1252"/>
                  </a:lnTo>
                  <a:lnTo>
                    <a:pt x="647" y="1273"/>
                  </a:lnTo>
                  <a:lnTo>
                    <a:pt x="719" y="1293"/>
                  </a:lnTo>
                  <a:lnTo>
                    <a:pt x="794" y="1311"/>
                  </a:lnTo>
                  <a:lnTo>
                    <a:pt x="875" y="1328"/>
                  </a:lnTo>
                  <a:lnTo>
                    <a:pt x="959" y="1343"/>
                  </a:lnTo>
                  <a:lnTo>
                    <a:pt x="1047" y="1357"/>
                  </a:lnTo>
                  <a:lnTo>
                    <a:pt x="1140" y="1368"/>
                  </a:lnTo>
                  <a:lnTo>
                    <a:pt x="1237" y="1376"/>
                  </a:lnTo>
                  <a:lnTo>
                    <a:pt x="1339" y="1382"/>
                  </a:lnTo>
                  <a:lnTo>
                    <a:pt x="1444" y="1383"/>
                  </a:lnTo>
                  <a:lnTo>
                    <a:pt x="1549" y="1382"/>
                  </a:lnTo>
                  <a:lnTo>
                    <a:pt x="1651" y="1376"/>
                  </a:lnTo>
                  <a:lnTo>
                    <a:pt x="1748" y="1368"/>
                  </a:lnTo>
                  <a:lnTo>
                    <a:pt x="1841" y="1357"/>
                  </a:lnTo>
                  <a:lnTo>
                    <a:pt x="1929" y="1343"/>
                  </a:lnTo>
                  <a:lnTo>
                    <a:pt x="2014" y="1328"/>
                  </a:lnTo>
                  <a:lnTo>
                    <a:pt x="2095" y="1311"/>
                  </a:lnTo>
                  <a:lnTo>
                    <a:pt x="2170" y="1293"/>
                  </a:lnTo>
                  <a:lnTo>
                    <a:pt x="2241" y="1273"/>
                  </a:lnTo>
                  <a:lnTo>
                    <a:pt x="2307" y="1253"/>
                  </a:lnTo>
                  <a:lnTo>
                    <a:pt x="2369" y="1233"/>
                  </a:lnTo>
                  <a:lnTo>
                    <a:pt x="2426" y="1212"/>
                  </a:lnTo>
                  <a:lnTo>
                    <a:pt x="2479" y="1191"/>
                  </a:lnTo>
                  <a:lnTo>
                    <a:pt x="2525" y="1172"/>
                  </a:lnTo>
                  <a:lnTo>
                    <a:pt x="2568" y="1153"/>
                  </a:lnTo>
                  <a:lnTo>
                    <a:pt x="2604" y="1136"/>
                  </a:lnTo>
                  <a:lnTo>
                    <a:pt x="2636" y="1120"/>
                  </a:lnTo>
                  <a:lnTo>
                    <a:pt x="2662" y="1107"/>
                  </a:lnTo>
                  <a:lnTo>
                    <a:pt x="2682" y="1094"/>
                  </a:lnTo>
                  <a:lnTo>
                    <a:pt x="2688" y="1063"/>
                  </a:lnTo>
                  <a:lnTo>
                    <a:pt x="2692" y="1027"/>
                  </a:lnTo>
                  <a:lnTo>
                    <a:pt x="2695" y="989"/>
                  </a:lnTo>
                  <a:lnTo>
                    <a:pt x="2697" y="950"/>
                  </a:lnTo>
                  <a:lnTo>
                    <a:pt x="2697" y="911"/>
                  </a:lnTo>
                  <a:lnTo>
                    <a:pt x="2698" y="877"/>
                  </a:lnTo>
                  <a:lnTo>
                    <a:pt x="2697" y="860"/>
                  </a:lnTo>
                  <a:lnTo>
                    <a:pt x="2696" y="826"/>
                  </a:lnTo>
                  <a:lnTo>
                    <a:pt x="2694" y="791"/>
                  </a:lnTo>
                  <a:lnTo>
                    <a:pt x="2691" y="756"/>
                  </a:lnTo>
                  <a:lnTo>
                    <a:pt x="2687" y="722"/>
                  </a:lnTo>
                  <a:lnTo>
                    <a:pt x="2680" y="688"/>
                  </a:lnTo>
                  <a:lnTo>
                    <a:pt x="2673" y="656"/>
                  </a:lnTo>
                  <a:lnTo>
                    <a:pt x="2663" y="625"/>
                  </a:lnTo>
                  <a:lnTo>
                    <a:pt x="2650" y="595"/>
                  </a:lnTo>
                  <a:lnTo>
                    <a:pt x="2636" y="567"/>
                  </a:lnTo>
                  <a:lnTo>
                    <a:pt x="2617" y="541"/>
                  </a:lnTo>
                  <a:lnTo>
                    <a:pt x="2597" y="519"/>
                  </a:lnTo>
                  <a:lnTo>
                    <a:pt x="2572" y="498"/>
                  </a:lnTo>
                  <a:lnTo>
                    <a:pt x="2543" y="481"/>
                  </a:lnTo>
                  <a:lnTo>
                    <a:pt x="2510" y="466"/>
                  </a:lnTo>
                  <a:lnTo>
                    <a:pt x="2455" y="452"/>
                  </a:lnTo>
                  <a:lnTo>
                    <a:pt x="2401" y="435"/>
                  </a:lnTo>
                  <a:lnTo>
                    <a:pt x="2350" y="416"/>
                  </a:lnTo>
                  <a:lnTo>
                    <a:pt x="2300" y="398"/>
                  </a:lnTo>
                  <a:lnTo>
                    <a:pt x="2252" y="379"/>
                  </a:lnTo>
                  <a:lnTo>
                    <a:pt x="2205" y="359"/>
                  </a:lnTo>
                  <a:lnTo>
                    <a:pt x="2162" y="339"/>
                  </a:lnTo>
                  <a:lnTo>
                    <a:pt x="2119" y="318"/>
                  </a:lnTo>
                  <a:lnTo>
                    <a:pt x="2080" y="299"/>
                  </a:lnTo>
                  <a:lnTo>
                    <a:pt x="2044" y="279"/>
                  </a:lnTo>
                  <a:lnTo>
                    <a:pt x="2011" y="261"/>
                  </a:lnTo>
                  <a:lnTo>
                    <a:pt x="1980" y="244"/>
                  </a:lnTo>
                  <a:lnTo>
                    <a:pt x="1953" y="227"/>
                  </a:lnTo>
                  <a:lnTo>
                    <a:pt x="1929" y="213"/>
                  </a:lnTo>
                  <a:lnTo>
                    <a:pt x="1910" y="200"/>
                  </a:lnTo>
                  <a:lnTo>
                    <a:pt x="1893" y="190"/>
                  </a:lnTo>
                  <a:lnTo>
                    <a:pt x="1881" y="182"/>
                  </a:lnTo>
                  <a:lnTo>
                    <a:pt x="1873" y="176"/>
                  </a:lnTo>
                  <a:lnTo>
                    <a:pt x="1868" y="173"/>
                  </a:lnTo>
                  <a:lnTo>
                    <a:pt x="1852" y="158"/>
                  </a:lnTo>
                  <a:lnTo>
                    <a:pt x="1840" y="142"/>
                  </a:lnTo>
                  <a:lnTo>
                    <a:pt x="1831" y="122"/>
                  </a:lnTo>
                  <a:lnTo>
                    <a:pt x="1828" y="101"/>
                  </a:lnTo>
                  <a:lnTo>
                    <a:pt x="1829" y="81"/>
                  </a:lnTo>
                  <a:lnTo>
                    <a:pt x="1834" y="60"/>
                  </a:lnTo>
                  <a:lnTo>
                    <a:pt x="1845" y="41"/>
                  </a:lnTo>
                  <a:lnTo>
                    <a:pt x="1859" y="25"/>
                  </a:lnTo>
                  <a:lnTo>
                    <a:pt x="1877" y="12"/>
                  </a:lnTo>
                  <a:lnTo>
                    <a:pt x="1896" y="4"/>
                  </a:lnTo>
                  <a:lnTo>
                    <a:pt x="1917" y="1"/>
                  </a:lnTo>
                  <a:lnTo>
                    <a:pt x="1938" y="2"/>
                  </a:lnTo>
                  <a:lnTo>
                    <a:pt x="1957" y="7"/>
                  </a:lnTo>
                  <a:lnTo>
                    <a:pt x="1977" y="18"/>
                  </a:lnTo>
                  <a:lnTo>
                    <a:pt x="1980" y="20"/>
                  </a:lnTo>
                  <a:lnTo>
                    <a:pt x="1987" y="25"/>
                  </a:lnTo>
                  <a:lnTo>
                    <a:pt x="2000" y="32"/>
                  </a:lnTo>
                  <a:lnTo>
                    <a:pt x="2015" y="42"/>
                  </a:lnTo>
                  <a:lnTo>
                    <a:pt x="2035" y="55"/>
                  </a:lnTo>
                  <a:lnTo>
                    <a:pt x="2060" y="69"/>
                  </a:lnTo>
                  <a:lnTo>
                    <a:pt x="2086" y="86"/>
                  </a:lnTo>
                  <a:lnTo>
                    <a:pt x="2117" y="102"/>
                  </a:lnTo>
                  <a:lnTo>
                    <a:pt x="2150" y="121"/>
                  </a:lnTo>
                  <a:lnTo>
                    <a:pt x="2188" y="141"/>
                  </a:lnTo>
                  <a:lnTo>
                    <a:pt x="2227" y="159"/>
                  </a:lnTo>
                  <a:lnTo>
                    <a:pt x="2269" y="179"/>
                  </a:lnTo>
                  <a:lnTo>
                    <a:pt x="2313" y="198"/>
                  </a:lnTo>
                  <a:lnTo>
                    <a:pt x="2359" y="218"/>
                  </a:lnTo>
                  <a:lnTo>
                    <a:pt x="2408" y="236"/>
                  </a:lnTo>
                  <a:lnTo>
                    <a:pt x="2457" y="253"/>
                  </a:lnTo>
                  <a:lnTo>
                    <a:pt x="2508" y="269"/>
                  </a:lnTo>
                  <a:lnTo>
                    <a:pt x="2561" y="283"/>
                  </a:lnTo>
                  <a:lnTo>
                    <a:pt x="2564" y="284"/>
                  </a:lnTo>
                  <a:lnTo>
                    <a:pt x="2568" y="285"/>
                  </a:lnTo>
                  <a:lnTo>
                    <a:pt x="2611" y="303"/>
                  </a:lnTo>
                  <a:lnTo>
                    <a:pt x="2650" y="323"/>
                  </a:lnTo>
                  <a:lnTo>
                    <a:pt x="2685" y="346"/>
                  </a:lnTo>
                  <a:lnTo>
                    <a:pt x="2718" y="371"/>
                  </a:lnTo>
                  <a:lnTo>
                    <a:pt x="2745" y="399"/>
                  </a:lnTo>
                  <a:lnTo>
                    <a:pt x="2770" y="428"/>
                  </a:lnTo>
                  <a:lnTo>
                    <a:pt x="2791" y="459"/>
                  </a:lnTo>
                  <a:lnTo>
                    <a:pt x="2810" y="491"/>
                  </a:lnTo>
                  <a:lnTo>
                    <a:pt x="2826" y="524"/>
                  </a:lnTo>
                  <a:lnTo>
                    <a:pt x="2839" y="557"/>
                  </a:lnTo>
                  <a:lnTo>
                    <a:pt x="2851" y="590"/>
                  </a:lnTo>
                  <a:lnTo>
                    <a:pt x="2860" y="624"/>
                  </a:lnTo>
                  <a:lnTo>
                    <a:pt x="2867" y="657"/>
                  </a:lnTo>
                  <a:lnTo>
                    <a:pt x="2872" y="690"/>
                  </a:lnTo>
                  <a:lnTo>
                    <a:pt x="2878" y="721"/>
                  </a:lnTo>
                  <a:lnTo>
                    <a:pt x="2881" y="751"/>
                  </a:lnTo>
                  <a:lnTo>
                    <a:pt x="2883" y="780"/>
                  </a:lnTo>
                  <a:lnTo>
                    <a:pt x="2884" y="807"/>
                  </a:lnTo>
                  <a:lnTo>
                    <a:pt x="2885" y="832"/>
                  </a:lnTo>
                  <a:lnTo>
                    <a:pt x="2886" y="855"/>
                  </a:lnTo>
                  <a:lnTo>
                    <a:pt x="2886" y="864"/>
                  </a:lnTo>
                  <a:lnTo>
                    <a:pt x="2887" y="872"/>
                  </a:lnTo>
                  <a:lnTo>
                    <a:pt x="2887" y="874"/>
                  </a:lnTo>
                  <a:lnTo>
                    <a:pt x="2887" y="888"/>
                  </a:lnTo>
                  <a:lnTo>
                    <a:pt x="2887" y="907"/>
                  </a:lnTo>
                  <a:lnTo>
                    <a:pt x="2886" y="933"/>
                  </a:lnTo>
                  <a:lnTo>
                    <a:pt x="2886" y="962"/>
                  </a:lnTo>
                  <a:lnTo>
                    <a:pt x="2884" y="994"/>
                  </a:lnTo>
                  <a:lnTo>
                    <a:pt x="2882" y="1029"/>
                  </a:lnTo>
                  <a:lnTo>
                    <a:pt x="2879" y="1064"/>
                  </a:lnTo>
                  <a:lnTo>
                    <a:pt x="2875" y="1099"/>
                  </a:lnTo>
                  <a:lnTo>
                    <a:pt x="2868" y="1133"/>
                  </a:lnTo>
                  <a:lnTo>
                    <a:pt x="2861" y="1165"/>
                  </a:lnTo>
                  <a:lnTo>
                    <a:pt x="2853" y="1191"/>
                  </a:lnTo>
                  <a:lnTo>
                    <a:pt x="2844" y="1209"/>
                  </a:lnTo>
                  <a:lnTo>
                    <a:pt x="2831" y="1225"/>
                  </a:lnTo>
                  <a:lnTo>
                    <a:pt x="2817" y="1236"/>
                  </a:lnTo>
                  <a:lnTo>
                    <a:pt x="2812" y="1239"/>
                  </a:lnTo>
                  <a:lnTo>
                    <a:pt x="2802" y="1245"/>
                  </a:lnTo>
                  <a:lnTo>
                    <a:pt x="2788" y="1253"/>
                  </a:lnTo>
                  <a:lnTo>
                    <a:pt x="2769" y="1264"/>
                  </a:lnTo>
                  <a:lnTo>
                    <a:pt x="2746" y="1276"/>
                  </a:lnTo>
                  <a:lnTo>
                    <a:pt x="2720" y="1291"/>
                  </a:lnTo>
                  <a:lnTo>
                    <a:pt x="2688" y="1306"/>
                  </a:lnTo>
                  <a:lnTo>
                    <a:pt x="2651" y="1324"/>
                  </a:lnTo>
                  <a:lnTo>
                    <a:pt x="2612" y="1341"/>
                  </a:lnTo>
                  <a:lnTo>
                    <a:pt x="2568" y="1360"/>
                  </a:lnTo>
                  <a:lnTo>
                    <a:pt x="2519" y="1380"/>
                  </a:lnTo>
                  <a:lnTo>
                    <a:pt x="2467" y="1399"/>
                  </a:lnTo>
                  <a:lnTo>
                    <a:pt x="2411" y="1419"/>
                  </a:lnTo>
                  <a:lnTo>
                    <a:pt x="2351" y="1438"/>
                  </a:lnTo>
                  <a:lnTo>
                    <a:pt x="2287" y="1458"/>
                  </a:lnTo>
                  <a:lnTo>
                    <a:pt x="2219" y="1477"/>
                  </a:lnTo>
                  <a:lnTo>
                    <a:pt x="2146" y="1494"/>
                  </a:lnTo>
                  <a:lnTo>
                    <a:pt x="2071" y="1510"/>
                  </a:lnTo>
                  <a:lnTo>
                    <a:pt x="1992" y="1525"/>
                  </a:lnTo>
                  <a:lnTo>
                    <a:pt x="1910" y="1539"/>
                  </a:lnTo>
                  <a:lnTo>
                    <a:pt x="1823" y="1550"/>
                  </a:lnTo>
                  <a:lnTo>
                    <a:pt x="1734" y="1559"/>
                  </a:lnTo>
                  <a:lnTo>
                    <a:pt x="1640" y="1567"/>
                  </a:lnTo>
                  <a:lnTo>
                    <a:pt x="1544" y="1571"/>
                  </a:lnTo>
                  <a:lnTo>
                    <a:pt x="1444" y="1572"/>
                  </a:lnTo>
                  <a:lnTo>
                    <a:pt x="1341" y="1571"/>
                  </a:lnTo>
                  <a:lnTo>
                    <a:pt x="1240" y="1566"/>
                  </a:lnTo>
                  <a:lnTo>
                    <a:pt x="1143" y="1558"/>
                  </a:lnTo>
                  <a:lnTo>
                    <a:pt x="1050" y="1548"/>
                  </a:lnTo>
                  <a:lnTo>
                    <a:pt x="962" y="1536"/>
                  </a:lnTo>
                  <a:lnTo>
                    <a:pt x="876" y="1522"/>
                  </a:lnTo>
                  <a:lnTo>
                    <a:pt x="795" y="1506"/>
                  </a:lnTo>
                  <a:lnTo>
                    <a:pt x="718" y="1488"/>
                  </a:lnTo>
                  <a:lnTo>
                    <a:pt x="645" y="1469"/>
                  </a:lnTo>
                  <a:lnTo>
                    <a:pt x="575" y="1450"/>
                  </a:lnTo>
                  <a:lnTo>
                    <a:pt x="510" y="1430"/>
                  </a:lnTo>
                  <a:lnTo>
                    <a:pt x="449" y="1409"/>
                  </a:lnTo>
                  <a:lnTo>
                    <a:pt x="392" y="1389"/>
                  </a:lnTo>
                  <a:lnTo>
                    <a:pt x="341" y="1368"/>
                  </a:lnTo>
                  <a:lnTo>
                    <a:pt x="293" y="1349"/>
                  </a:lnTo>
                  <a:lnTo>
                    <a:pt x="250" y="1330"/>
                  </a:lnTo>
                  <a:lnTo>
                    <a:pt x="211" y="1311"/>
                  </a:lnTo>
                  <a:lnTo>
                    <a:pt x="177" y="1295"/>
                  </a:lnTo>
                  <a:lnTo>
                    <a:pt x="148" y="1279"/>
                  </a:lnTo>
                  <a:lnTo>
                    <a:pt x="123" y="1266"/>
                  </a:lnTo>
                  <a:lnTo>
                    <a:pt x="103" y="1254"/>
                  </a:lnTo>
                  <a:lnTo>
                    <a:pt x="88" y="1246"/>
                  </a:lnTo>
                  <a:lnTo>
                    <a:pt x="77" y="1239"/>
                  </a:lnTo>
                  <a:lnTo>
                    <a:pt x="72" y="1236"/>
                  </a:lnTo>
                  <a:lnTo>
                    <a:pt x="57" y="1225"/>
                  </a:lnTo>
                  <a:lnTo>
                    <a:pt x="44" y="1209"/>
                  </a:lnTo>
                  <a:lnTo>
                    <a:pt x="36" y="1191"/>
                  </a:lnTo>
                  <a:lnTo>
                    <a:pt x="27" y="1164"/>
                  </a:lnTo>
                  <a:lnTo>
                    <a:pt x="20" y="1133"/>
                  </a:lnTo>
                  <a:lnTo>
                    <a:pt x="13" y="1098"/>
                  </a:lnTo>
                  <a:lnTo>
                    <a:pt x="8" y="1063"/>
                  </a:lnTo>
                  <a:lnTo>
                    <a:pt x="5" y="1028"/>
                  </a:lnTo>
                  <a:lnTo>
                    <a:pt x="3" y="994"/>
                  </a:lnTo>
                  <a:lnTo>
                    <a:pt x="1" y="961"/>
                  </a:lnTo>
                  <a:lnTo>
                    <a:pt x="0" y="932"/>
                  </a:lnTo>
                  <a:lnTo>
                    <a:pt x="0" y="907"/>
                  </a:lnTo>
                  <a:lnTo>
                    <a:pt x="0" y="887"/>
                  </a:lnTo>
                  <a:lnTo>
                    <a:pt x="0" y="873"/>
                  </a:lnTo>
                  <a:lnTo>
                    <a:pt x="0" y="871"/>
                  </a:lnTo>
                  <a:lnTo>
                    <a:pt x="1" y="854"/>
                  </a:lnTo>
                  <a:lnTo>
                    <a:pt x="1" y="832"/>
                  </a:lnTo>
                  <a:lnTo>
                    <a:pt x="2" y="807"/>
                  </a:lnTo>
                  <a:lnTo>
                    <a:pt x="4" y="780"/>
                  </a:lnTo>
                  <a:lnTo>
                    <a:pt x="6" y="751"/>
                  </a:lnTo>
                  <a:lnTo>
                    <a:pt x="9" y="721"/>
                  </a:lnTo>
                  <a:lnTo>
                    <a:pt x="13" y="689"/>
                  </a:lnTo>
                  <a:lnTo>
                    <a:pt x="20" y="657"/>
                  </a:lnTo>
                  <a:lnTo>
                    <a:pt x="27" y="624"/>
                  </a:lnTo>
                  <a:lnTo>
                    <a:pt x="36" y="590"/>
                  </a:lnTo>
                  <a:lnTo>
                    <a:pt x="48" y="557"/>
                  </a:lnTo>
                  <a:lnTo>
                    <a:pt x="61" y="523"/>
                  </a:lnTo>
                  <a:lnTo>
                    <a:pt x="76" y="491"/>
                  </a:lnTo>
                  <a:lnTo>
                    <a:pt x="95" y="459"/>
                  </a:lnTo>
                  <a:lnTo>
                    <a:pt x="117" y="428"/>
                  </a:lnTo>
                  <a:lnTo>
                    <a:pt x="142" y="399"/>
                  </a:lnTo>
                  <a:lnTo>
                    <a:pt x="169" y="371"/>
                  </a:lnTo>
                  <a:lnTo>
                    <a:pt x="200" y="345"/>
                  </a:lnTo>
                  <a:lnTo>
                    <a:pt x="237" y="322"/>
                  </a:lnTo>
                  <a:lnTo>
                    <a:pt x="276" y="302"/>
                  </a:lnTo>
                  <a:lnTo>
                    <a:pt x="319" y="285"/>
                  </a:lnTo>
                  <a:lnTo>
                    <a:pt x="322" y="284"/>
                  </a:lnTo>
                  <a:lnTo>
                    <a:pt x="326" y="283"/>
                  </a:lnTo>
                  <a:lnTo>
                    <a:pt x="379" y="269"/>
                  </a:lnTo>
                  <a:lnTo>
                    <a:pt x="430" y="252"/>
                  </a:lnTo>
                  <a:lnTo>
                    <a:pt x="479" y="236"/>
                  </a:lnTo>
                  <a:lnTo>
                    <a:pt x="528" y="217"/>
                  </a:lnTo>
                  <a:lnTo>
                    <a:pt x="574" y="197"/>
                  </a:lnTo>
                  <a:lnTo>
                    <a:pt x="619" y="179"/>
                  </a:lnTo>
                  <a:lnTo>
                    <a:pt x="660" y="159"/>
                  </a:lnTo>
                  <a:lnTo>
                    <a:pt x="699" y="140"/>
                  </a:lnTo>
                  <a:lnTo>
                    <a:pt x="736" y="120"/>
                  </a:lnTo>
                  <a:lnTo>
                    <a:pt x="769" y="102"/>
                  </a:lnTo>
                  <a:lnTo>
                    <a:pt x="800" y="85"/>
                  </a:lnTo>
                  <a:lnTo>
                    <a:pt x="827" y="69"/>
                  </a:lnTo>
                  <a:lnTo>
                    <a:pt x="851" y="55"/>
                  </a:lnTo>
                  <a:lnTo>
                    <a:pt x="872" y="42"/>
                  </a:lnTo>
                  <a:lnTo>
                    <a:pt x="887" y="32"/>
                  </a:lnTo>
                  <a:lnTo>
                    <a:pt x="900" y="24"/>
                  </a:lnTo>
                  <a:lnTo>
                    <a:pt x="907" y="19"/>
                  </a:lnTo>
                  <a:lnTo>
                    <a:pt x="910" y="17"/>
                  </a:lnTo>
                  <a:lnTo>
                    <a:pt x="929" y="6"/>
                  </a:lnTo>
                  <a:lnTo>
                    <a:pt x="949" y="1"/>
                  </a:lnTo>
                  <a:lnTo>
                    <a:pt x="9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000">
                <a:solidFill>
                  <a:schemeClr val="bg1">
                    <a:lumMod val="50000"/>
                  </a:schemeClr>
                </a:solidFill>
                <a:latin typeface="字体视界-一风尚黑体" panose="02000500000000000000" pitchFamily="2" charset="-122"/>
                <a:ea typeface="字体视界-一风尚黑体" panose="020005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42" name="Freeform 206">
            <a:extLst>
              <a:ext uri="{FF2B5EF4-FFF2-40B4-BE49-F238E27FC236}">
                <a16:creationId xmlns:a16="http://schemas.microsoft.com/office/drawing/2014/main" id="{F07996FE-AE90-40AF-BEC8-733BC2EBF0E6}"/>
              </a:ext>
            </a:extLst>
          </p:cNvPr>
          <p:cNvSpPr>
            <a:spLocks noEditPoints="1"/>
          </p:cNvSpPr>
          <p:nvPr/>
        </p:nvSpPr>
        <p:spPr bwMode="auto">
          <a:xfrm>
            <a:off x="4808662" y="4409706"/>
            <a:ext cx="518997" cy="465412"/>
          </a:xfrm>
          <a:custGeom>
            <a:avLst/>
            <a:gdLst>
              <a:gd name="T0" fmla="*/ 194 w 3394"/>
              <a:gd name="T1" fmla="*/ 2074 h 3044"/>
              <a:gd name="T2" fmla="*/ 235 w 3394"/>
              <a:gd name="T3" fmla="*/ 2172 h 3044"/>
              <a:gd name="T4" fmla="*/ 314 w 3394"/>
              <a:gd name="T5" fmla="*/ 2239 h 3044"/>
              <a:gd name="T6" fmla="*/ 418 w 3394"/>
              <a:gd name="T7" fmla="*/ 2265 h 3044"/>
              <a:gd name="T8" fmla="*/ 3048 w 3394"/>
              <a:gd name="T9" fmla="*/ 2254 h 3044"/>
              <a:gd name="T10" fmla="*/ 3136 w 3394"/>
              <a:gd name="T11" fmla="*/ 2198 h 3044"/>
              <a:gd name="T12" fmla="*/ 3192 w 3394"/>
              <a:gd name="T13" fmla="*/ 2109 h 3044"/>
              <a:gd name="T14" fmla="*/ 3203 w 3394"/>
              <a:gd name="T15" fmla="*/ 1961 h 3044"/>
              <a:gd name="T16" fmla="*/ 381 w 3394"/>
              <a:gd name="T17" fmla="*/ 194 h 3044"/>
              <a:gd name="T18" fmla="*/ 283 w 3394"/>
              <a:gd name="T19" fmla="*/ 235 h 3044"/>
              <a:gd name="T20" fmla="*/ 215 w 3394"/>
              <a:gd name="T21" fmla="*/ 314 h 3044"/>
              <a:gd name="T22" fmla="*/ 191 w 3394"/>
              <a:gd name="T23" fmla="*/ 419 h 3044"/>
              <a:gd name="T24" fmla="*/ 3204 w 3394"/>
              <a:gd name="T25" fmla="*/ 419 h 3044"/>
              <a:gd name="T26" fmla="*/ 3178 w 3394"/>
              <a:gd name="T27" fmla="*/ 314 h 3044"/>
              <a:gd name="T28" fmla="*/ 3110 w 3394"/>
              <a:gd name="T29" fmla="*/ 235 h 3044"/>
              <a:gd name="T30" fmla="*/ 3013 w 3394"/>
              <a:gd name="T31" fmla="*/ 194 h 3044"/>
              <a:gd name="T32" fmla="*/ 418 w 3394"/>
              <a:gd name="T33" fmla="*/ 0 h 3044"/>
              <a:gd name="T34" fmla="*/ 3079 w 3394"/>
              <a:gd name="T35" fmla="*/ 14 h 3044"/>
              <a:gd name="T36" fmla="*/ 3215 w 3394"/>
              <a:gd name="T37" fmla="*/ 75 h 3044"/>
              <a:gd name="T38" fmla="*/ 3319 w 3394"/>
              <a:gd name="T39" fmla="*/ 179 h 3044"/>
              <a:gd name="T40" fmla="*/ 3380 w 3394"/>
              <a:gd name="T41" fmla="*/ 316 h 3044"/>
              <a:gd name="T42" fmla="*/ 3394 w 3394"/>
              <a:gd name="T43" fmla="*/ 2037 h 3044"/>
              <a:gd name="T44" fmla="*/ 3365 w 3394"/>
              <a:gd name="T45" fmla="*/ 2188 h 3044"/>
              <a:gd name="T46" fmla="*/ 3288 w 3394"/>
              <a:gd name="T47" fmla="*/ 2314 h 3044"/>
              <a:gd name="T48" fmla="*/ 3171 w 3394"/>
              <a:gd name="T49" fmla="*/ 2406 h 3044"/>
              <a:gd name="T50" fmla="*/ 3027 w 3394"/>
              <a:gd name="T51" fmla="*/ 2451 h 3044"/>
              <a:gd name="T52" fmla="*/ 1792 w 3394"/>
              <a:gd name="T53" fmla="*/ 2853 h 3044"/>
              <a:gd name="T54" fmla="*/ 2423 w 3394"/>
              <a:gd name="T55" fmla="*/ 2864 h 3044"/>
              <a:gd name="T56" fmla="*/ 2468 w 3394"/>
              <a:gd name="T57" fmla="*/ 2907 h 3044"/>
              <a:gd name="T58" fmla="*/ 2475 w 3394"/>
              <a:gd name="T59" fmla="*/ 2971 h 3044"/>
              <a:gd name="T60" fmla="*/ 2442 w 3394"/>
              <a:gd name="T61" fmla="*/ 3023 h 3044"/>
              <a:gd name="T62" fmla="*/ 2382 w 3394"/>
              <a:gd name="T63" fmla="*/ 3044 h 3044"/>
              <a:gd name="T64" fmla="*/ 970 w 3394"/>
              <a:gd name="T65" fmla="*/ 3034 h 3044"/>
              <a:gd name="T66" fmla="*/ 926 w 3394"/>
              <a:gd name="T67" fmla="*/ 2990 h 3044"/>
              <a:gd name="T68" fmla="*/ 919 w 3394"/>
              <a:gd name="T69" fmla="*/ 2926 h 3044"/>
              <a:gd name="T70" fmla="*/ 952 w 3394"/>
              <a:gd name="T71" fmla="*/ 2875 h 3044"/>
              <a:gd name="T72" fmla="*/ 1012 w 3394"/>
              <a:gd name="T73" fmla="*/ 2853 h 3044"/>
              <a:gd name="T74" fmla="*/ 418 w 3394"/>
              <a:gd name="T75" fmla="*/ 2455 h 3044"/>
              <a:gd name="T76" fmla="*/ 267 w 3394"/>
              <a:gd name="T77" fmla="*/ 2427 h 3044"/>
              <a:gd name="T78" fmla="*/ 140 w 3394"/>
              <a:gd name="T79" fmla="*/ 2349 h 3044"/>
              <a:gd name="T80" fmla="*/ 49 w 3394"/>
              <a:gd name="T81" fmla="*/ 2233 h 3044"/>
              <a:gd name="T82" fmla="*/ 3 w 3394"/>
              <a:gd name="T83" fmla="*/ 2089 h 3044"/>
              <a:gd name="T84" fmla="*/ 3 w 3394"/>
              <a:gd name="T85" fmla="*/ 366 h 3044"/>
              <a:gd name="T86" fmla="*/ 49 w 3394"/>
              <a:gd name="T87" fmla="*/ 222 h 3044"/>
              <a:gd name="T88" fmla="*/ 141 w 3394"/>
              <a:gd name="T89" fmla="*/ 106 h 3044"/>
              <a:gd name="T90" fmla="*/ 268 w 3394"/>
              <a:gd name="T91" fmla="*/ 29 h 3044"/>
              <a:gd name="T92" fmla="*/ 418 w 3394"/>
              <a:gd name="T93" fmla="*/ 0 h 30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394" h="3044">
                <a:moveTo>
                  <a:pt x="191" y="1961"/>
                </a:moveTo>
                <a:lnTo>
                  <a:pt x="191" y="2037"/>
                </a:lnTo>
                <a:lnTo>
                  <a:pt x="194" y="2074"/>
                </a:lnTo>
                <a:lnTo>
                  <a:pt x="202" y="2109"/>
                </a:lnTo>
                <a:lnTo>
                  <a:pt x="216" y="2142"/>
                </a:lnTo>
                <a:lnTo>
                  <a:pt x="235" y="2172"/>
                </a:lnTo>
                <a:lnTo>
                  <a:pt x="258" y="2198"/>
                </a:lnTo>
                <a:lnTo>
                  <a:pt x="284" y="2221"/>
                </a:lnTo>
                <a:lnTo>
                  <a:pt x="314" y="2239"/>
                </a:lnTo>
                <a:lnTo>
                  <a:pt x="346" y="2254"/>
                </a:lnTo>
                <a:lnTo>
                  <a:pt x="381" y="2262"/>
                </a:lnTo>
                <a:lnTo>
                  <a:pt x="418" y="2265"/>
                </a:lnTo>
                <a:lnTo>
                  <a:pt x="2976" y="2265"/>
                </a:lnTo>
                <a:lnTo>
                  <a:pt x="3013" y="2262"/>
                </a:lnTo>
                <a:lnTo>
                  <a:pt x="3048" y="2254"/>
                </a:lnTo>
                <a:lnTo>
                  <a:pt x="3080" y="2239"/>
                </a:lnTo>
                <a:lnTo>
                  <a:pt x="3109" y="2221"/>
                </a:lnTo>
                <a:lnTo>
                  <a:pt x="3136" y="2198"/>
                </a:lnTo>
                <a:lnTo>
                  <a:pt x="3159" y="2172"/>
                </a:lnTo>
                <a:lnTo>
                  <a:pt x="3177" y="2142"/>
                </a:lnTo>
                <a:lnTo>
                  <a:pt x="3192" y="2109"/>
                </a:lnTo>
                <a:lnTo>
                  <a:pt x="3200" y="2074"/>
                </a:lnTo>
                <a:lnTo>
                  <a:pt x="3203" y="2037"/>
                </a:lnTo>
                <a:lnTo>
                  <a:pt x="3203" y="1961"/>
                </a:lnTo>
                <a:lnTo>
                  <a:pt x="191" y="1961"/>
                </a:lnTo>
                <a:close/>
                <a:moveTo>
                  <a:pt x="418" y="190"/>
                </a:moveTo>
                <a:lnTo>
                  <a:pt x="381" y="194"/>
                </a:lnTo>
                <a:lnTo>
                  <a:pt x="346" y="202"/>
                </a:lnTo>
                <a:lnTo>
                  <a:pt x="313" y="216"/>
                </a:lnTo>
                <a:lnTo>
                  <a:pt x="283" y="235"/>
                </a:lnTo>
                <a:lnTo>
                  <a:pt x="258" y="257"/>
                </a:lnTo>
                <a:lnTo>
                  <a:pt x="234" y="284"/>
                </a:lnTo>
                <a:lnTo>
                  <a:pt x="215" y="314"/>
                </a:lnTo>
                <a:lnTo>
                  <a:pt x="202" y="347"/>
                </a:lnTo>
                <a:lnTo>
                  <a:pt x="194" y="382"/>
                </a:lnTo>
                <a:lnTo>
                  <a:pt x="191" y="419"/>
                </a:lnTo>
                <a:lnTo>
                  <a:pt x="191" y="1771"/>
                </a:lnTo>
                <a:lnTo>
                  <a:pt x="3204" y="1771"/>
                </a:lnTo>
                <a:lnTo>
                  <a:pt x="3204" y="419"/>
                </a:lnTo>
                <a:lnTo>
                  <a:pt x="3201" y="382"/>
                </a:lnTo>
                <a:lnTo>
                  <a:pt x="3193" y="347"/>
                </a:lnTo>
                <a:lnTo>
                  <a:pt x="3178" y="314"/>
                </a:lnTo>
                <a:lnTo>
                  <a:pt x="3160" y="284"/>
                </a:lnTo>
                <a:lnTo>
                  <a:pt x="3137" y="257"/>
                </a:lnTo>
                <a:lnTo>
                  <a:pt x="3110" y="235"/>
                </a:lnTo>
                <a:lnTo>
                  <a:pt x="3081" y="216"/>
                </a:lnTo>
                <a:lnTo>
                  <a:pt x="3048" y="202"/>
                </a:lnTo>
                <a:lnTo>
                  <a:pt x="3013" y="194"/>
                </a:lnTo>
                <a:lnTo>
                  <a:pt x="2976" y="190"/>
                </a:lnTo>
                <a:lnTo>
                  <a:pt x="418" y="190"/>
                </a:lnTo>
                <a:close/>
                <a:moveTo>
                  <a:pt x="418" y="0"/>
                </a:moveTo>
                <a:lnTo>
                  <a:pt x="2976" y="0"/>
                </a:lnTo>
                <a:lnTo>
                  <a:pt x="3028" y="3"/>
                </a:lnTo>
                <a:lnTo>
                  <a:pt x="3079" y="14"/>
                </a:lnTo>
                <a:lnTo>
                  <a:pt x="3126" y="29"/>
                </a:lnTo>
                <a:lnTo>
                  <a:pt x="3172" y="50"/>
                </a:lnTo>
                <a:lnTo>
                  <a:pt x="3215" y="75"/>
                </a:lnTo>
                <a:lnTo>
                  <a:pt x="3253" y="106"/>
                </a:lnTo>
                <a:lnTo>
                  <a:pt x="3288" y="141"/>
                </a:lnTo>
                <a:lnTo>
                  <a:pt x="3319" y="179"/>
                </a:lnTo>
                <a:lnTo>
                  <a:pt x="3344" y="222"/>
                </a:lnTo>
                <a:lnTo>
                  <a:pt x="3366" y="268"/>
                </a:lnTo>
                <a:lnTo>
                  <a:pt x="3380" y="316"/>
                </a:lnTo>
                <a:lnTo>
                  <a:pt x="3391" y="366"/>
                </a:lnTo>
                <a:lnTo>
                  <a:pt x="3394" y="419"/>
                </a:lnTo>
                <a:lnTo>
                  <a:pt x="3394" y="2037"/>
                </a:lnTo>
                <a:lnTo>
                  <a:pt x="3391" y="2089"/>
                </a:lnTo>
                <a:lnTo>
                  <a:pt x="3380" y="2140"/>
                </a:lnTo>
                <a:lnTo>
                  <a:pt x="3365" y="2188"/>
                </a:lnTo>
                <a:lnTo>
                  <a:pt x="3344" y="2233"/>
                </a:lnTo>
                <a:lnTo>
                  <a:pt x="3319" y="2275"/>
                </a:lnTo>
                <a:lnTo>
                  <a:pt x="3288" y="2314"/>
                </a:lnTo>
                <a:lnTo>
                  <a:pt x="3253" y="2349"/>
                </a:lnTo>
                <a:lnTo>
                  <a:pt x="3214" y="2380"/>
                </a:lnTo>
                <a:lnTo>
                  <a:pt x="3171" y="2406"/>
                </a:lnTo>
                <a:lnTo>
                  <a:pt x="3126" y="2427"/>
                </a:lnTo>
                <a:lnTo>
                  <a:pt x="3078" y="2442"/>
                </a:lnTo>
                <a:lnTo>
                  <a:pt x="3027" y="2451"/>
                </a:lnTo>
                <a:lnTo>
                  <a:pt x="2976" y="2455"/>
                </a:lnTo>
                <a:lnTo>
                  <a:pt x="1792" y="2455"/>
                </a:lnTo>
                <a:lnTo>
                  <a:pt x="1792" y="2853"/>
                </a:lnTo>
                <a:lnTo>
                  <a:pt x="2382" y="2853"/>
                </a:lnTo>
                <a:lnTo>
                  <a:pt x="2404" y="2857"/>
                </a:lnTo>
                <a:lnTo>
                  <a:pt x="2423" y="2864"/>
                </a:lnTo>
                <a:lnTo>
                  <a:pt x="2442" y="2875"/>
                </a:lnTo>
                <a:lnTo>
                  <a:pt x="2456" y="2889"/>
                </a:lnTo>
                <a:lnTo>
                  <a:pt x="2468" y="2907"/>
                </a:lnTo>
                <a:lnTo>
                  <a:pt x="2475" y="2926"/>
                </a:lnTo>
                <a:lnTo>
                  <a:pt x="2477" y="2949"/>
                </a:lnTo>
                <a:lnTo>
                  <a:pt x="2475" y="2971"/>
                </a:lnTo>
                <a:lnTo>
                  <a:pt x="2468" y="2990"/>
                </a:lnTo>
                <a:lnTo>
                  <a:pt x="2456" y="3009"/>
                </a:lnTo>
                <a:lnTo>
                  <a:pt x="2442" y="3023"/>
                </a:lnTo>
                <a:lnTo>
                  <a:pt x="2423" y="3034"/>
                </a:lnTo>
                <a:lnTo>
                  <a:pt x="2404" y="3042"/>
                </a:lnTo>
                <a:lnTo>
                  <a:pt x="2382" y="3044"/>
                </a:lnTo>
                <a:lnTo>
                  <a:pt x="1012" y="3044"/>
                </a:lnTo>
                <a:lnTo>
                  <a:pt x="990" y="3042"/>
                </a:lnTo>
                <a:lnTo>
                  <a:pt x="970" y="3034"/>
                </a:lnTo>
                <a:lnTo>
                  <a:pt x="952" y="3023"/>
                </a:lnTo>
                <a:lnTo>
                  <a:pt x="938" y="3009"/>
                </a:lnTo>
                <a:lnTo>
                  <a:pt x="926" y="2990"/>
                </a:lnTo>
                <a:lnTo>
                  <a:pt x="919" y="2971"/>
                </a:lnTo>
                <a:lnTo>
                  <a:pt x="917" y="2949"/>
                </a:lnTo>
                <a:lnTo>
                  <a:pt x="919" y="2926"/>
                </a:lnTo>
                <a:lnTo>
                  <a:pt x="926" y="2907"/>
                </a:lnTo>
                <a:lnTo>
                  <a:pt x="938" y="2889"/>
                </a:lnTo>
                <a:lnTo>
                  <a:pt x="952" y="2875"/>
                </a:lnTo>
                <a:lnTo>
                  <a:pt x="970" y="2864"/>
                </a:lnTo>
                <a:lnTo>
                  <a:pt x="990" y="2857"/>
                </a:lnTo>
                <a:lnTo>
                  <a:pt x="1012" y="2853"/>
                </a:lnTo>
                <a:lnTo>
                  <a:pt x="1602" y="2853"/>
                </a:lnTo>
                <a:lnTo>
                  <a:pt x="1602" y="2455"/>
                </a:lnTo>
                <a:lnTo>
                  <a:pt x="418" y="2455"/>
                </a:lnTo>
                <a:lnTo>
                  <a:pt x="366" y="2451"/>
                </a:lnTo>
                <a:lnTo>
                  <a:pt x="315" y="2442"/>
                </a:lnTo>
                <a:lnTo>
                  <a:pt x="267" y="2427"/>
                </a:lnTo>
                <a:lnTo>
                  <a:pt x="222" y="2406"/>
                </a:lnTo>
                <a:lnTo>
                  <a:pt x="179" y="2380"/>
                </a:lnTo>
                <a:lnTo>
                  <a:pt x="140" y="2349"/>
                </a:lnTo>
                <a:lnTo>
                  <a:pt x="106" y="2314"/>
                </a:lnTo>
                <a:lnTo>
                  <a:pt x="75" y="2275"/>
                </a:lnTo>
                <a:lnTo>
                  <a:pt x="49" y="2233"/>
                </a:lnTo>
                <a:lnTo>
                  <a:pt x="28" y="2188"/>
                </a:lnTo>
                <a:lnTo>
                  <a:pt x="12" y="2140"/>
                </a:lnTo>
                <a:lnTo>
                  <a:pt x="3" y="2089"/>
                </a:lnTo>
                <a:lnTo>
                  <a:pt x="0" y="2037"/>
                </a:lnTo>
                <a:lnTo>
                  <a:pt x="0" y="419"/>
                </a:lnTo>
                <a:lnTo>
                  <a:pt x="3" y="366"/>
                </a:lnTo>
                <a:lnTo>
                  <a:pt x="12" y="316"/>
                </a:lnTo>
                <a:lnTo>
                  <a:pt x="28" y="268"/>
                </a:lnTo>
                <a:lnTo>
                  <a:pt x="49" y="222"/>
                </a:lnTo>
                <a:lnTo>
                  <a:pt x="75" y="179"/>
                </a:lnTo>
                <a:lnTo>
                  <a:pt x="106" y="141"/>
                </a:lnTo>
                <a:lnTo>
                  <a:pt x="141" y="106"/>
                </a:lnTo>
                <a:lnTo>
                  <a:pt x="179" y="75"/>
                </a:lnTo>
                <a:lnTo>
                  <a:pt x="223" y="50"/>
                </a:lnTo>
                <a:lnTo>
                  <a:pt x="268" y="29"/>
                </a:lnTo>
                <a:lnTo>
                  <a:pt x="315" y="14"/>
                </a:lnTo>
                <a:lnTo>
                  <a:pt x="366" y="3"/>
                </a:lnTo>
                <a:lnTo>
                  <a:pt x="41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000">
              <a:solidFill>
                <a:schemeClr val="bg1">
                  <a:lumMod val="50000"/>
                </a:schemeClr>
              </a:solidFill>
              <a:latin typeface="字体视界-一风尚黑体" panose="02000500000000000000" pitchFamily="2" charset="-122"/>
              <a:ea typeface="字体视界-一风尚黑体" panose="02000500000000000000" pitchFamily="2" charset="-122"/>
              <a:cs typeface="+mn-ea"/>
              <a:sym typeface="+mn-lt"/>
            </a:endParaRPr>
          </a:p>
        </p:txBody>
      </p:sp>
      <p:grpSp>
        <p:nvGrpSpPr>
          <p:cNvPr id="43" name="组合 42" descr="D:\51PPT模板网\51pptmoban.com\图片.jpg">
            <a:extLst>
              <a:ext uri="{FF2B5EF4-FFF2-40B4-BE49-F238E27FC236}">
                <a16:creationId xmlns:a16="http://schemas.microsoft.com/office/drawing/2014/main" id="{DCEB1444-B215-81B4-D54E-9BC6ABC8CC7B}"/>
              </a:ext>
            </a:extLst>
          </p:cNvPr>
          <p:cNvGrpSpPr/>
          <p:nvPr/>
        </p:nvGrpSpPr>
        <p:grpSpPr>
          <a:xfrm>
            <a:off x="5681025" y="3050730"/>
            <a:ext cx="829042" cy="927990"/>
            <a:chOff x="5690550" y="2974530"/>
            <a:chExt cx="829042" cy="927990"/>
          </a:xfrm>
          <a:solidFill>
            <a:schemeClr val="tx1">
              <a:lumMod val="85000"/>
              <a:lumOff val="15000"/>
            </a:schemeClr>
          </a:solidFill>
        </p:grpSpPr>
        <p:grpSp>
          <p:nvGrpSpPr>
            <p:cNvPr id="44" name="Group 22">
              <a:extLst>
                <a:ext uri="{FF2B5EF4-FFF2-40B4-BE49-F238E27FC236}">
                  <a16:creationId xmlns:a16="http://schemas.microsoft.com/office/drawing/2014/main" id="{6EE12F70-2B3C-2B62-E828-0291FDE801F4}"/>
                </a:ext>
              </a:extLst>
            </p:cNvPr>
            <p:cNvGrpSpPr/>
            <p:nvPr/>
          </p:nvGrpSpPr>
          <p:grpSpPr>
            <a:xfrm>
              <a:off x="5963332" y="2974530"/>
              <a:ext cx="556260" cy="556259"/>
              <a:chOff x="5954261" y="3650805"/>
              <a:chExt cx="556260" cy="556259"/>
            </a:xfrm>
            <a:grpFill/>
          </p:grpSpPr>
          <p:sp>
            <p:nvSpPr>
              <p:cNvPr id="46" name="Freeform 70">
                <a:extLst>
                  <a:ext uri="{FF2B5EF4-FFF2-40B4-BE49-F238E27FC236}">
                    <a16:creationId xmlns:a16="http://schemas.microsoft.com/office/drawing/2014/main" id="{1555FDFC-1F0F-5548-6C62-F9D38434A8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54261" y="3650805"/>
                <a:ext cx="556260" cy="556259"/>
              </a:xfrm>
              <a:custGeom>
                <a:avLst/>
                <a:gdLst>
                  <a:gd name="T0" fmla="*/ 958 w 2077"/>
                  <a:gd name="T1" fmla="*/ 277 h 2076"/>
                  <a:gd name="T2" fmla="*/ 796 w 2077"/>
                  <a:gd name="T3" fmla="*/ 377 h 2076"/>
                  <a:gd name="T4" fmla="*/ 576 w 2077"/>
                  <a:gd name="T5" fmla="*/ 455 h 2076"/>
                  <a:gd name="T6" fmla="*/ 456 w 2077"/>
                  <a:gd name="T7" fmla="*/ 350 h 2076"/>
                  <a:gd name="T8" fmla="*/ 457 w 2077"/>
                  <a:gd name="T9" fmla="*/ 573 h 2076"/>
                  <a:gd name="T10" fmla="*/ 379 w 2077"/>
                  <a:gd name="T11" fmla="*/ 793 h 2076"/>
                  <a:gd name="T12" fmla="*/ 281 w 2077"/>
                  <a:gd name="T13" fmla="*/ 955 h 2076"/>
                  <a:gd name="T14" fmla="*/ 142 w 2077"/>
                  <a:gd name="T15" fmla="*/ 1105 h 2076"/>
                  <a:gd name="T16" fmla="*/ 300 w 2077"/>
                  <a:gd name="T17" fmla="*/ 1120 h 2076"/>
                  <a:gd name="T18" fmla="*/ 400 w 2077"/>
                  <a:gd name="T19" fmla="*/ 1331 h 2076"/>
                  <a:gd name="T20" fmla="*/ 446 w 2077"/>
                  <a:gd name="T21" fmla="*/ 1515 h 2076"/>
                  <a:gd name="T22" fmla="*/ 459 w 2077"/>
                  <a:gd name="T23" fmla="*/ 1723 h 2076"/>
                  <a:gd name="T24" fmla="*/ 591 w 2077"/>
                  <a:gd name="T25" fmla="*/ 1612 h 2076"/>
                  <a:gd name="T26" fmla="*/ 846 w 2077"/>
                  <a:gd name="T27" fmla="*/ 1714 h 2076"/>
                  <a:gd name="T28" fmla="*/ 957 w 2077"/>
                  <a:gd name="T29" fmla="*/ 1922 h 2076"/>
                  <a:gd name="T30" fmla="*/ 1111 w 2077"/>
                  <a:gd name="T31" fmla="*/ 1934 h 2076"/>
                  <a:gd name="T32" fmla="*/ 1130 w 2077"/>
                  <a:gd name="T33" fmla="*/ 1759 h 2076"/>
                  <a:gd name="T34" fmla="*/ 1382 w 2077"/>
                  <a:gd name="T35" fmla="*/ 1650 h 2076"/>
                  <a:gd name="T36" fmla="*/ 1608 w 2077"/>
                  <a:gd name="T37" fmla="*/ 1720 h 2076"/>
                  <a:gd name="T38" fmla="*/ 1723 w 2077"/>
                  <a:gd name="T39" fmla="*/ 1623 h 2076"/>
                  <a:gd name="T40" fmla="*/ 1613 w 2077"/>
                  <a:gd name="T41" fmla="*/ 1464 h 2076"/>
                  <a:gd name="T42" fmla="*/ 1730 w 2077"/>
                  <a:gd name="T43" fmla="*/ 1175 h 2076"/>
                  <a:gd name="T44" fmla="*/ 1929 w 2077"/>
                  <a:gd name="T45" fmla="*/ 1118 h 2076"/>
                  <a:gd name="T46" fmla="*/ 1934 w 2077"/>
                  <a:gd name="T47" fmla="*/ 962 h 2076"/>
                  <a:gd name="T48" fmla="*/ 1747 w 2077"/>
                  <a:gd name="T49" fmla="*/ 934 h 2076"/>
                  <a:gd name="T50" fmla="*/ 1624 w 2077"/>
                  <a:gd name="T51" fmla="*/ 648 h 2076"/>
                  <a:gd name="T52" fmla="*/ 1728 w 2077"/>
                  <a:gd name="T53" fmla="*/ 463 h 2076"/>
                  <a:gd name="T54" fmla="*/ 1616 w 2077"/>
                  <a:gd name="T55" fmla="*/ 350 h 2076"/>
                  <a:gd name="T56" fmla="*/ 1449 w 2077"/>
                  <a:gd name="T57" fmla="*/ 461 h 2076"/>
                  <a:gd name="T58" fmla="*/ 1159 w 2077"/>
                  <a:gd name="T59" fmla="*/ 341 h 2076"/>
                  <a:gd name="T60" fmla="*/ 1119 w 2077"/>
                  <a:gd name="T61" fmla="*/ 145 h 2076"/>
                  <a:gd name="T62" fmla="*/ 1139 w 2077"/>
                  <a:gd name="T63" fmla="*/ 3 h 2076"/>
                  <a:gd name="T64" fmla="*/ 1260 w 2077"/>
                  <a:gd name="T65" fmla="*/ 152 h 2076"/>
                  <a:gd name="T66" fmla="*/ 1547 w 2077"/>
                  <a:gd name="T67" fmla="*/ 227 h 2076"/>
                  <a:gd name="T68" fmla="*/ 1705 w 2077"/>
                  <a:gd name="T69" fmla="*/ 239 h 2076"/>
                  <a:gd name="T70" fmla="*/ 1866 w 2077"/>
                  <a:gd name="T71" fmla="*/ 474 h 2076"/>
                  <a:gd name="T72" fmla="*/ 1819 w 2077"/>
                  <a:gd name="T73" fmla="*/ 714 h 2076"/>
                  <a:gd name="T74" fmla="*/ 2032 w 2077"/>
                  <a:gd name="T75" fmla="*/ 861 h 2076"/>
                  <a:gd name="T76" fmla="*/ 2065 w 2077"/>
                  <a:gd name="T77" fmla="*/ 1165 h 2076"/>
                  <a:gd name="T78" fmla="*/ 1925 w 2077"/>
                  <a:gd name="T79" fmla="*/ 1259 h 2076"/>
                  <a:gd name="T80" fmla="*/ 1852 w 2077"/>
                  <a:gd name="T81" fmla="*/ 1551 h 2076"/>
                  <a:gd name="T82" fmla="*/ 1821 w 2077"/>
                  <a:gd name="T83" fmla="*/ 1722 h 2076"/>
                  <a:gd name="T84" fmla="*/ 1592 w 2077"/>
                  <a:gd name="T85" fmla="*/ 1863 h 2076"/>
                  <a:gd name="T86" fmla="*/ 1361 w 2077"/>
                  <a:gd name="T87" fmla="*/ 1818 h 2076"/>
                  <a:gd name="T88" fmla="*/ 1216 w 2077"/>
                  <a:gd name="T89" fmla="*/ 2031 h 2076"/>
                  <a:gd name="T90" fmla="*/ 910 w 2077"/>
                  <a:gd name="T91" fmla="*/ 2064 h 2076"/>
                  <a:gd name="T92" fmla="*/ 817 w 2077"/>
                  <a:gd name="T93" fmla="*/ 1852 h 2076"/>
                  <a:gd name="T94" fmla="*/ 508 w 2077"/>
                  <a:gd name="T95" fmla="*/ 1857 h 2076"/>
                  <a:gd name="T96" fmla="*/ 354 w 2077"/>
                  <a:gd name="T97" fmla="*/ 1820 h 2076"/>
                  <a:gd name="T98" fmla="*/ 216 w 2077"/>
                  <a:gd name="T99" fmla="*/ 1577 h 2076"/>
                  <a:gd name="T100" fmla="*/ 240 w 2077"/>
                  <a:gd name="T101" fmla="*/ 1311 h 2076"/>
                  <a:gd name="T102" fmla="*/ 26 w 2077"/>
                  <a:gd name="T103" fmla="*/ 1192 h 2076"/>
                  <a:gd name="T104" fmla="*/ 26 w 2077"/>
                  <a:gd name="T105" fmla="*/ 884 h 2076"/>
                  <a:gd name="T106" fmla="*/ 246 w 2077"/>
                  <a:gd name="T107" fmla="*/ 748 h 2076"/>
                  <a:gd name="T108" fmla="*/ 211 w 2077"/>
                  <a:gd name="T109" fmla="*/ 474 h 2076"/>
                  <a:gd name="T110" fmla="*/ 372 w 2077"/>
                  <a:gd name="T111" fmla="*/ 239 h 2076"/>
                  <a:gd name="T112" fmla="*/ 530 w 2077"/>
                  <a:gd name="T113" fmla="*/ 227 h 2076"/>
                  <a:gd name="T114" fmla="*/ 817 w 2077"/>
                  <a:gd name="T115" fmla="*/ 224 h 2076"/>
                  <a:gd name="T116" fmla="*/ 910 w 2077"/>
                  <a:gd name="T117" fmla="*/ 12 h 20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077" h="2076">
                    <a:moveTo>
                      <a:pt x="971" y="140"/>
                    </a:moveTo>
                    <a:lnTo>
                      <a:pt x="967" y="140"/>
                    </a:lnTo>
                    <a:lnTo>
                      <a:pt x="964" y="142"/>
                    </a:lnTo>
                    <a:lnTo>
                      <a:pt x="961" y="145"/>
                    </a:lnTo>
                    <a:lnTo>
                      <a:pt x="959" y="149"/>
                    </a:lnTo>
                    <a:lnTo>
                      <a:pt x="958" y="152"/>
                    </a:lnTo>
                    <a:lnTo>
                      <a:pt x="958" y="277"/>
                    </a:lnTo>
                    <a:lnTo>
                      <a:pt x="956" y="296"/>
                    </a:lnTo>
                    <a:lnTo>
                      <a:pt x="948" y="314"/>
                    </a:lnTo>
                    <a:lnTo>
                      <a:pt x="936" y="329"/>
                    </a:lnTo>
                    <a:lnTo>
                      <a:pt x="920" y="340"/>
                    </a:lnTo>
                    <a:lnTo>
                      <a:pt x="902" y="346"/>
                    </a:lnTo>
                    <a:lnTo>
                      <a:pt x="849" y="360"/>
                    </a:lnTo>
                    <a:lnTo>
                      <a:pt x="796" y="377"/>
                    </a:lnTo>
                    <a:lnTo>
                      <a:pt x="745" y="397"/>
                    </a:lnTo>
                    <a:lnTo>
                      <a:pt x="697" y="422"/>
                    </a:lnTo>
                    <a:lnTo>
                      <a:pt x="649" y="451"/>
                    </a:lnTo>
                    <a:lnTo>
                      <a:pt x="631" y="460"/>
                    </a:lnTo>
                    <a:lnTo>
                      <a:pt x="612" y="463"/>
                    </a:lnTo>
                    <a:lnTo>
                      <a:pt x="594" y="461"/>
                    </a:lnTo>
                    <a:lnTo>
                      <a:pt x="576" y="455"/>
                    </a:lnTo>
                    <a:lnTo>
                      <a:pt x="561" y="443"/>
                    </a:lnTo>
                    <a:lnTo>
                      <a:pt x="471" y="352"/>
                    </a:lnTo>
                    <a:lnTo>
                      <a:pt x="468" y="350"/>
                    </a:lnTo>
                    <a:lnTo>
                      <a:pt x="465" y="349"/>
                    </a:lnTo>
                    <a:lnTo>
                      <a:pt x="462" y="349"/>
                    </a:lnTo>
                    <a:lnTo>
                      <a:pt x="459" y="349"/>
                    </a:lnTo>
                    <a:lnTo>
                      <a:pt x="456" y="350"/>
                    </a:lnTo>
                    <a:lnTo>
                      <a:pt x="453" y="352"/>
                    </a:lnTo>
                    <a:lnTo>
                      <a:pt x="356" y="450"/>
                    </a:lnTo>
                    <a:lnTo>
                      <a:pt x="353" y="456"/>
                    </a:lnTo>
                    <a:lnTo>
                      <a:pt x="353" y="462"/>
                    </a:lnTo>
                    <a:lnTo>
                      <a:pt x="356" y="467"/>
                    </a:lnTo>
                    <a:lnTo>
                      <a:pt x="446" y="557"/>
                    </a:lnTo>
                    <a:lnTo>
                      <a:pt x="457" y="573"/>
                    </a:lnTo>
                    <a:lnTo>
                      <a:pt x="465" y="591"/>
                    </a:lnTo>
                    <a:lnTo>
                      <a:pt x="466" y="610"/>
                    </a:lnTo>
                    <a:lnTo>
                      <a:pt x="462" y="629"/>
                    </a:lnTo>
                    <a:lnTo>
                      <a:pt x="454" y="645"/>
                    </a:lnTo>
                    <a:lnTo>
                      <a:pt x="425" y="693"/>
                    </a:lnTo>
                    <a:lnTo>
                      <a:pt x="400" y="742"/>
                    </a:lnTo>
                    <a:lnTo>
                      <a:pt x="379" y="793"/>
                    </a:lnTo>
                    <a:lnTo>
                      <a:pt x="362" y="845"/>
                    </a:lnTo>
                    <a:lnTo>
                      <a:pt x="350" y="899"/>
                    </a:lnTo>
                    <a:lnTo>
                      <a:pt x="343" y="918"/>
                    </a:lnTo>
                    <a:lnTo>
                      <a:pt x="332" y="933"/>
                    </a:lnTo>
                    <a:lnTo>
                      <a:pt x="317" y="945"/>
                    </a:lnTo>
                    <a:lnTo>
                      <a:pt x="300" y="952"/>
                    </a:lnTo>
                    <a:lnTo>
                      <a:pt x="281" y="955"/>
                    </a:lnTo>
                    <a:lnTo>
                      <a:pt x="153" y="955"/>
                    </a:lnTo>
                    <a:lnTo>
                      <a:pt x="150" y="955"/>
                    </a:lnTo>
                    <a:lnTo>
                      <a:pt x="147" y="958"/>
                    </a:lnTo>
                    <a:lnTo>
                      <a:pt x="144" y="961"/>
                    </a:lnTo>
                    <a:lnTo>
                      <a:pt x="143" y="964"/>
                    </a:lnTo>
                    <a:lnTo>
                      <a:pt x="142" y="967"/>
                    </a:lnTo>
                    <a:lnTo>
                      <a:pt x="142" y="1105"/>
                    </a:lnTo>
                    <a:lnTo>
                      <a:pt x="143" y="1109"/>
                    </a:lnTo>
                    <a:lnTo>
                      <a:pt x="144" y="1113"/>
                    </a:lnTo>
                    <a:lnTo>
                      <a:pt x="147" y="1115"/>
                    </a:lnTo>
                    <a:lnTo>
                      <a:pt x="150" y="1117"/>
                    </a:lnTo>
                    <a:lnTo>
                      <a:pt x="153" y="1118"/>
                    </a:lnTo>
                    <a:lnTo>
                      <a:pt x="281" y="1118"/>
                    </a:lnTo>
                    <a:lnTo>
                      <a:pt x="300" y="1120"/>
                    </a:lnTo>
                    <a:lnTo>
                      <a:pt x="317" y="1128"/>
                    </a:lnTo>
                    <a:lnTo>
                      <a:pt x="332" y="1140"/>
                    </a:lnTo>
                    <a:lnTo>
                      <a:pt x="343" y="1156"/>
                    </a:lnTo>
                    <a:lnTo>
                      <a:pt x="350" y="1174"/>
                    </a:lnTo>
                    <a:lnTo>
                      <a:pt x="362" y="1228"/>
                    </a:lnTo>
                    <a:lnTo>
                      <a:pt x="379" y="1280"/>
                    </a:lnTo>
                    <a:lnTo>
                      <a:pt x="400" y="1331"/>
                    </a:lnTo>
                    <a:lnTo>
                      <a:pt x="425" y="1379"/>
                    </a:lnTo>
                    <a:lnTo>
                      <a:pt x="454" y="1427"/>
                    </a:lnTo>
                    <a:lnTo>
                      <a:pt x="462" y="1445"/>
                    </a:lnTo>
                    <a:lnTo>
                      <a:pt x="467" y="1464"/>
                    </a:lnTo>
                    <a:lnTo>
                      <a:pt x="465" y="1483"/>
                    </a:lnTo>
                    <a:lnTo>
                      <a:pt x="457" y="1500"/>
                    </a:lnTo>
                    <a:lnTo>
                      <a:pt x="446" y="1515"/>
                    </a:lnTo>
                    <a:lnTo>
                      <a:pt x="356" y="1606"/>
                    </a:lnTo>
                    <a:lnTo>
                      <a:pt x="353" y="1611"/>
                    </a:lnTo>
                    <a:lnTo>
                      <a:pt x="353" y="1617"/>
                    </a:lnTo>
                    <a:lnTo>
                      <a:pt x="356" y="1623"/>
                    </a:lnTo>
                    <a:lnTo>
                      <a:pt x="453" y="1720"/>
                    </a:lnTo>
                    <a:lnTo>
                      <a:pt x="456" y="1722"/>
                    </a:lnTo>
                    <a:lnTo>
                      <a:pt x="459" y="1723"/>
                    </a:lnTo>
                    <a:lnTo>
                      <a:pt x="462" y="1724"/>
                    </a:lnTo>
                    <a:lnTo>
                      <a:pt x="465" y="1723"/>
                    </a:lnTo>
                    <a:lnTo>
                      <a:pt x="468" y="1722"/>
                    </a:lnTo>
                    <a:lnTo>
                      <a:pt x="471" y="1720"/>
                    </a:lnTo>
                    <a:lnTo>
                      <a:pt x="559" y="1630"/>
                    </a:lnTo>
                    <a:lnTo>
                      <a:pt x="574" y="1619"/>
                    </a:lnTo>
                    <a:lnTo>
                      <a:pt x="591" y="1612"/>
                    </a:lnTo>
                    <a:lnTo>
                      <a:pt x="609" y="1610"/>
                    </a:lnTo>
                    <a:lnTo>
                      <a:pt x="629" y="1614"/>
                    </a:lnTo>
                    <a:lnTo>
                      <a:pt x="648" y="1622"/>
                    </a:lnTo>
                    <a:lnTo>
                      <a:pt x="695" y="1651"/>
                    </a:lnTo>
                    <a:lnTo>
                      <a:pt x="744" y="1676"/>
                    </a:lnTo>
                    <a:lnTo>
                      <a:pt x="795" y="1697"/>
                    </a:lnTo>
                    <a:lnTo>
                      <a:pt x="846" y="1714"/>
                    </a:lnTo>
                    <a:lnTo>
                      <a:pt x="900" y="1726"/>
                    </a:lnTo>
                    <a:lnTo>
                      <a:pt x="919" y="1733"/>
                    </a:lnTo>
                    <a:lnTo>
                      <a:pt x="935" y="1744"/>
                    </a:lnTo>
                    <a:lnTo>
                      <a:pt x="947" y="1759"/>
                    </a:lnTo>
                    <a:lnTo>
                      <a:pt x="955" y="1776"/>
                    </a:lnTo>
                    <a:lnTo>
                      <a:pt x="957" y="1796"/>
                    </a:lnTo>
                    <a:lnTo>
                      <a:pt x="957" y="1922"/>
                    </a:lnTo>
                    <a:lnTo>
                      <a:pt x="958" y="1926"/>
                    </a:lnTo>
                    <a:lnTo>
                      <a:pt x="959" y="1929"/>
                    </a:lnTo>
                    <a:lnTo>
                      <a:pt x="963" y="1932"/>
                    </a:lnTo>
                    <a:lnTo>
                      <a:pt x="966" y="1934"/>
                    </a:lnTo>
                    <a:lnTo>
                      <a:pt x="970" y="1934"/>
                    </a:lnTo>
                    <a:lnTo>
                      <a:pt x="1108" y="1934"/>
                    </a:lnTo>
                    <a:lnTo>
                      <a:pt x="1111" y="1934"/>
                    </a:lnTo>
                    <a:lnTo>
                      <a:pt x="1114" y="1932"/>
                    </a:lnTo>
                    <a:lnTo>
                      <a:pt x="1118" y="1929"/>
                    </a:lnTo>
                    <a:lnTo>
                      <a:pt x="1119" y="1926"/>
                    </a:lnTo>
                    <a:lnTo>
                      <a:pt x="1120" y="1922"/>
                    </a:lnTo>
                    <a:lnTo>
                      <a:pt x="1120" y="1796"/>
                    </a:lnTo>
                    <a:lnTo>
                      <a:pt x="1123" y="1776"/>
                    </a:lnTo>
                    <a:lnTo>
                      <a:pt x="1130" y="1759"/>
                    </a:lnTo>
                    <a:lnTo>
                      <a:pt x="1142" y="1744"/>
                    </a:lnTo>
                    <a:lnTo>
                      <a:pt x="1158" y="1733"/>
                    </a:lnTo>
                    <a:lnTo>
                      <a:pt x="1177" y="1726"/>
                    </a:lnTo>
                    <a:lnTo>
                      <a:pt x="1231" y="1714"/>
                    </a:lnTo>
                    <a:lnTo>
                      <a:pt x="1282" y="1697"/>
                    </a:lnTo>
                    <a:lnTo>
                      <a:pt x="1333" y="1676"/>
                    </a:lnTo>
                    <a:lnTo>
                      <a:pt x="1382" y="1650"/>
                    </a:lnTo>
                    <a:lnTo>
                      <a:pt x="1430" y="1622"/>
                    </a:lnTo>
                    <a:lnTo>
                      <a:pt x="1447" y="1614"/>
                    </a:lnTo>
                    <a:lnTo>
                      <a:pt x="1466" y="1610"/>
                    </a:lnTo>
                    <a:lnTo>
                      <a:pt x="1485" y="1611"/>
                    </a:lnTo>
                    <a:lnTo>
                      <a:pt x="1503" y="1619"/>
                    </a:lnTo>
                    <a:lnTo>
                      <a:pt x="1518" y="1630"/>
                    </a:lnTo>
                    <a:lnTo>
                      <a:pt x="1608" y="1720"/>
                    </a:lnTo>
                    <a:lnTo>
                      <a:pt x="1611" y="1722"/>
                    </a:lnTo>
                    <a:lnTo>
                      <a:pt x="1614" y="1723"/>
                    </a:lnTo>
                    <a:lnTo>
                      <a:pt x="1617" y="1724"/>
                    </a:lnTo>
                    <a:lnTo>
                      <a:pt x="1619" y="1723"/>
                    </a:lnTo>
                    <a:lnTo>
                      <a:pt x="1622" y="1722"/>
                    </a:lnTo>
                    <a:lnTo>
                      <a:pt x="1625" y="1720"/>
                    </a:lnTo>
                    <a:lnTo>
                      <a:pt x="1723" y="1623"/>
                    </a:lnTo>
                    <a:lnTo>
                      <a:pt x="1726" y="1618"/>
                    </a:lnTo>
                    <a:lnTo>
                      <a:pt x="1726" y="1611"/>
                    </a:lnTo>
                    <a:lnTo>
                      <a:pt x="1723" y="1606"/>
                    </a:lnTo>
                    <a:lnTo>
                      <a:pt x="1633" y="1516"/>
                    </a:lnTo>
                    <a:lnTo>
                      <a:pt x="1621" y="1501"/>
                    </a:lnTo>
                    <a:lnTo>
                      <a:pt x="1615" y="1483"/>
                    </a:lnTo>
                    <a:lnTo>
                      <a:pt x="1613" y="1464"/>
                    </a:lnTo>
                    <a:lnTo>
                      <a:pt x="1616" y="1446"/>
                    </a:lnTo>
                    <a:lnTo>
                      <a:pt x="1624" y="1428"/>
                    </a:lnTo>
                    <a:lnTo>
                      <a:pt x="1654" y="1380"/>
                    </a:lnTo>
                    <a:lnTo>
                      <a:pt x="1679" y="1332"/>
                    </a:lnTo>
                    <a:lnTo>
                      <a:pt x="1700" y="1281"/>
                    </a:lnTo>
                    <a:lnTo>
                      <a:pt x="1717" y="1229"/>
                    </a:lnTo>
                    <a:lnTo>
                      <a:pt x="1730" y="1175"/>
                    </a:lnTo>
                    <a:lnTo>
                      <a:pt x="1736" y="1156"/>
                    </a:lnTo>
                    <a:lnTo>
                      <a:pt x="1747" y="1141"/>
                    </a:lnTo>
                    <a:lnTo>
                      <a:pt x="1761" y="1128"/>
                    </a:lnTo>
                    <a:lnTo>
                      <a:pt x="1779" y="1121"/>
                    </a:lnTo>
                    <a:lnTo>
                      <a:pt x="1798" y="1119"/>
                    </a:lnTo>
                    <a:lnTo>
                      <a:pt x="1925" y="1119"/>
                    </a:lnTo>
                    <a:lnTo>
                      <a:pt x="1929" y="1118"/>
                    </a:lnTo>
                    <a:lnTo>
                      <a:pt x="1932" y="1117"/>
                    </a:lnTo>
                    <a:lnTo>
                      <a:pt x="1934" y="1114"/>
                    </a:lnTo>
                    <a:lnTo>
                      <a:pt x="1936" y="1110"/>
                    </a:lnTo>
                    <a:lnTo>
                      <a:pt x="1936" y="1107"/>
                    </a:lnTo>
                    <a:lnTo>
                      <a:pt x="1936" y="969"/>
                    </a:lnTo>
                    <a:lnTo>
                      <a:pt x="1936" y="965"/>
                    </a:lnTo>
                    <a:lnTo>
                      <a:pt x="1934" y="962"/>
                    </a:lnTo>
                    <a:lnTo>
                      <a:pt x="1932" y="959"/>
                    </a:lnTo>
                    <a:lnTo>
                      <a:pt x="1929" y="958"/>
                    </a:lnTo>
                    <a:lnTo>
                      <a:pt x="1925" y="957"/>
                    </a:lnTo>
                    <a:lnTo>
                      <a:pt x="1798" y="957"/>
                    </a:lnTo>
                    <a:lnTo>
                      <a:pt x="1779" y="954"/>
                    </a:lnTo>
                    <a:lnTo>
                      <a:pt x="1761" y="946"/>
                    </a:lnTo>
                    <a:lnTo>
                      <a:pt x="1747" y="934"/>
                    </a:lnTo>
                    <a:lnTo>
                      <a:pt x="1736" y="919"/>
                    </a:lnTo>
                    <a:lnTo>
                      <a:pt x="1730" y="900"/>
                    </a:lnTo>
                    <a:lnTo>
                      <a:pt x="1716" y="847"/>
                    </a:lnTo>
                    <a:lnTo>
                      <a:pt x="1699" y="794"/>
                    </a:lnTo>
                    <a:lnTo>
                      <a:pt x="1678" y="744"/>
                    </a:lnTo>
                    <a:lnTo>
                      <a:pt x="1654" y="694"/>
                    </a:lnTo>
                    <a:lnTo>
                      <a:pt x="1624" y="648"/>
                    </a:lnTo>
                    <a:lnTo>
                      <a:pt x="1616" y="630"/>
                    </a:lnTo>
                    <a:lnTo>
                      <a:pt x="1613" y="611"/>
                    </a:lnTo>
                    <a:lnTo>
                      <a:pt x="1615" y="592"/>
                    </a:lnTo>
                    <a:lnTo>
                      <a:pt x="1621" y="574"/>
                    </a:lnTo>
                    <a:lnTo>
                      <a:pt x="1633" y="559"/>
                    </a:lnTo>
                    <a:lnTo>
                      <a:pt x="1724" y="468"/>
                    </a:lnTo>
                    <a:lnTo>
                      <a:pt x="1728" y="463"/>
                    </a:lnTo>
                    <a:lnTo>
                      <a:pt x="1728" y="457"/>
                    </a:lnTo>
                    <a:lnTo>
                      <a:pt x="1724" y="451"/>
                    </a:lnTo>
                    <a:lnTo>
                      <a:pt x="1626" y="354"/>
                    </a:lnTo>
                    <a:lnTo>
                      <a:pt x="1623" y="351"/>
                    </a:lnTo>
                    <a:lnTo>
                      <a:pt x="1621" y="350"/>
                    </a:lnTo>
                    <a:lnTo>
                      <a:pt x="1618" y="350"/>
                    </a:lnTo>
                    <a:lnTo>
                      <a:pt x="1616" y="350"/>
                    </a:lnTo>
                    <a:lnTo>
                      <a:pt x="1613" y="351"/>
                    </a:lnTo>
                    <a:lnTo>
                      <a:pt x="1609" y="354"/>
                    </a:lnTo>
                    <a:lnTo>
                      <a:pt x="1520" y="444"/>
                    </a:lnTo>
                    <a:lnTo>
                      <a:pt x="1504" y="456"/>
                    </a:lnTo>
                    <a:lnTo>
                      <a:pt x="1486" y="462"/>
                    </a:lnTo>
                    <a:lnTo>
                      <a:pt x="1467" y="464"/>
                    </a:lnTo>
                    <a:lnTo>
                      <a:pt x="1449" y="461"/>
                    </a:lnTo>
                    <a:lnTo>
                      <a:pt x="1431" y="452"/>
                    </a:lnTo>
                    <a:lnTo>
                      <a:pt x="1384" y="423"/>
                    </a:lnTo>
                    <a:lnTo>
                      <a:pt x="1335" y="399"/>
                    </a:lnTo>
                    <a:lnTo>
                      <a:pt x="1284" y="378"/>
                    </a:lnTo>
                    <a:lnTo>
                      <a:pt x="1232" y="361"/>
                    </a:lnTo>
                    <a:lnTo>
                      <a:pt x="1178" y="348"/>
                    </a:lnTo>
                    <a:lnTo>
                      <a:pt x="1159" y="341"/>
                    </a:lnTo>
                    <a:lnTo>
                      <a:pt x="1143" y="330"/>
                    </a:lnTo>
                    <a:lnTo>
                      <a:pt x="1131" y="315"/>
                    </a:lnTo>
                    <a:lnTo>
                      <a:pt x="1124" y="298"/>
                    </a:lnTo>
                    <a:lnTo>
                      <a:pt x="1121" y="278"/>
                    </a:lnTo>
                    <a:lnTo>
                      <a:pt x="1121" y="152"/>
                    </a:lnTo>
                    <a:lnTo>
                      <a:pt x="1121" y="149"/>
                    </a:lnTo>
                    <a:lnTo>
                      <a:pt x="1119" y="145"/>
                    </a:lnTo>
                    <a:lnTo>
                      <a:pt x="1117" y="142"/>
                    </a:lnTo>
                    <a:lnTo>
                      <a:pt x="1112" y="140"/>
                    </a:lnTo>
                    <a:lnTo>
                      <a:pt x="1109" y="140"/>
                    </a:lnTo>
                    <a:lnTo>
                      <a:pt x="971" y="140"/>
                    </a:lnTo>
                    <a:close/>
                    <a:moveTo>
                      <a:pt x="970" y="0"/>
                    </a:moveTo>
                    <a:lnTo>
                      <a:pt x="1108" y="0"/>
                    </a:lnTo>
                    <a:lnTo>
                      <a:pt x="1139" y="3"/>
                    </a:lnTo>
                    <a:lnTo>
                      <a:pt x="1167" y="12"/>
                    </a:lnTo>
                    <a:lnTo>
                      <a:pt x="1193" y="25"/>
                    </a:lnTo>
                    <a:lnTo>
                      <a:pt x="1216" y="44"/>
                    </a:lnTo>
                    <a:lnTo>
                      <a:pt x="1234" y="66"/>
                    </a:lnTo>
                    <a:lnTo>
                      <a:pt x="1248" y="93"/>
                    </a:lnTo>
                    <a:lnTo>
                      <a:pt x="1257" y="121"/>
                    </a:lnTo>
                    <a:lnTo>
                      <a:pt x="1260" y="152"/>
                    </a:lnTo>
                    <a:lnTo>
                      <a:pt x="1260" y="223"/>
                    </a:lnTo>
                    <a:lnTo>
                      <a:pt x="1329" y="245"/>
                    </a:lnTo>
                    <a:lnTo>
                      <a:pt x="1394" y="272"/>
                    </a:lnTo>
                    <a:lnTo>
                      <a:pt x="1457" y="305"/>
                    </a:lnTo>
                    <a:lnTo>
                      <a:pt x="1508" y="255"/>
                    </a:lnTo>
                    <a:lnTo>
                      <a:pt x="1527" y="239"/>
                    </a:lnTo>
                    <a:lnTo>
                      <a:pt x="1547" y="227"/>
                    </a:lnTo>
                    <a:lnTo>
                      <a:pt x="1569" y="217"/>
                    </a:lnTo>
                    <a:lnTo>
                      <a:pt x="1592" y="212"/>
                    </a:lnTo>
                    <a:lnTo>
                      <a:pt x="1616" y="210"/>
                    </a:lnTo>
                    <a:lnTo>
                      <a:pt x="1640" y="212"/>
                    </a:lnTo>
                    <a:lnTo>
                      <a:pt x="1663" y="217"/>
                    </a:lnTo>
                    <a:lnTo>
                      <a:pt x="1684" y="227"/>
                    </a:lnTo>
                    <a:lnTo>
                      <a:pt x="1705" y="239"/>
                    </a:lnTo>
                    <a:lnTo>
                      <a:pt x="1723" y="255"/>
                    </a:lnTo>
                    <a:lnTo>
                      <a:pt x="1821" y="352"/>
                    </a:lnTo>
                    <a:lnTo>
                      <a:pt x="1839" y="373"/>
                    </a:lnTo>
                    <a:lnTo>
                      <a:pt x="1852" y="397"/>
                    </a:lnTo>
                    <a:lnTo>
                      <a:pt x="1862" y="422"/>
                    </a:lnTo>
                    <a:lnTo>
                      <a:pt x="1866" y="447"/>
                    </a:lnTo>
                    <a:lnTo>
                      <a:pt x="1866" y="474"/>
                    </a:lnTo>
                    <a:lnTo>
                      <a:pt x="1862" y="499"/>
                    </a:lnTo>
                    <a:lnTo>
                      <a:pt x="1852" y="523"/>
                    </a:lnTo>
                    <a:lnTo>
                      <a:pt x="1839" y="546"/>
                    </a:lnTo>
                    <a:lnTo>
                      <a:pt x="1821" y="567"/>
                    </a:lnTo>
                    <a:lnTo>
                      <a:pt x="1771" y="618"/>
                    </a:lnTo>
                    <a:lnTo>
                      <a:pt x="1796" y="665"/>
                    </a:lnTo>
                    <a:lnTo>
                      <a:pt x="1819" y="714"/>
                    </a:lnTo>
                    <a:lnTo>
                      <a:pt x="1837" y="765"/>
                    </a:lnTo>
                    <a:lnTo>
                      <a:pt x="1853" y="816"/>
                    </a:lnTo>
                    <a:lnTo>
                      <a:pt x="1925" y="816"/>
                    </a:lnTo>
                    <a:lnTo>
                      <a:pt x="1955" y="818"/>
                    </a:lnTo>
                    <a:lnTo>
                      <a:pt x="1984" y="828"/>
                    </a:lnTo>
                    <a:lnTo>
                      <a:pt x="2010" y="842"/>
                    </a:lnTo>
                    <a:lnTo>
                      <a:pt x="2032" y="861"/>
                    </a:lnTo>
                    <a:lnTo>
                      <a:pt x="2051" y="883"/>
                    </a:lnTo>
                    <a:lnTo>
                      <a:pt x="2065" y="909"/>
                    </a:lnTo>
                    <a:lnTo>
                      <a:pt x="2075" y="938"/>
                    </a:lnTo>
                    <a:lnTo>
                      <a:pt x="2077" y="968"/>
                    </a:lnTo>
                    <a:lnTo>
                      <a:pt x="2077" y="1106"/>
                    </a:lnTo>
                    <a:lnTo>
                      <a:pt x="2075" y="1137"/>
                    </a:lnTo>
                    <a:lnTo>
                      <a:pt x="2065" y="1165"/>
                    </a:lnTo>
                    <a:lnTo>
                      <a:pt x="2051" y="1192"/>
                    </a:lnTo>
                    <a:lnTo>
                      <a:pt x="2032" y="1214"/>
                    </a:lnTo>
                    <a:lnTo>
                      <a:pt x="2010" y="1233"/>
                    </a:lnTo>
                    <a:lnTo>
                      <a:pt x="1984" y="1247"/>
                    </a:lnTo>
                    <a:lnTo>
                      <a:pt x="1955" y="1255"/>
                    </a:lnTo>
                    <a:lnTo>
                      <a:pt x="1925" y="1258"/>
                    </a:lnTo>
                    <a:lnTo>
                      <a:pt x="1925" y="1259"/>
                    </a:lnTo>
                    <a:lnTo>
                      <a:pt x="1853" y="1259"/>
                    </a:lnTo>
                    <a:lnTo>
                      <a:pt x="1831" y="1328"/>
                    </a:lnTo>
                    <a:lnTo>
                      <a:pt x="1803" y="1393"/>
                    </a:lnTo>
                    <a:lnTo>
                      <a:pt x="1771" y="1456"/>
                    </a:lnTo>
                    <a:lnTo>
                      <a:pt x="1821" y="1507"/>
                    </a:lnTo>
                    <a:lnTo>
                      <a:pt x="1839" y="1528"/>
                    </a:lnTo>
                    <a:lnTo>
                      <a:pt x="1852" y="1551"/>
                    </a:lnTo>
                    <a:lnTo>
                      <a:pt x="1862" y="1577"/>
                    </a:lnTo>
                    <a:lnTo>
                      <a:pt x="1866" y="1602"/>
                    </a:lnTo>
                    <a:lnTo>
                      <a:pt x="1866" y="1628"/>
                    </a:lnTo>
                    <a:lnTo>
                      <a:pt x="1862" y="1654"/>
                    </a:lnTo>
                    <a:lnTo>
                      <a:pt x="1852" y="1678"/>
                    </a:lnTo>
                    <a:lnTo>
                      <a:pt x="1839" y="1701"/>
                    </a:lnTo>
                    <a:lnTo>
                      <a:pt x="1821" y="1722"/>
                    </a:lnTo>
                    <a:lnTo>
                      <a:pt x="1723" y="1820"/>
                    </a:lnTo>
                    <a:lnTo>
                      <a:pt x="1705" y="1836"/>
                    </a:lnTo>
                    <a:lnTo>
                      <a:pt x="1684" y="1849"/>
                    </a:lnTo>
                    <a:lnTo>
                      <a:pt x="1663" y="1857"/>
                    </a:lnTo>
                    <a:lnTo>
                      <a:pt x="1640" y="1863"/>
                    </a:lnTo>
                    <a:lnTo>
                      <a:pt x="1616" y="1864"/>
                    </a:lnTo>
                    <a:lnTo>
                      <a:pt x="1592" y="1863"/>
                    </a:lnTo>
                    <a:lnTo>
                      <a:pt x="1569" y="1857"/>
                    </a:lnTo>
                    <a:lnTo>
                      <a:pt x="1547" y="1849"/>
                    </a:lnTo>
                    <a:lnTo>
                      <a:pt x="1527" y="1836"/>
                    </a:lnTo>
                    <a:lnTo>
                      <a:pt x="1508" y="1820"/>
                    </a:lnTo>
                    <a:lnTo>
                      <a:pt x="1457" y="1770"/>
                    </a:lnTo>
                    <a:lnTo>
                      <a:pt x="1410" y="1796"/>
                    </a:lnTo>
                    <a:lnTo>
                      <a:pt x="1361" y="1818"/>
                    </a:lnTo>
                    <a:lnTo>
                      <a:pt x="1312" y="1837"/>
                    </a:lnTo>
                    <a:lnTo>
                      <a:pt x="1260" y="1852"/>
                    </a:lnTo>
                    <a:lnTo>
                      <a:pt x="1260" y="1924"/>
                    </a:lnTo>
                    <a:lnTo>
                      <a:pt x="1257" y="1954"/>
                    </a:lnTo>
                    <a:lnTo>
                      <a:pt x="1248" y="1983"/>
                    </a:lnTo>
                    <a:lnTo>
                      <a:pt x="1234" y="2009"/>
                    </a:lnTo>
                    <a:lnTo>
                      <a:pt x="1216" y="2031"/>
                    </a:lnTo>
                    <a:lnTo>
                      <a:pt x="1193" y="2050"/>
                    </a:lnTo>
                    <a:lnTo>
                      <a:pt x="1167" y="2064"/>
                    </a:lnTo>
                    <a:lnTo>
                      <a:pt x="1139" y="2073"/>
                    </a:lnTo>
                    <a:lnTo>
                      <a:pt x="1108" y="2076"/>
                    </a:lnTo>
                    <a:lnTo>
                      <a:pt x="970" y="2076"/>
                    </a:lnTo>
                    <a:lnTo>
                      <a:pt x="938" y="2073"/>
                    </a:lnTo>
                    <a:lnTo>
                      <a:pt x="910" y="2064"/>
                    </a:lnTo>
                    <a:lnTo>
                      <a:pt x="884" y="2050"/>
                    </a:lnTo>
                    <a:lnTo>
                      <a:pt x="861" y="2031"/>
                    </a:lnTo>
                    <a:lnTo>
                      <a:pt x="843" y="2009"/>
                    </a:lnTo>
                    <a:lnTo>
                      <a:pt x="829" y="1983"/>
                    </a:lnTo>
                    <a:lnTo>
                      <a:pt x="820" y="1954"/>
                    </a:lnTo>
                    <a:lnTo>
                      <a:pt x="817" y="1924"/>
                    </a:lnTo>
                    <a:lnTo>
                      <a:pt x="817" y="1852"/>
                    </a:lnTo>
                    <a:lnTo>
                      <a:pt x="748" y="1831"/>
                    </a:lnTo>
                    <a:lnTo>
                      <a:pt x="683" y="1802"/>
                    </a:lnTo>
                    <a:lnTo>
                      <a:pt x="620" y="1770"/>
                    </a:lnTo>
                    <a:lnTo>
                      <a:pt x="569" y="1820"/>
                    </a:lnTo>
                    <a:lnTo>
                      <a:pt x="550" y="1836"/>
                    </a:lnTo>
                    <a:lnTo>
                      <a:pt x="530" y="1849"/>
                    </a:lnTo>
                    <a:lnTo>
                      <a:pt x="508" y="1857"/>
                    </a:lnTo>
                    <a:lnTo>
                      <a:pt x="486" y="1863"/>
                    </a:lnTo>
                    <a:lnTo>
                      <a:pt x="461" y="1864"/>
                    </a:lnTo>
                    <a:lnTo>
                      <a:pt x="437" y="1863"/>
                    </a:lnTo>
                    <a:lnTo>
                      <a:pt x="414" y="1857"/>
                    </a:lnTo>
                    <a:lnTo>
                      <a:pt x="393" y="1849"/>
                    </a:lnTo>
                    <a:lnTo>
                      <a:pt x="372" y="1836"/>
                    </a:lnTo>
                    <a:lnTo>
                      <a:pt x="354" y="1820"/>
                    </a:lnTo>
                    <a:lnTo>
                      <a:pt x="256" y="1722"/>
                    </a:lnTo>
                    <a:lnTo>
                      <a:pt x="238" y="1701"/>
                    </a:lnTo>
                    <a:lnTo>
                      <a:pt x="225" y="1678"/>
                    </a:lnTo>
                    <a:lnTo>
                      <a:pt x="216" y="1654"/>
                    </a:lnTo>
                    <a:lnTo>
                      <a:pt x="211" y="1628"/>
                    </a:lnTo>
                    <a:lnTo>
                      <a:pt x="211" y="1602"/>
                    </a:lnTo>
                    <a:lnTo>
                      <a:pt x="216" y="1577"/>
                    </a:lnTo>
                    <a:lnTo>
                      <a:pt x="225" y="1551"/>
                    </a:lnTo>
                    <a:lnTo>
                      <a:pt x="238" y="1528"/>
                    </a:lnTo>
                    <a:lnTo>
                      <a:pt x="256" y="1507"/>
                    </a:lnTo>
                    <a:lnTo>
                      <a:pt x="306" y="1456"/>
                    </a:lnTo>
                    <a:lnTo>
                      <a:pt x="281" y="1410"/>
                    </a:lnTo>
                    <a:lnTo>
                      <a:pt x="259" y="1360"/>
                    </a:lnTo>
                    <a:lnTo>
                      <a:pt x="240" y="1311"/>
                    </a:lnTo>
                    <a:lnTo>
                      <a:pt x="224" y="1259"/>
                    </a:lnTo>
                    <a:lnTo>
                      <a:pt x="152" y="1259"/>
                    </a:lnTo>
                    <a:lnTo>
                      <a:pt x="122" y="1256"/>
                    </a:lnTo>
                    <a:lnTo>
                      <a:pt x="93" y="1248"/>
                    </a:lnTo>
                    <a:lnTo>
                      <a:pt x="67" y="1233"/>
                    </a:lnTo>
                    <a:lnTo>
                      <a:pt x="45" y="1215"/>
                    </a:lnTo>
                    <a:lnTo>
                      <a:pt x="26" y="1192"/>
                    </a:lnTo>
                    <a:lnTo>
                      <a:pt x="12" y="1166"/>
                    </a:lnTo>
                    <a:lnTo>
                      <a:pt x="3" y="1138"/>
                    </a:lnTo>
                    <a:lnTo>
                      <a:pt x="0" y="1107"/>
                    </a:lnTo>
                    <a:lnTo>
                      <a:pt x="0" y="969"/>
                    </a:lnTo>
                    <a:lnTo>
                      <a:pt x="3" y="938"/>
                    </a:lnTo>
                    <a:lnTo>
                      <a:pt x="12" y="909"/>
                    </a:lnTo>
                    <a:lnTo>
                      <a:pt x="26" y="884"/>
                    </a:lnTo>
                    <a:lnTo>
                      <a:pt x="45" y="861"/>
                    </a:lnTo>
                    <a:lnTo>
                      <a:pt x="67" y="843"/>
                    </a:lnTo>
                    <a:lnTo>
                      <a:pt x="93" y="829"/>
                    </a:lnTo>
                    <a:lnTo>
                      <a:pt x="122" y="819"/>
                    </a:lnTo>
                    <a:lnTo>
                      <a:pt x="152" y="816"/>
                    </a:lnTo>
                    <a:lnTo>
                      <a:pt x="224" y="816"/>
                    </a:lnTo>
                    <a:lnTo>
                      <a:pt x="246" y="748"/>
                    </a:lnTo>
                    <a:lnTo>
                      <a:pt x="274" y="682"/>
                    </a:lnTo>
                    <a:lnTo>
                      <a:pt x="306" y="619"/>
                    </a:lnTo>
                    <a:lnTo>
                      <a:pt x="256" y="568"/>
                    </a:lnTo>
                    <a:lnTo>
                      <a:pt x="238" y="547"/>
                    </a:lnTo>
                    <a:lnTo>
                      <a:pt x="225" y="524"/>
                    </a:lnTo>
                    <a:lnTo>
                      <a:pt x="216" y="500"/>
                    </a:lnTo>
                    <a:lnTo>
                      <a:pt x="211" y="474"/>
                    </a:lnTo>
                    <a:lnTo>
                      <a:pt x="211" y="448"/>
                    </a:lnTo>
                    <a:lnTo>
                      <a:pt x="216" y="422"/>
                    </a:lnTo>
                    <a:lnTo>
                      <a:pt x="225" y="398"/>
                    </a:lnTo>
                    <a:lnTo>
                      <a:pt x="238" y="374"/>
                    </a:lnTo>
                    <a:lnTo>
                      <a:pt x="256" y="353"/>
                    </a:lnTo>
                    <a:lnTo>
                      <a:pt x="354" y="255"/>
                    </a:lnTo>
                    <a:lnTo>
                      <a:pt x="372" y="239"/>
                    </a:lnTo>
                    <a:lnTo>
                      <a:pt x="393" y="227"/>
                    </a:lnTo>
                    <a:lnTo>
                      <a:pt x="414" y="218"/>
                    </a:lnTo>
                    <a:lnTo>
                      <a:pt x="437" y="213"/>
                    </a:lnTo>
                    <a:lnTo>
                      <a:pt x="461" y="211"/>
                    </a:lnTo>
                    <a:lnTo>
                      <a:pt x="486" y="213"/>
                    </a:lnTo>
                    <a:lnTo>
                      <a:pt x="508" y="218"/>
                    </a:lnTo>
                    <a:lnTo>
                      <a:pt x="530" y="227"/>
                    </a:lnTo>
                    <a:lnTo>
                      <a:pt x="550" y="239"/>
                    </a:lnTo>
                    <a:lnTo>
                      <a:pt x="569" y="255"/>
                    </a:lnTo>
                    <a:lnTo>
                      <a:pt x="620" y="306"/>
                    </a:lnTo>
                    <a:lnTo>
                      <a:pt x="667" y="281"/>
                    </a:lnTo>
                    <a:lnTo>
                      <a:pt x="716" y="258"/>
                    </a:lnTo>
                    <a:lnTo>
                      <a:pt x="765" y="239"/>
                    </a:lnTo>
                    <a:lnTo>
                      <a:pt x="817" y="224"/>
                    </a:lnTo>
                    <a:lnTo>
                      <a:pt x="817" y="152"/>
                    </a:lnTo>
                    <a:lnTo>
                      <a:pt x="820" y="121"/>
                    </a:lnTo>
                    <a:lnTo>
                      <a:pt x="829" y="93"/>
                    </a:lnTo>
                    <a:lnTo>
                      <a:pt x="843" y="66"/>
                    </a:lnTo>
                    <a:lnTo>
                      <a:pt x="861" y="44"/>
                    </a:lnTo>
                    <a:lnTo>
                      <a:pt x="884" y="25"/>
                    </a:lnTo>
                    <a:lnTo>
                      <a:pt x="910" y="12"/>
                    </a:lnTo>
                    <a:lnTo>
                      <a:pt x="938" y="3"/>
                    </a:lnTo>
                    <a:lnTo>
                      <a:pt x="97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2000">
                  <a:solidFill>
                    <a:schemeClr val="bg1">
                      <a:lumMod val="50000"/>
                    </a:schemeClr>
                  </a:solidFill>
                  <a:latin typeface="字体视界-一风尚黑体" panose="02000500000000000000" pitchFamily="2" charset="-122"/>
                  <a:ea typeface="字体视界-一风尚黑体" panose="02000500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Freeform 71">
                <a:extLst>
                  <a:ext uri="{FF2B5EF4-FFF2-40B4-BE49-F238E27FC236}">
                    <a16:creationId xmlns:a16="http://schemas.microsoft.com/office/drawing/2014/main" id="{38E63970-ADAE-FE43-B682-A61D964A39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4720" y="3811264"/>
                <a:ext cx="235341" cy="235340"/>
              </a:xfrm>
              <a:custGeom>
                <a:avLst/>
                <a:gdLst>
                  <a:gd name="T0" fmla="*/ 398 w 886"/>
                  <a:gd name="T1" fmla="*/ 143 h 884"/>
                  <a:gd name="T2" fmla="*/ 316 w 886"/>
                  <a:gd name="T3" fmla="*/ 169 h 884"/>
                  <a:gd name="T4" fmla="*/ 245 w 886"/>
                  <a:gd name="T5" fmla="*/ 214 h 884"/>
                  <a:gd name="T6" fmla="*/ 189 w 886"/>
                  <a:gd name="T7" fmla="*/ 277 h 884"/>
                  <a:gd name="T8" fmla="*/ 153 w 886"/>
                  <a:gd name="T9" fmla="*/ 355 h 884"/>
                  <a:gd name="T10" fmla="*/ 141 w 886"/>
                  <a:gd name="T11" fmla="*/ 442 h 884"/>
                  <a:gd name="T12" fmla="*/ 153 w 886"/>
                  <a:gd name="T13" fmla="*/ 529 h 884"/>
                  <a:gd name="T14" fmla="*/ 189 w 886"/>
                  <a:gd name="T15" fmla="*/ 606 h 884"/>
                  <a:gd name="T16" fmla="*/ 245 w 886"/>
                  <a:gd name="T17" fmla="*/ 669 h 884"/>
                  <a:gd name="T18" fmla="*/ 316 w 886"/>
                  <a:gd name="T19" fmla="*/ 716 h 884"/>
                  <a:gd name="T20" fmla="*/ 398 w 886"/>
                  <a:gd name="T21" fmla="*/ 740 h 884"/>
                  <a:gd name="T22" fmla="*/ 488 w 886"/>
                  <a:gd name="T23" fmla="*/ 740 h 884"/>
                  <a:gd name="T24" fmla="*/ 570 w 886"/>
                  <a:gd name="T25" fmla="*/ 716 h 884"/>
                  <a:gd name="T26" fmla="*/ 641 w 886"/>
                  <a:gd name="T27" fmla="*/ 669 h 884"/>
                  <a:gd name="T28" fmla="*/ 696 w 886"/>
                  <a:gd name="T29" fmla="*/ 606 h 884"/>
                  <a:gd name="T30" fmla="*/ 732 w 886"/>
                  <a:gd name="T31" fmla="*/ 529 h 884"/>
                  <a:gd name="T32" fmla="*/ 745 w 886"/>
                  <a:gd name="T33" fmla="*/ 442 h 884"/>
                  <a:gd name="T34" fmla="*/ 732 w 886"/>
                  <a:gd name="T35" fmla="*/ 355 h 884"/>
                  <a:gd name="T36" fmla="*/ 696 w 886"/>
                  <a:gd name="T37" fmla="*/ 277 h 884"/>
                  <a:gd name="T38" fmla="*/ 641 w 886"/>
                  <a:gd name="T39" fmla="*/ 214 h 884"/>
                  <a:gd name="T40" fmla="*/ 570 w 886"/>
                  <a:gd name="T41" fmla="*/ 169 h 884"/>
                  <a:gd name="T42" fmla="*/ 488 w 886"/>
                  <a:gd name="T43" fmla="*/ 143 h 884"/>
                  <a:gd name="T44" fmla="*/ 443 w 886"/>
                  <a:gd name="T45" fmla="*/ 0 h 884"/>
                  <a:gd name="T46" fmla="*/ 544 w 886"/>
                  <a:gd name="T47" fmla="*/ 11 h 884"/>
                  <a:gd name="T48" fmla="*/ 638 w 886"/>
                  <a:gd name="T49" fmla="*/ 45 h 884"/>
                  <a:gd name="T50" fmla="*/ 719 w 886"/>
                  <a:gd name="T51" fmla="*/ 97 h 884"/>
                  <a:gd name="T52" fmla="*/ 788 w 886"/>
                  <a:gd name="T53" fmla="*/ 165 h 884"/>
                  <a:gd name="T54" fmla="*/ 840 w 886"/>
                  <a:gd name="T55" fmla="*/ 248 h 884"/>
                  <a:gd name="T56" fmla="*/ 873 w 886"/>
                  <a:gd name="T57" fmla="*/ 340 h 884"/>
                  <a:gd name="T58" fmla="*/ 886 w 886"/>
                  <a:gd name="T59" fmla="*/ 442 h 884"/>
                  <a:gd name="T60" fmla="*/ 873 w 886"/>
                  <a:gd name="T61" fmla="*/ 543 h 884"/>
                  <a:gd name="T62" fmla="*/ 840 w 886"/>
                  <a:gd name="T63" fmla="*/ 636 h 884"/>
                  <a:gd name="T64" fmla="*/ 788 w 886"/>
                  <a:gd name="T65" fmla="*/ 718 h 884"/>
                  <a:gd name="T66" fmla="*/ 719 w 886"/>
                  <a:gd name="T67" fmla="*/ 787 h 884"/>
                  <a:gd name="T68" fmla="*/ 638 w 886"/>
                  <a:gd name="T69" fmla="*/ 839 h 884"/>
                  <a:gd name="T70" fmla="*/ 544 w 886"/>
                  <a:gd name="T71" fmla="*/ 872 h 884"/>
                  <a:gd name="T72" fmla="*/ 443 w 886"/>
                  <a:gd name="T73" fmla="*/ 884 h 884"/>
                  <a:gd name="T74" fmla="*/ 341 w 886"/>
                  <a:gd name="T75" fmla="*/ 872 h 884"/>
                  <a:gd name="T76" fmla="*/ 248 w 886"/>
                  <a:gd name="T77" fmla="*/ 839 h 884"/>
                  <a:gd name="T78" fmla="*/ 166 w 886"/>
                  <a:gd name="T79" fmla="*/ 787 h 884"/>
                  <a:gd name="T80" fmla="*/ 97 w 886"/>
                  <a:gd name="T81" fmla="*/ 718 h 884"/>
                  <a:gd name="T82" fmla="*/ 46 w 886"/>
                  <a:gd name="T83" fmla="*/ 636 h 884"/>
                  <a:gd name="T84" fmla="*/ 12 w 886"/>
                  <a:gd name="T85" fmla="*/ 543 h 884"/>
                  <a:gd name="T86" fmla="*/ 0 w 886"/>
                  <a:gd name="T87" fmla="*/ 442 h 884"/>
                  <a:gd name="T88" fmla="*/ 12 w 886"/>
                  <a:gd name="T89" fmla="*/ 340 h 884"/>
                  <a:gd name="T90" fmla="*/ 46 w 886"/>
                  <a:gd name="T91" fmla="*/ 248 h 884"/>
                  <a:gd name="T92" fmla="*/ 97 w 886"/>
                  <a:gd name="T93" fmla="*/ 165 h 884"/>
                  <a:gd name="T94" fmla="*/ 166 w 886"/>
                  <a:gd name="T95" fmla="*/ 97 h 884"/>
                  <a:gd name="T96" fmla="*/ 248 w 886"/>
                  <a:gd name="T97" fmla="*/ 45 h 884"/>
                  <a:gd name="T98" fmla="*/ 341 w 886"/>
                  <a:gd name="T99" fmla="*/ 11 h 884"/>
                  <a:gd name="T100" fmla="*/ 443 w 886"/>
                  <a:gd name="T101" fmla="*/ 0 h 8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85" h="884">
                    <a:moveTo>
                      <a:pt x="443" y="140"/>
                    </a:moveTo>
                    <a:lnTo>
                      <a:pt x="398" y="143"/>
                    </a:lnTo>
                    <a:lnTo>
                      <a:pt x="356" y="153"/>
                    </a:lnTo>
                    <a:lnTo>
                      <a:pt x="316" y="169"/>
                    </a:lnTo>
                    <a:lnTo>
                      <a:pt x="279" y="189"/>
                    </a:lnTo>
                    <a:lnTo>
                      <a:pt x="245" y="214"/>
                    </a:lnTo>
                    <a:lnTo>
                      <a:pt x="215" y="243"/>
                    </a:lnTo>
                    <a:lnTo>
                      <a:pt x="189" y="277"/>
                    </a:lnTo>
                    <a:lnTo>
                      <a:pt x="169" y="315"/>
                    </a:lnTo>
                    <a:lnTo>
                      <a:pt x="153" y="355"/>
                    </a:lnTo>
                    <a:lnTo>
                      <a:pt x="144" y="397"/>
                    </a:lnTo>
                    <a:lnTo>
                      <a:pt x="141" y="442"/>
                    </a:lnTo>
                    <a:lnTo>
                      <a:pt x="144" y="486"/>
                    </a:lnTo>
                    <a:lnTo>
                      <a:pt x="153" y="529"/>
                    </a:lnTo>
                    <a:lnTo>
                      <a:pt x="169" y="569"/>
                    </a:lnTo>
                    <a:lnTo>
                      <a:pt x="189" y="606"/>
                    </a:lnTo>
                    <a:lnTo>
                      <a:pt x="215" y="640"/>
                    </a:lnTo>
                    <a:lnTo>
                      <a:pt x="245" y="669"/>
                    </a:lnTo>
                    <a:lnTo>
                      <a:pt x="279" y="695"/>
                    </a:lnTo>
                    <a:lnTo>
                      <a:pt x="316" y="716"/>
                    </a:lnTo>
                    <a:lnTo>
                      <a:pt x="356" y="731"/>
                    </a:lnTo>
                    <a:lnTo>
                      <a:pt x="398" y="740"/>
                    </a:lnTo>
                    <a:lnTo>
                      <a:pt x="443" y="743"/>
                    </a:lnTo>
                    <a:lnTo>
                      <a:pt x="488" y="740"/>
                    </a:lnTo>
                    <a:lnTo>
                      <a:pt x="530" y="731"/>
                    </a:lnTo>
                    <a:lnTo>
                      <a:pt x="570" y="716"/>
                    </a:lnTo>
                    <a:lnTo>
                      <a:pt x="607" y="695"/>
                    </a:lnTo>
                    <a:lnTo>
                      <a:pt x="641" y="669"/>
                    </a:lnTo>
                    <a:lnTo>
                      <a:pt x="670" y="640"/>
                    </a:lnTo>
                    <a:lnTo>
                      <a:pt x="696" y="606"/>
                    </a:lnTo>
                    <a:lnTo>
                      <a:pt x="717" y="569"/>
                    </a:lnTo>
                    <a:lnTo>
                      <a:pt x="732" y="529"/>
                    </a:lnTo>
                    <a:lnTo>
                      <a:pt x="741" y="486"/>
                    </a:lnTo>
                    <a:lnTo>
                      <a:pt x="745" y="442"/>
                    </a:lnTo>
                    <a:lnTo>
                      <a:pt x="741" y="397"/>
                    </a:lnTo>
                    <a:lnTo>
                      <a:pt x="732" y="355"/>
                    </a:lnTo>
                    <a:lnTo>
                      <a:pt x="717" y="315"/>
                    </a:lnTo>
                    <a:lnTo>
                      <a:pt x="696" y="277"/>
                    </a:lnTo>
                    <a:lnTo>
                      <a:pt x="670" y="243"/>
                    </a:lnTo>
                    <a:lnTo>
                      <a:pt x="641" y="214"/>
                    </a:lnTo>
                    <a:lnTo>
                      <a:pt x="607" y="189"/>
                    </a:lnTo>
                    <a:lnTo>
                      <a:pt x="570" y="169"/>
                    </a:lnTo>
                    <a:lnTo>
                      <a:pt x="530" y="153"/>
                    </a:lnTo>
                    <a:lnTo>
                      <a:pt x="488" y="143"/>
                    </a:lnTo>
                    <a:lnTo>
                      <a:pt x="443" y="140"/>
                    </a:lnTo>
                    <a:close/>
                    <a:moveTo>
                      <a:pt x="443" y="0"/>
                    </a:moveTo>
                    <a:lnTo>
                      <a:pt x="494" y="3"/>
                    </a:lnTo>
                    <a:lnTo>
                      <a:pt x="544" y="11"/>
                    </a:lnTo>
                    <a:lnTo>
                      <a:pt x="592" y="25"/>
                    </a:lnTo>
                    <a:lnTo>
                      <a:pt x="638" y="45"/>
                    </a:lnTo>
                    <a:lnTo>
                      <a:pt x="680" y="68"/>
                    </a:lnTo>
                    <a:lnTo>
                      <a:pt x="719" y="97"/>
                    </a:lnTo>
                    <a:lnTo>
                      <a:pt x="756" y="130"/>
                    </a:lnTo>
                    <a:lnTo>
                      <a:pt x="788" y="165"/>
                    </a:lnTo>
                    <a:lnTo>
                      <a:pt x="816" y="205"/>
                    </a:lnTo>
                    <a:lnTo>
                      <a:pt x="840" y="248"/>
                    </a:lnTo>
                    <a:lnTo>
                      <a:pt x="859" y="293"/>
                    </a:lnTo>
                    <a:lnTo>
                      <a:pt x="873" y="340"/>
                    </a:lnTo>
                    <a:lnTo>
                      <a:pt x="883" y="390"/>
                    </a:lnTo>
                    <a:lnTo>
                      <a:pt x="886" y="442"/>
                    </a:lnTo>
                    <a:lnTo>
                      <a:pt x="883" y="493"/>
                    </a:lnTo>
                    <a:lnTo>
                      <a:pt x="873" y="543"/>
                    </a:lnTo>
                    <a:lnTo>
                      <a:pt x="859" y="590"/>
                    </a:lnTo>
                    <a:lnTo>
                      <a:pt x="840" y="636"/>
                    </a:lnTo>
                    <a:lnTo>
                      <a:pt x="816" y="679"/>
                    </a:lnTo>
                    <a:lnTo>
                      <a:pt x="788" y="718"/>
                    </a:lnTo>
                    <a:lnTo>
                      <a:pt x="756" y="754"/>
                    </a:lnTo>
                    <a:lnTo>
                      <a:pt x="719" y="787"/>
                    </a:lnTo>
                    <a:lnTo>
                      <a:pt x="680" y="815"/>
                    </a:lnTo>
                    <a:lnTo>
                      <a:pt x="638" y="839"/>
                    </a:lnTo>
                    <a:lnTo>
                      <a:pt x="592" y="858"/>
                    </a:lnTo>
                    <a:lnTo>
                      <a:pt x="544" y="872"/>
                    </a:lnTo>
                    <a:lnTo>
                      <a:pt x="494" y="880"/>
                    </a:lnTo>
                    <a:lnTo>
                      <a:pt x="443" y="884"/>
                    </a:lnTo>
                    <a:lnTo>
                      <a:pt x="392" y="880"/>
                    </a:lnTo>
                    <a:lnTo>
                      <a:pt x="341" y="872"/>
                    </a:lnTo>
                    <a:lnTo>
                      <a:pt x="294" y="858"/>
                    </a:lnTo>
                    <a:lnTo>
                      <a:pt x="248" y="839"/>
                    </a:lnTo>
                    <a:lnTo>
                      <a:pt x="206" y="815"/>
                    </a:lnTo>
                    <a:lnTo>
                      <a:pt x="166" y="787"/>
                    </a:lnTo>
                    <a:lnTo>
                      <a:pt x="130" y="754"/>
                    </a:lnTo>
                    <a:lnTo>
                      <a:pt x="97" y="718"/>
                    </a:lnTo>
                    <a:lnTo>
                      <a:pt x="70" y="679"/>
                    </a:lnTo>
                    <a:lnTo>
                      <a:pt x="46" y="636"/>
                    </a:lnTo>
                    <a:lnTo>
                      <a:pt x="27" y="590"/>
                    </a:lnTo>
                    <a:lnTo>
                      <a:pt x="12" y="543"/>
                    </a:lnTo>
                    <a:lnTo>
                      <a:pt x="4" y="493"/>
                    </a:lnTo>
                    <a:lnTo>
                      <a:pt x="0" y="442"/>
                    </a:lnTo>
                    <a:lnTo>
                      <a:pt x="4" y="390"/>
                    </a:lnTo>
                    <a:lnTo>
                      <a:pt x="12" y="340"/>
                    </a:lnTo>
                    <a:lnTo>
                      <a:pt x="27" y="293"/>
                    </a:lnTo>
                    <a:lnTo>
                      <a:pt x="46" y="248"/>
                    </a:lnTo>
                    <a:lnTo>
                      <a:pt x="70" y="205"/>
                    </a:lnTo>
                    <a:lnTo>
                      <a:pt x="97" y="165"/>
                    </a:lnTo>
                    <a:lnTo>
                      <a:pt x="130" y="130"/>
                    </a:lnTo>
                    <a:lnTo>
                      <a:pt x="166" y="97"/>
                    </a:lnTo>
                    <a:lnTo>
                      <a:pt x="206" y="68"/>
                    </a:lnTo>
                    <a:lnTo>
                      <a:pt x="248" y="45"/>
                    </a:lnTo>
                    <a:lnTo>
                      <a:pt x="294" y="25"/>
                    </a:lnTo>
                    <a:lnTo>
                      <a:pt x="341" y="11"/>
                    </a:lnTo>
                    <a:lnTo>
                      <a:pt x="392" y="3"/>
                    </a:lnTo>
                    <a:lnTo>
                      <a:pt x="44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2000">
                  <a:solidFill>
                    <a:schemeClr val="bg1">
                      <a:lumMod val="50000"/>
                    </a:schemeClr>
                  </a:solidFill>
                  <a:latin typeface="字体视界-一风尚黑体" panose="02000500000000000000" pitchFamily="2" charset="-122"/>
                  <a:ea typeface="字体视界-一风尚黑体" panose="02000500000000000000" pitchFamily="2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5" name="Freeform 72">
              <a:extLst>
                <a:ext uri="{FF2B5EF4-FFF2-40B4-BE49-F238E27FC236}">
                  <a16:creationId xmlns:a16="http://schemas.microsoft.com/office/drawing/2014/main" id="{8962E3F9-58AC-CE63-EAFF-81FBA5CC57B9}"/>
                </a:ext>
              </a:extLst>
            </p:cNvPr>
            <p:cNvSpPr/>
            <p:nvPr/>
          </p:nvSpPr>
          <p:spPr bwMode="auto">
            <a:xfrm>
              <a:off x="5690550" y="3126967"/>
              <a:ext cx="679280" cy="775553"/>
            </a:xfrm>
            <a:custGeom>
              <a:avLst/>
              <a:gdLst>
                <a:gd name="T0" fmla="*/ 1098 w 2541"/>
                <a:gd name="T1" fmla="*/ 8 h 2906"/>
                <a:gd name="T2" fmla="*/ 1133 w 2541"/>
                <a:gd name="T3" fmla="*/ 48 h 2906"/>
                <a:gd name="T4" fmla="*/ 1130 w 2541"/>
                <a:gd name="T5" fmla="*/ 102 h 2906"/>
                <a:gd name="T6" fmla="*/ 1090 w 2541"/>
                <a:gd name="T7" fmla="*/ 136 h 2906"/>
                <a:gd name="T8" fmla="*/ 917 w 2541"/>
                <a:gd name="T9" fmla="*/ 214 h 2906"/>
                <a:gd name="T10" fmla="*/ 736 w 2541"/>
                <a:gd name="T11" fmla="*/ 341 h 2906"/>
                <a:gd name="T12" fmla="*/ 590 w 2541"/>
                <a:gd name="T13" fmla="*/ 501 h 2906"/>
                <a:gd name="T14" fmla="*/ 479 w 2541"/>
                <a:gd name="T15" fmla="*/ 688 h 2906"/>
                <a:gd name="T16" fmla="*/ 409 w 2541"/>
                <a:gd name="T17" fmla="*/ 895 h 2906"/>
                <a:gd name="T18" fmla="*/ 386 w 2541"/>
                <a:gd name="T19" fmla="*/ 1114 h 2906"/>
                <a:gd name="T20" fmla="*/ 378 w 2541"/>
                <a:gd name="T21" fmla="*/ 1330 h 2906"/>
                <a:gd name="T22" fmla="*/ 141 w 2541"/>
                <a:gd name="T23" fmla="*/ 1791 h 2906"/>
                <a:gd name="T24" fmla="*/ 145 w 2541"/>
                <a:gd name="T25" fmla="*/ 1829 h 2906"/>
                <a:gd name="T26" fmla="*/ 188 w 2541"/>
                <a:gd name="T27" fmla="*/ 1851 h 2906"/>
                <a:gd name="T28" fmla="*/ 336 w 2541"/>
                <a:gd name="T29" fmla="*/ 1855 h 2906"/>
                <a:gd name="T30" fmla="*/ 377 w 2541"/>
                <a:gd name="T31" fmla="*/ 1887 h 2906"/>
                <a:gd name="T32" fmla="*/ 386 w 2541"/>
                <a:gd name="T33" fmla="*/ 2330 h 2906"/>
                <a:gd name="T34" fmla="*/ 414 w 2541"/>
                <a:gd name="T35" fmla="*/ 2418 h 2906"/>
                <a:gd name="T36" fmla="*/ 482 w 2541"/>
                <a:gd name="T37" fmla="*/ 2477 h 2906"/>
                <a:gd name="T38" fmla="*/ 856 w 2541"/>
                <a:gd name="T39" fmla="*/ 2445 h 2906"/>
                <a:gd name="T40" fmla="*/ 899 w 2541"/>
                <a:gd name="T41" fmla="*/ 2452 h 2906"/>
                <a:gd name="T42" fmla="*/ 933 w 2541"/>
                <a:gd name="T43" fmla="*/ 2494 h 2906"/>
                <a:gd name="T44" fmla="*/ 2099 w 2541"/>
                <a:gd name="T45" fmla="*/ 2764 h 2906"/>
                <a:gd name="T46" fmla="*/ 2109 w 2541"/>
                <a:gd name="T47" fmla="*/ 1888 h 2906"/>
                <a:gd name="T48" fmla="*/ 2224 w 2541"/>
                <a:gd name="T49" fmla="*/ 1763 h 2906"/>
                <a:gd name="T50" fmla="*/ 2347 w 2541"/>
                <a:gd name="T51" fmla="*/ 1575 h 2906"/>
                <a:gd name="T52" fmla="*/ 2412 w 2541"/>
                <a:gd name="T53" fmla="*/ 1419 h 2906"/>
                <a:gd name="T54" fmla="*/ 2455 w 2541"/>
                <a:gd name="T55" fmla="*/ 1389 h 2906"/>
                <a:gd name="T56" fmla="*/ 2509 w 2541"/>
                <a:gd name="T57" fmla="*/ 1400 h 2906"/>
                <a:gd name="T58" fmla="*/ 2539 w 2541"/>
                <a:gd name="T59" fmla="*/ 1443 h 2906"/>
                <a:gd name="T60" fmla="*/ 2509 w 2541"/>
                <a:gd name="T61" fmla="*/ 1556 h 2906"/>
                <a:gd name="T62" fmla="*/ 2395 w 2541"/>
                <a:gd name="T63" fmla="*/ 1770 h 2906"/>
                <a:gd name="T64" fmla="*/ 2239 w 2541"/>
                <a:gd name="T65" fmla="*/ 1955 h 2906"/>
                <a:gd name="T66" fmla="*/ 2230 w 2541"/>
                <a:gd name="T67" fmla="*/ 2871 h 2906"/>
                <a:gd name="T68" fmla="*/ 2187 w 2541"/>
                <a:gd name="T69" fmla="*/ 2902 h 2906"/>
                <a:gd name="T70" fmla="*/ 847 w 2541"/>
                <a:gd name="T71" fmla="*/ 2902 h 2906"/>
                <a:gd name="T72" fmla="*/ 805 w 2541"/>
                <a:gd name="T73" fmla="*/ 2871 h 2906"/>
                <a:gd name="T74" fmla="*/ 796 w 2541"/>
                <a:gd name="T75" fmla="*/ 2596 h 2906"/>
                <a:gd name="T76" fmla="*/ 551 w 2541"/>
                <a:gd name="T77" fmla="*/ 2631 h 2906"/>
                <a:gd name="T78" fmla="*/ 461 w 2541"/>
                <a:gd name="T79" fmla="*/ 2618 h 2906"/>
                <a:gd name="T80" fmla="*/ 350 w 2541"/>
                <a:gd name="T81" fmla="*/ 2557 h 2906"/>
                <a:gd name="T82" fmla="*/ 274 w 2541"/>
                <a:gd name="T83" fmla="*/ 2455 h 2906"/>
                <a:gd name="T84" fmla="*/ 246 w 2541"/>
                <a:gd name="T85" fmla="*/ 2329 h 2906"/>
                <a:gd name="T86" fmla="*/ 176 w 2541"/>
                <a:gd name="T87" fmla="*/ 1989 h 2906"/>
                <a:gd name="T88" fmla="*/ 87 w 2541"/>
                <a:gd name="T89" fmla="*/ 1961 h 2906"/>
                <a:gd name="T90" fmla="*/ 24 w 2541"/>
                <a:gd name="T91" fmla="*/ 1900 h 2906"/>
                <a:gd name="T92" fmla="*/ 0 w 2541"/>
                <a:gd name="T93" fmla="*/ 1817 h 2906"/>
                <a:gd name="T94" fmla="*/ 16 w 2541"/>
                <a:gd name="T95" fmla="*/ 1724 h 2906"/>
                <a:gd name="T96" fmla="*/ 247 w 2541"/>
                <a:gd name="T97" fmla="*/ 1114 h 2906"/>
                <a:gd name="T98" fmla="*/ 271 w 2541"/>
                <a:gd name="T99" fmla="*/ 878 h 2906"/>
                <a:gd name="T100" fmla="*/ 341 w 2541"/>
                <a:gd name="T101" fmla="*/ 655 h 2906"/>
                <a:gd name="T102" fmla="*/ 453 w 2541"/>
                <a:gd name="T103" fmla="*/ 453 h 2906"/>
                <a:gd name="T104" fmla="*/ 602 w 2541"/>
                <a:gd name="T105" fmla="*/ 274 h 2906"/>
                <a:gd name="T106" fmla="*/ 785 w 2541"/>
                <a:gd name="T107" fmla="*/ 129 h 2906"/>
                <a:gd name="T108" fmla="*/ 983 w 2541"/>
                <a:gd name="T109" fmla="*/ 27 h 2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41" h="2906">
                  <a:moveTo>
                    <a:pt x="1063" y="0"/>
                  </a:moveTo>
                  <a:lnTo>
                    <a:pt x="1082" y="1"/>
                  </a:lnTo>
                  <a:lnTo>
                    <a:pt x="1098" y="8"/>
                  </a:lnTo>
                  <a:lnTo>
                    <a:pt x="1113" y="17"/>
                  </a:lnTo>
                  <a:lnTo>
                    <a:pt x="1125" y="31"/>
                  </a:lnTo>
                  <a:lnTo>
                    <a:pt x="1133" y="48"/>
                  </a:lnTo>
                  <a:lnTo>
                    <a:pt x="1137" y="66"/>
                  </a:lnTo>
                  <a:lnTo>
                    <a:pt x="1135" y="85"/>
                  </a:lnTo>
                  <a:lnTo>
                    <a:pt x="1130" y="102"/>
                  </a:lnTo>
                  <a:lnTo>
                    <a:pt x="1121" y="116"/>
                  </a:lnTo>
                  <a:lnTo>
                    <a:pt x="1107" y="128"/>
                  </a:lnTo>
                  <a:lnTo>
                    <a:pt x="1090" y="136"/>
                  </a:lnTo>
                  <a:lnTo>
                    <a:pt x="1036" y="156"/>
                  </a:lnTo>
                  <a:lnTo>
                    <a:pt x="983" y="180"/>
                  </a:lnTo>
                  <a:lnTo>
                    <a:pt x="917" y="214"/>
                  </a:lnTo>
                  <a:lnTo>
                    <a:pt x="854" y="252"/>
                  </a:lnTo>
                  <a:lnTo>
                    <a:pt x="793" y="295"/>
                  </a:lnTo>
                  <a:lnTo>
                    <a:pt x="736" y="341"/>
                  </a:lnTo>
                  <a:lnTo>
                    <a:pt x="684" y="392"/>
                  </a:lnTo>
                  <a:lnTo>
                    <a:pt x="634" y="444"/>
                  </a:lnTo>
                  <a:lnTo>
                    <a:pt x="590" y="501"/>
                  </a:lnTo>
                  <a:lnTo>
                    <a:pt x="549" y="561"/>
                  </a:lnTo>
                  <a:lnTo>
                    <a:pt x="512" y="624"/>
                  </a:lnTo>
                  <a:lnTo>
                    <a:pt x="479" y="688"/>
                  </a:lnTo>
                  <a:lnTo>
                    <a:pt x="452" y="755"/>
                  </a:lnTo>
                  <a:lnTo>
                    <a:pt x="428" y="824"/>
                  </a:lnTo>
                  <a:lnTo>
                    <a:pt x="409" y="895"/>
                  </a:lnTo>
                  <a:lnTo>
                    <a:pt x="397" y="966"/>
                  </a:lnTo>
                  <a:lnTo>
                    <a:pt x="388" y="1040"/>
                  </a:lnTo>
                  <a:lnTo>
                    <a:pt x="386" y="1114"/>
                  </a:lnTo>
                  <a:lnTo>
                    <a:pt x="386" y="1297"/>
                  </a:lnTo>
                  <a:lnTo>
                    <a:pt x="384" y="1314"/>
                  </a:lnTo>
                  <a:lnTo>
                    <a:pt x="378" y="1330"/>
                  </a:lnTo>
                  <a:lnTo>
                    <a:pt x="154" y="1758"/>
                  </a:lnTo>
                  <a:lnTo>
                    <a:pt x="147" y="1775"/>
                  </a:lnTo>
                  <a:lnTo>
                    <a:pt x="141" y="1791"/>
                  </a:lnTo>
                  <a:lnTo>
                    <a:pt x="139" y="1806"/>
                  </a:lnTo>
                  <a:lnTo>
                    <a:pt x="140" y="1818"/>
                  </a:lnTo>
                  <a:lnTo>
                    <a:pt x="145" y="1829"/>
                  </a:lnTo>
                  <a:lnTo>
                    <a:pt x="154" y="1838"/>
                  </a:lnTo>
                  <a:lnTo>
                    <a:pt x="169" y="1846"/>
                  </a:lnTo>
                  <a:lnTo>
                    <a:pt x="188" y="1851"/>
                  </a:lnTo>
                  <a:lnTo>
                    <a:pt x="211" y="1852"/>
                  </a:lnTo>
                  <a:lnTo>
                    <a:pt x="317" y="1852"/>
                  </a:lnTo>
                  <a:lnTo>
                    <a:pt x="336" y="1855"/>
                  </a:lnTo>
                  <a:lnTo>
                    <a:pt x="352" y="1862"/>
                  </a:lnTo>
                  <a:lnTo>
                    <a:pt x="366" y="1873"/>
                  </a:lnTo>
                  <a:lnTo>
                    <a:pt x="377" y="1887"/>
                  </a:lnTo>
                  <a:lnTo>
                    <a:pt x="384" y="1904"/>
                  </a:lnTo>
                  <a:lnTo>
                    <a:pt x="386" y="1923"/>
                  </a:lnTo>
                  <a:lnTo>
                    <a:pt x="386" y="2330"/>
                  </a:lnTo>
                  <a:lnTo>
                    <a:pt x="389" y="2362"/>
                  </a:lnTo>
                  <a:lnTo>
                    <a:pt x="399" y="2392"/>
                  </a:lnTo>
                  <a:lnTo>
                    <a:pt x="414" y="2418"/>
                  </a:lnTo>
                  <a:lnTo>
                    <a:pt x="433" y="2443"/>
                  </a:lnTo>
                  <a:lnTo>
                    <a:pt x="456" y="2463"/>
                  </a:lnTo>
                  <a:lnTo>
                    <a:pt x="482" y="2477"/>
                  </a:lnTo>
                  <a:lnTo>
                    <a:pt x="512" y="2487"/>
                  </a:lnTo>
                  <a:lnTo>
                    <a:pt x="543" y="2491"/>
                  </a:lnTo>
                  <a:lnTo>
                    <a:pt x="856" y="2445"/>
                  </a:lnTo>
                  <a:lnTo>
                    <a:pt x="870" y="2444"/>
                  </a:lnTo>
                  <a:lnTo>
                    <a:pt x="885" y="2447"/>
                  </a:lnTo>
                  <a:lnTo>
                    <a:pt x="899" y="2452"/>
                  </a:lnTo>
                  <a:lnTo>
                    <a:pt x="912" y="2461"/>
                  </a:lnTo>
                  <a:lnTo>
                    <a:pt x="924" y="2476"/>
                  </a:lnTo>
                  <a:lnTo>
                    <a:pt x="933" y="2494"/>
                  </a:lnTo>
                  <a:lnTo>
                    <a:pt x="936" y="2514"/>
                  </a:lnTo>
                  <a:lnTo>
                    <a:pt x="936" y="2764"/>
                  </a:lnTo>
                  <a:lnTo>
                    <a:pt x="2099" y="2764"/>
                  </a:lnTo>
                  <a:lnTo>
                    <a:pt x="2099" y="1925"/>
                  </a:lnTo>
                  <a:lnTo>
                    <a:pt x="2101" y="1906"/>
                  </a:lnTo>
                  <a:lnTo>
                    <a:pt x="2109" y="1888"/>
                  </a:lnTo>
                  <a:lnTo>
                    <a:pt x="2121" y="1873"/>
                  </a:lnTo>
                  <a:lnTo>
                    <a:pt x="2175" y="1820"/>
                  </a:lnTo>
                  <a:lnTo>
                    <a:pt x="2224" y="1763"/>
                  </a:lnTo>
                  <a:lnTo>
                    <a:pt x="2270" y="1703"/>
                  </a:lnTo>
                  <a:lnTo>
                    <a:pt x="2310" y="1640"/>
                  </a:lnTo>
                  <a:lnTo>
                    <a:pt x="2347" y="1575"/>
                  </a:lnTo>
                  <a:lnTo>
                    <a:pt x="2377" y="1506"/>
                  </a:lnTo>
                  <a:lnTo>
                    <a:pt x="2404" y="1436"/>
                  </a:lnTo>
                  <a:lnTo>
                    <a:pt x="2412" y="1419"/>
                  </a:lnTo>
                  <a:lnTo>
                    <a:pt x="2424" y="1405"/>
                  </a:lnTo>
                  <a:lnTo>
                    <a:pt x="2438" y="1395"/>
                  </a:lnTo>
                  <a:lnTo>
                    <a:pt x="2455" y="1389"/>
                  </a:lnTo>
                  <a:lnTo>
                    <a:pt x="2474" y="1388"/>
                  </a:lnTo>
                  <a:lnTo>
                    <a:pt x="2492" y="1391"/>
                  </a:lnTo>
                  <a:lnTo>
                    <a:pt x="2509" y="1400"/>
                  </a:lnTo>
                  <a:lnTo>
                    <a:pt x="2523" y="1411"/>
                  </a:lnTo>
                  <a:lnTo>
                    <a:pt x="2533" y="1426"/>
                  </a:lnTo>
                  <a:lnTo>
                    <a:pt x="2539" y="1443"/>
                  </a:lnTo>
                  <a:lnTo>
                    <a:pt x="2541" y="1461"/>
                  </a:lnTo>
                  <a:lnTo>
                    <a:pt x="2537" y="1480"/>
                  </a:lnTo>
                  <a:lnTo>
                    <a:pt x="2509" y="1556"/>
                  </a:lnTo>
                  <a:lnTo>
                    <a:pt x="2476" y="1630"/>
                  </a:lnTo>
                  <a:lnTo>
                    <a:pt x="2438" y="1701"/>
                  </a:lnTo>
                  <a:lnTo>
                    <a:pt x="2395" y="1770"/>
                  </a:lnTo>
                  <a:lnTo>
                    <a:pt x="2348" y="1835"/>
                  </a:lnTo>
                  <a:lnTo>
                    <a:pt x="2295" y="1896"/>
                  </a:lnTo>
                  <a:lnTo>
                    <a:pt x="2239" y="1955"/>
                  </a:lnTo>
                  <a:lnTo>
                    <a:pt x="2239" y="2835"/>
                  </a:lnTo>
                  <a:lnTo>
                    <a:pt x="2236" y="2854"/>
                  </a:lnTo>
                  <a:lnTo>
                    <a:pt x="2230" y="2871"/>
                  </a:lnTo>
                  <a:lnTo>
                    <a:pt x="2218" y="2884"/>
                  </a:lnTo>
                  <a:lnTo>
                    <a:pt x="2204" y="2896"/>
                  </a:lnTo>
                  <a:lnTo>
                    <a:pt x="2187" y="2902"/>
                  </a:lnTo>
                  <a:lnTo>
                    <a:pt x="2168" y="2906"/>
                  </a:lnTo>
                  <a:lnTo>
                    <a:pt x="865" y="2906"/>
                  </a:lnTo>
                  <a:lnTo>
                    <a:pt x="847" y="2902"/>
                  </a:lnTo>
                  <a:lnTo>
                    <a:pt x="830" y="2896"/>
                  </a:lnTo>
                  <a:lnTo>
                    <a:pt x="816" y="2884"/>
                  </a:lnTo>
                  <a:lnTo>
                    <a:pt x="805" y="2871"/>
                  </a:lnTo>
                  <a:lnTo>
                    <a:pt x="798" y="2854"/>
                  </a:lnTo>
                  <a:lnTo>
                    <a:pt x="796" y="2835"/>
                  </a:lnTo>
                  <a:lnTo>
                    <a:pt x="796" y="2596"/>
                  </a:lnTo>
                  <a:lnTo>
                    <a:pt x="558" y="2631"/>
                  </a:lnTo>
                  <a:lnTo>
                    <a:pt x="555" y="2631"/>
                  </a:lnTo>
                  <a:lnTo>
                    <a:pt x="551" y="2631"/>
                  </a:lnTo>
                  <a:lnTo>
                    <a:pt x="549" y="2630"/>
                  </a:lnTo>
                  <a:lnTo>
                    <a:pt x="503" y="2627"/>
                  </a:lnTo>
                  <a:lnTo>
                    <a:pt x="461" y="2618"/>
                  </a:lnTo>
                  <a:lnTo>
                    <a:pt x="421" y="2602"/>
                  </a:lnTo>
                  <a:lnTo>
                    <a:pt x="384" y="2582"/>
                  </a:lnTo>
                  <a:lnTo>
                    <a:pt x="350" y="2557"/>
                  </a:lnTo>
                  <a:lnTo>
                    <a:pt x="321" y="2526"/>
                  </a:lnTo>
                  <a:lnTo>
                    <a:pt x="295" y="2493"/>
                  </a:lnTo>
                  <a:lnTo>
                    <a:pt x="274" y="2455"/>
                  </a:lnTo>
                  <a:lnTo>
                    <a:pt x="260" y="2415"/>
                  </a:lnTo>
                  <a:lnTo>
                    <a:pt x="249" y="2373"/>
                  </a:lnTo>
                  <a:lnTo>
                    <a:pt x="246" y="2329"/>
                  </a:lnTo>
                  <a:lnTo>
                    <a:pt x="246" y="1991"/>
                  </a:lnTo>
                  <a:lnTo>
                    <a:pt x="211" y="1991"/>
                  </a:lnTo>
                  <a:lnTo>
                    <a:pt x="176" y="1989"/>
                  </a:lnTo>
                  <a:lnTo>
                    <a:pt x="143" y="1983"/>
                  </a:lnTo>
                  <a:lnTo>
                    <a:pt x="114" y="1973"/>
                  </a:lnTo>
                  <a:lnTo>
                    <a:pt x="87" y="1961"/>
                  </a:lnTo>
                  <a:lnTo>
                    <a:pt x="62" y="1944"/>
                  </a:lnTo>
                  <a:lnTo>
                    <a:pt x="41" y="1924"/>
                  </a:lnTo>
                  <a:lnTo>
                    <a:pt x="24" y="1900"/>
                  </a:lnTo>
                  <a:lnTo>
                    <a:pt x="12" y="1874"/>
                  </a:lnTo>
                  <a:lnTo>
                    <a:pt x="3" y="1846"/>
                  </a:lnTo>
                  <a:lnTo>
                    <a:pt x="0" y="1817"/>
                  </a:lnTo>
                  <a:lnTo>
                    <a:pt x="0" y="1787"/>
                  </a:lnTo>
                  <a:lnTo>
                    <a:pt x="5" y="1756"/>
                  </a:lnTo>
                  <a:lnTo>
                    <a:pt x="16" y="1724"/>
                  </a:lnTo>
                  <a:lnTo>
                    <a:pt x="30" y="1693"/>
                  </a:lnTo>
                  <a:lnTo>
                    <a:pt x="247" y="1279"/>
                  </a:lnTo>
                  <a:lnTo>
                    <a:pt x="247" y="1114"/>
                  </a:lnTo>
                  <a:lnTo>
                    <a:pt x="250" y="1034"/>
                  </a:lnTo>
                  <a:lnTo>
                    <a:pt x="257" y="956"/>
                  </a:lnTo>
                  <a:lnTo>
                    <a:pt x="271" y="878"/>
                  </a:lnTo>
                  <a:lnTo>
                    <a:pt x="289" y="802"/>
                  </a:lnTo>
                  <a:lnTo>
                    <a:pt x="313" y="728"/>
                  </a:lnTo>
                  <a:lnTo>
                    <a:pt x="341" y="655"/>
                  </a:lnTo>
                  <a:lnTo>
                    <a:pt x="374" y="586"/>
                  </a:lnTo>
                  <a:lnTo>
                    <a:pt x="412" y="518"/>
                  </a:lnTo>
                  <a:lnTo>
                    <a:pt x="453" y="453"/>
                  </a:lnTo>
                  <a:lnTo>
                    <a:pt x="498" y="390"/>
                  </a:lnTo>
                  <a:lnTo>
                    <a:pt x="549" y="330"/>
                  </a:lnTo>
                  <a:lnTo>
                    <a:pt x="602" y="274"/>
                  </a:lnTo>
                  <a:lnTo>
                    <a:pt x="659" y="223"/>
                  </a:lnTo>
                  <a:lnTo>
                    <a:pt x="721" y="173"/>
                  </a:lnTo>
                  <a:lnTo>
                    <a:pt x="785" y="129"/>
                  </a:lnTo>
                  <a:lnTo>
                    <a:pt x="854" y="89"/>
                  </a:lnTo>
                  <a:lnTo>
                    <a:pt x="924" y="52"/>
                  </a:lnTo>
                  <a:lnTo>
                    <a:pt x="983" y="27"/>
                  </a:lnTo>
                  <a:lnTo>
                    <a:pt x="1045" y="3"/>
                  </a:lnTo>
                  <a:lnTo>
                    <a:pt x="10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000">
                <a:solidFill>
                  <a:schemeClr val="bg1">
                    <a:lumMod val="50000"/>
                  </a:schemeClr>
                </a:solidFill>
                <a:latin typeface="字体视界-一风尚黑体" panose="02000500000000000000" pitchFamily="2" charset="-122"/>
                <a:ea typeface="字体视界-一风尚黑体" panose="020005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39B72629-53F7-8635-A7B3-DBA09066B665}"/>
              </a:ext>
            </a:extLst>
          </p:cNvPr>
          <p:cNvSpPr txBox="1"/>
          <p:nvPr/>
        </p:nvSpPr>
        <p:spPr>
          <a:xfrm>
            <a:off x="1614160" y="2142722"/>
            <a:ext cx="2235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r"/>
            <a:r>
              <a:rPr kumimoji="1" lang="en-US" altLang="zh-CN" sz="2400" dirty="0" err="1"/>
              <a:t>Xxljob</a:t>
            </a:r>
            <a:r>
              <a:rPr kumimoji="1" lang="zh-CN" altLang="en-US" sz="2400" dirty="0"/>
              <a:t>组件支持录制和回放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  <a:sym typeface="HarmonyOS Sans SC Light" panose="00000400000000000000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DB66DC1-79A9-6282-9E17-DB706AC1277C}"/>
              </a:ext>
            </a:extLst>
          </p:cNvPr>
          <p:cNvSpPr txBox="1"/>
          <p:nvPr/>
        </p:nvSpPr>
        <p:spPr>
          <a:xfrm>
            <a:off x="1614160" y="4178838"/>
            <a:ext cx="2235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r"/>
            <a:r>
              <a:rPr kumimoji="1" lang="zh-CN" altLang="en-US" sz="2400" dirty="0"/>
              <a:t>全链路的录制回放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  <a:sym typeface="HarmonyOS Sans SC Light" panose="00000400000000000000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FF28C9E-CDE0-C1DB-938E-F5A8860CC934}"/>
              </a:ext>
            </a:extLst>
          </p:cNvPr>
          <p:cNvSpPr txBox="1"/>
          <p:nvPr/>
        </p:nvSpPr>
        <p:spPr>
          <a:xfrm>
            <a:off x="8397624" y="2142722"/>
            <a:ext cx="22355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kumimoji="1" lang="zh-CN" altLang="en-US" sz="2400" b="0" dirty="0"/>
              <a:t>流量回放链路和公司</a:t>
            </a:r>
            <a:r>
              <a:rPr kumimoji="1" lang="en-US" altLang="zh-CN" sz="2400" b="0" dirty="0"/>
              <a:t>trace</a:t>
            </a:r>
            <a:r>
              <a:rPr kumimoji="1" lang="zh-CN" altLang="en-US" sz="2400" b="0" dirty="0"/>
              <a:t>链路打通</a:t>
            </a:r>
            <a:endParaRPr lang="zh-CN" altLang="en-US" sz="2400" b="0" dirty="0">
              <a:solidFill>
                <a:schemeClr val="bg1">
                  <a:lumMod val="50000"/>
                </a:schemeClr>
              </a:solidFill>
              <a:sym typeface="HarmonyOS Sans SC Light" panose="00000400000000000000" pitchFamily="2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6AB9265-1A34-298C-7C6D-0828AD1EFA99}"/>
              </a:ext>
            </a:extLst>
          </p:cNvPr>
          <p:cNvSpPr txBox="1"/>
          <p:nvPr/>
        </p:nvSpPr>
        <p:spPr>
          <a:xfrm>
            <a:off x="8397624" y="4178838"/>
            <a:ext cx="2235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sym typeface="HarmonyOS Sans SC Light" panose="00000400000000000000" pitchFamily="2" charset="-122"/>
              </a:rPr>
              <a:t>接入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sym typeface="HarmonyOS Sans SC Light" panose="00000400000000000000" pitchFamily="2" charset="-122"/>
              </a:rPr>
              <a:t>jean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sym typeface="HarmonyOS Sans SC Light" panose="00000400000000000000" pitchFamily="2" charset="-122"/>
              </a:rPr>
              <a:t>平台自动执行</a:t>
            </a:r>
          </a:p>
        </p:txBody>
      </p:sp>
    </p:spTree>
    <p:extLst>
      <p:ext uri="{BB962C8B-B14F-4D97-AF65-F5344CB8AC3E}">
        <p14:creationId xmlns:p14="http://schemas.microsoft.com/office/powerpoint/2010/main" val="1761073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-jean</a:t>
            </a:r>
            <a:r>
              <a:rPr lang="zh-CN" altLang="en-US" dirty="0"/>
              <a:t>平台配置</a:t>
            </a:r>
            <a:r>
              <a:rPr lang="en-US" altLang="zh-CN" dirty="0"/>
              <a:t>agent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B2CAA5-4A4C-4D11-E3D7-C66787F3A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1161431"/>
            <a:ext cx="11180241" cy="528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68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-jean</a:t>
            </a:r>
            <a:r>
              <a:rPr lang="zh-CN" altLang="en-US" dirty="0"/>
              <a:t>平台配置</a:t>
            </a:r>
            <a:r>
              <a:rPr lang="en-US" altLang="zh-CN" dirty="0"/>
              <a:t>agent</a:t>
            </a:r>
            <a:r>
              <a:rPr lang="zh-CN" altLang="en-US" dirty="0"/>
              <a:t>参数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4A0A489-28B7-4D69-F445-085A678CC230}"/>
              </a:ext>
            </a:extLst>
          </p:cNvPr>
          <p:cNvSpPr txBox="1"/>
          <p:nvPr/>
        </p:nvSpPr>
        <p:spPr>
          <a:xfrm>
            <a:off x="869370" y="1161431"/>
            <a:ext cx="9879628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1</a:t>
            </a:r>
            <a:r>
              <a:rPr kumimoji="1" lang="zh-CN" altLang="en" dirty="0"/>
              <a:t>、</a:t>
            </a:r>
            <a:r>
              <a:rPr kumimoji="1" lang="en" altLang="zh-CN" dirty="0"/>
              <a:t>-</a:t>
            </a:r>
            <a:r>
              <a:rPr kumimoji="1" lang="en" altLang="zh-CN" dirty="0" err="1"/>
              <a:t>Darex.service.name</a:t>
            </a:r>
            <a:r>
              <a:rPr kumimoji="1" lang="en" altLang="zh-CN" dirty="0"/>
              <a:t>=</a:t>
            </a:r>
            <a:r>
              <a:rPr kumimoji="1" lang="en" altLang="zh-CN" dirty="0" err="1"/>
              <a:t>pbssuzhou.java.arsenal.service.jq.customer</a:t>
            </a:r>
            <a:r>
              <a:rPr kumimoji="1" lang="en" altLang="zh-CN" dirty="0"/>
              <a:t> </a:t>
            </a:r>
          </a:p>
          <a:p>
            <a:r>
              <a:rPr kumimoji="1" lang="zh-CN" altLang="en-US" dirty="0"/>
              <a:t>应用名称</a:t>
            </a:r>
            <a:endParaRPr kumimoji="1" lang="en-US" altLang="zh-CN" dirty="0"/>
          </a:p>
          <a:p>
            <a:endParaRPr kumimoji="1" lang="zh-CN" altLang="en-US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-</a:t>
            </a:r>
            <a:r>
              <a:rPr kumimoji="1" lang="en" altLang="zh-CN" dirty="0" err="1"/>
              <a:t>Darex.tags.env</a:t>
            </a:r>
            <a:r>
              <a:rPr kumimoji="1" lang="en" altLang="zh-CN" dirty="0"/>
              <a:t>=</a:t>
            </a:r>
            <a:r>
              <a:rPr kumimoji="1" lang="en" altLang="zh-CN" dirty="0" err="1"/>
              <a:t>qa</a:t>
            </a:r>
            <a:endParaRPr kumimoji="1" lang="en" altLang="zh-CN" dirty="0"/>
          </a:p>
          <a:p>
            <a:r>
              <a:rPr kumimoji="1" lang="zh-CN" altLang="en-US" dirty="0"/>
              <a:t>标识哪个环境，回放时可以根据环境回放。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、</a:t>
            </a:r>
            <a:r>
              <a:rPr kumimoji="1" lang="en-US" altLang="zh-CN" dirty="0"/>
              <a:t>-</a:t>
            </a:r>
            <a:r>
              <a:rPr kumimoji="1" lang="en" altLang="zh-CN" dirty="0" err="1"/>
              <a:t>Darex.coverage.packages</a:t>
            </a:r>
            <a:r>
              <a:rPr kumimoji="1" lang="en" altLang="zh-CN" dirty="0"/>
              <a:t>=</a:t>
            </a:r>
            <a:r>
              <a:rPr kumimoji="1" lang="en" altLang="zh-CN" dirty="0" err="1"/>
              <a:t>com.ly.arsenal.saas</a:t>
            </a:r>
            <a:endParaRPr kumimoji="1" lang="en" altLang="zh-CN" dirty="0"/>
          </a:p>
          <a:p>
            <a:r>
              <a:rPr kumimoji="1" lang="en" altLang="zh-CN" dirty="0"/>
              <a:t>AREX</a:t>
            </a:r>
            <a:r>
              <a:rPr kumimoji="1" lang="zh-CN" altLang="en-US" dirty="0"/>
              <a:t>支持对缓存组件的录制和回放，比如</a:t>
            </a:r>
            <a:r>
              <a:rPr kumimoji="1" lang="en" altLang="zh-CN" dirty="0"/>
              <a:t>Spring Cache</a:t>
            </a:r>
            <a:r>
              <a:rPr kumimoji="1" lang="zh-CN" altLang="en" dirty="0"/>
              <a:t>、</a:t>
            </a:r>
            <a:r>
              <a:rPr kumimoji="1" lang="en" altLang="zh-CN" dirty="0"/>
              <a:t>Guava Cache </a:t>
            </a:r>
            <a:r>
              <a:rPr kumimoji="1" lang="zh-CN" altLang="en-US" dirty="0"/>
              <a:t>或 </a:t>
            </a:r>
            <a:r>
              <a:rPr kumimoji="1" lang="en" altLang="zh-CN" dirty="0"/>
              <a:t>Caffeine Cache</a:t>
            </a:r>
            <a:r>
              <a:rPr kumimoji="1" lang="zh-CN" altLang="en" dirty="0"/>
              <a:t>，</a:t>
            </a:r>
            <a:endParaRPr kumimoji="1" lang="en-US" altLang="zh-CN" dirty="0"/>
          </a:p>
          <a:p>
            <a:r>
              <a:rPr kumimoji="1" lang="zh-CN" altLang="en-US" dirty="0"/>
              <a:t>但是在启动时需要使用上面的参数进行指定匹配路径。</a:t>
            </a:r>
          </a:p>
          <a:p>
            <a:r>
              <a:rPr kumimoji="1" lang="zh-CN" altLang="en-US" dirty="0"/>
              <a:t>​</a:t>
            </a:r>
            <a:endParaRPr kumimoji="1" lang="en-US" altLang="zh-CN" dirty="0"/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、</a:t>
            </a:r>
            <a:r>
              <a:rPr kumimoji="1" lang="en-US" altLang="zh-CN" dirty="0"/>
              <a:t>-</a:t>
            </a:r>
            <a:r>
              <a:rPr kumimoji="1" lang="en" altLang="zh-CN" dirty="0" err="1"/>
              <a:t>Darex.retransform.instrumentation.module</a:t>
            </a:r>
            <a:r>
              <a:rPr kumimoji="1" lang="en" altLang="zh-CN" dirty="0"/>
              <a:t>=dynamic-class</a:t>
            </a:r>
          </a:p>
          <a:p>
            <a:r>
              <a:rPr kumimoji="1" lang="en" altLang="zh-CN" dirty="0"/>
              <a:t>​</a:t>
            </a:r>
            <a:r>
              <a:rPr kumimoji="1" lang="zh-CN" altLang="en-US" dirty="0"/>
              <a:t>平台端如果配置了动态类（动态类的概念后续介绍），需要重启才会生效，如果想要实时生效，</a:t>
            </a:r>
            <a:endParaRPr kumimoji="1" lang="en-US" altLang="zh-CN" dirty="0"/>
          </a:p>
          <a:p>
            <a:r>
              <a:rPr kumimoji="1" lang="zh-CN" altLang="en-US" dirty="0"/>
              <a:t>就需要在应用的启动参数中加上这条配置。</a:t>
            </a:r>
          </a:p>
          <a:p>
            <a:r>
              <a:rPr kumimoji="1" lang="zh-CN" altLang="en-US" dirty="0"/>
              <a:t>​</a:t>
            </a:r>
            <a:endParaRPr kumimoji="1" lang="en-US" altLang="zh-CN" dirty="0"/>
          </a:p>
          <a:p>
            <a:r>
              <a:rPr kumimoji="1" lang="en-US" altLang="zh-CN" dirty="0"/>
              <a:t>5</a:t>
            </a:r>
            <a:r>
              <a:rPr kumimoji="1" lang="zh-CN" altLang="en-US" dirty="0"/>
              <a:t>、</a:t>
            </a:r>
            <a:r>
              <a:rPr kumimoji="1" lang="en-US" altLang="zh-CN" dirty="0"/>
              <a:t>-</a:t>
            </a:r>
            <a:r>
              <a:rPr kumimoji="1" lang="en" altLang="zh-CN" dirty="0" err="1"/>
              <a:t>Darex.storage.service.host</a:t>
            </a:r>
            <a:r>
              <a:rPr kumimoji="1" lang="en" altLang="zh-CN" dirty="0"/>
              <a:t>=storage.arex.uat.17usoft.com </a:t>
            </a:r>
          </a:p>
          <a:p>
            <a:r>
              <a:rPr kumimoji="1" lang="zh-CN" altLang="en-US" dirty="0"/>
              <a:t>指定录制的请求，上报到哪里进行保存。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6. -</a:t>
            </a:r>
            <a:r>
              <a:rPr kumimoji="1" lang="en-US" altLang="zh-CN" dirty="0" err="1"/>
              <a:t>Darex.ignore.type.prefixes</a:t>
            </a:r>
            <a:r>
              <a:rPr kumimoji="1" lang="en-US" altLang="zh-CN" dirty="0"/>
              <a:t>=</a:t>
            </a:r>
            <a:r>
              <a:rPr kumimoji="1" lang="en-US" altLang="zh-CN" dirty="0" err="1"/>
              <a:t>io.opentelemetry</a:t>
            </a:r>
            <a:r>
              <a:rPr kumimoji="1" lang="en-US" altLang="zh-CN" dirty="0"/>
              <a:t>. </a:t>
            </a:r>
          </a:p>
          <a:p>
            <a:r>
              <a:rPr kumimoji="1" lang="zh-CN" altLang="en-US" dirty="0"/>
              <a:t>忽略指定加强的包路径，该路径下面的代码不会增强。</a:t>
            </a:r>
          </a:p>
        </p:txBody>
      </p:sp>
    </p:spTree>
    <p:extLst>
      <p:ext uri="{BB962C8B-B14F-4D97-AF65-F5344CB8AC3E}">
        <p14:creationId xmlns:p14="http://schemas.microsoft.com/office/powerpoint/2010/main" val="1164226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en-US" altLang="zh-CN" dirty="0" err="1"/>
              <a:t>arex</a:t>
            </a:r>
            <a:r>
              <a:rPr lang="zh-CN" altLang="en-US" dirty="0"/>
              <a:t>平台配置</a:t>
            </a:r>
            <a:r>
              <a:rPr lang="en-US" altLang="zh-CN" dirty="0"/>
              <a:t>agent</a:t>
            </a:r>
            <a:r>
              <a:rPr lang="zh-CN" altLang="en-US" dirty="0"/>
              <a:t>挂载版本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38123C-0B15-7A06-EAF8-FD2EB7511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05" y="1161431"/>
            <a:ext cx="10454209" cy="539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82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en-US" altLang="zh-CN" dirty="0" err="1"/>
              <a:t>arex</a:t>
            </a:r>
            <a:r>
              <a:rPr lang="zh-CN" altLang="en-US" dirty="0"/>
              <a:t>录制详情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228BBC-0E2D-9BA0-3537-8D7BFC550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366" y="1052741"/>
            <a:ext cx="10734868" cy="561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149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zh-CN" altLang="en-US" dirty="0"/>
              <a:t>流量回放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FEBD993-2F29-FAD7-E922-1B927CA6B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48" y="1168665"/>
            <a:ext cx="10408447" cy="536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042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zh-CN" altLang="en-US" dirty="0"/>
              <a:t>测试报告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B61C68C-FB87-FA8B-CA2D-7104EB2CD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29602"/>
            <a:ext cx="10810800" cy="563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33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AREX</a:t>
            </a:r>
            <a:r>
              <a:rPr lang="zh-CN" altLang="en-US" dirty="0"/>
              <a:t>实践</a:t>
            </a:r>
            <a:r>
              <a:rPr lang="en-US" altLang="zh-CN" dirty="0"/>
              <a:t>-</a:t>
            </a:r>
            <a:r>
              <a:rPr lang="zh-CN" altLang="en-US" dirty="0"/>
              <a:t>差异结果比对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389366" y="980728"/>
            <a:ext cx="11413268" cy="0"/>
          </a:xfrm>
          <a:prstGeom prst="line">
            <a:avLst/>
          </a:prstGeom>
          <a:ln w="12700">
            <a:solidFill>
              <a:srgbClr val="65B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https://wework.qpic.cn/wwpic/766806_PsrwMG3YSNem3QQ_1599777007/640?tp=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2D18EA7-5E3C-6D47-9464-7D016DF9F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7EEF7F5-4D5A-6B47-28D2-A499EAF2B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77B5F6-AE0D-32D2-E98D-1547ACFEA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74" y="1161431"/>
            <a:ext cx="10178652" cy="53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22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游戏机&#10;&#10;描述已自动生成">
            <a:extLst>
              <a:ext uri="{FF2B5EF4-FFF2-40B4-BE49-F238E27FC236}">
                <a16:creationId xmlns:a16="http://schemas.microsoft.com/office/drawing/2014/main" id="{D112E8D1-BCC2-A34D-A9A4-F6B88318F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"/>
            <a:ext cx="12192000" cy="6879744"/>
          </a:xfrm>
          <a:prstGeom prst="rect">
            <a:avLst/>
          </a:prstGeom>
        </p:spPr>
      </p:pic>
      <p:pic>
        <p:nvPicPr>
          <p:cNvPr id="11" name="图片 10" descr="图片包含 游戏机, 画&#10;&#10;描述已自动生成">
            <a:extLst>
              <a:ext uri="{FF2B5EF4-FFF2-40B4-BE49-F238E27FC236}">
                <a16:creationId xmlns:a16="http://schemas.microsoft.com/office/drawing/2014/main" id="{7D6D8502-53CB-5D43-8CC9-417E74B7B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816" y="1988840"/>
            <a:ext cx="3293921" cy="1812528"/>
          </a:xfrm>
          <a:prstGeom prst="rect">
            <a:avLst/>
          </a:prstGeom>
        </p:spPr>
      </p:pic>
      <p:pic>
        <p:nvPicPr>
          <p:cNvPr id="13" name="图片 12" descr="图片包含 游戏机&#10;&#10;描述已自动生成">
            <a:extLst>
              <a:ext uri="{FF2B5EF4-FFF2-40B4-BE49-F238E27FC236}">
                <a16:creationId xmlns:a16="http://schemas.microsoft.com/office/drawing/2014/main" id="{016FC672-05C5-9F4F-969A-D4F13000D0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944" y="6160161"/>
            <a:ext cx="1173844" cy="33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3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37535</TotalTime>
  <Words>1206</Words>
  <Application>Microsoft Macintosh PowerPoint</Application>
  <PresentationFormat>宽屏</PresentationFormat>
  <Paragraphs>174</Paragraphs>
  <Slides>33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DengXian</vt:lpstr>
      <vt:lpstr>微软雅黑</vt:lpstr>
      <vt:lpstr>字体视界-一风尚黑体</vt:lpstr>
      <vt:lpstr>HarmonyOS Sans SC Light</vt:lpstr>
      <vt:lpstr>system-ui</vt:lpstr>
      <vt:lpstr>Arial</vt:lpstr>
      <vt:lpstr>Avenir</vt:lpstr>
      <vt:lpstr>Office 主题</vt:lpstr>
      <vt:lpstr>流量回放</vt:lpstr>
      <vt:lpstr>目录</vt:lpstr>
      <vt:lpstr>流量回放是什么</vt:lpstr>
      <vt:lpstr>流量回放是什么</vt:lpstr>
      <vt:lpstr>流量回放解决的痛点</vt:lpstr>
      <vt:lpstr>流量回放解决的痛点</vt:lpstr>
      <vt:lpstr>技术选型</vt:lpstr>
      <vt:lpstr>AREX技术实现-AREX 核心优势</vt:lpstr>
      <vt:lpstr>AREX技术实现-整体架构</vt:lpstr>
      <vt:lpstr>AREX技术实现-agent加载</vt:lpstr>
      <vt:lpstr>AREX技术实现-支持的组件列表</vt:lpstr>
      <vt:lpstr>AREX技术实现-正常服务调用过程</vt:lpstr>
      <vt:lpstr>AREX技术实现-流量录制</vt:lpstr>
      <vt:lpstr>AREX技术实现-流量回放</vt:lpstr>
      <vt:lpstr>AREX技术实现-技术难点-类加载器隔离、互通</vt:lpstr>
      <vt:lpstr>AREX技术实现-技术难点-调用链路 Trace 传递</vt:lpstr>
      <vt:lpstr>AREX技术实现-技术难点-调用链路 Trace 传递</vt:lpstr>
      <vt:lpstr>AREX技术实现-技术难点-组件版本兼容</vt:lpstr>
      <vt:lpstr>AREX技术实现-技术难点-本地缓存 MOCK</vt:lpstr>
      <vt:lpstr>AREX技术实现-技术难点-时间回放</vt:lpstr>
      <vt:lpstr>AREX实践-插件开发</vt:lpstr>
      <vt:lpstr>AREX实践-插件开发效果</vt:lpstr>
      <vt:lpstr>AREX实践-影响成功率的关键</vt:lpstr>
      <vt:lpstr>AREX实践-arex自身存在的问题</vt:lpstr>
      <vt:lpstr>AREX实践-后续规划</vt:lpstr>
      <vt:lpstr>AREX实践-jean平台配置agent</vt:lpstr>
      <vt:lpstr>AREX实践-jean平台配置agent参数</vt:lpstr>
      <vt:lpstr>AREX实践-arex平台配置agent挂载版本</vt:lpstr>
      <vt:lpstr>AREX实践-arex录制详情</vt:lpstr>
      <vt:lpstr>AREX实践-流量回放</vt:lpstr>
      <vt:lpstr>AREX实践-测试报告</vt:lpstr>
      <vt:lpstr>AREX实践-差异结果比对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User</cp:lastModifiedBy>
  <cp:revision>1177</cp:revision>
  <cp:lastPrinted>2020-03-17T07:20:27Z</cp:lastPrinted>
  <dcterms:created xsi:type="dcterms:W3CDTF">2019-11-27T03:37:06Z</dcterms:created>
  <dcterms:modified xsi:type="dcterms:W3CDTF">2024-11-05T09:26:03Z</dcterms:modified>
</cp:coreProperties>
</file>