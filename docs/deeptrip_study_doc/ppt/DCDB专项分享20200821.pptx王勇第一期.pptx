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xml" ContentType="application/vnd.openxmlformats-officedocument.presentationml.tags+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4.xml" ContentType="application/vnd.openxmlformats-officedocument.presentationml.notesSlide+xml"/>
  <Override PartName="/ppt/charts/chart1.xml" ContentType="application/vnd.openxmlformats-officedocument.drawingml.chart+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366" r:id="rId2"/>
    <p:sldId id="345" r:id="rId3"/>
    <p:sldId id="397" r:id="rId4"/>
    <p:sldId id="367" r:id="rId5"/>
    <p:sldId id="369" r:id="rId6"/>
    <p:sldId id="368" r:id="rId7"/>
    <p:sldId id="360" r:id="rId8"/>
    <p:sldId id="359" r:id="rId9"/>
    <p:sldId id="357" r:id="rId10"/>
    <p:sldId id="353" r:id="rId11"/>
    <p:sldId id="370" r:id="rId12"/>
    <p:sldId id="371" r:id="rId13"/>
    <p:sldId id="372" r:id="rId14"/>
    <p:sldId id="374" r:id="rId15"/>
    <p:sldId id="396" r:id="rId16"/>
    <p:sldId id="361" r:id="rId17"/>
    <p:sldId id="376" r:id="rId18"/>
    <p:sldId id="377" r:id="rId19"/>
    <p:sldId id="378" r:id="rId20"/>
    <p:sldId id="379" r:id="rId21"/>
    <p:sldId id="380" r:id="rId22"/>
    <p:sldId id="392" r:id="rId23"/>
    <p:sldId id="381" r:id="rId24"/>
    <p:sldId id="385" r:id="rId25"/>
    <p:sldId id="398" r:id="rId26"/>
    <p:sldId id="386" r:id="rId27"/>
    <p:sldId id="388" r:id="rId28"/>
    <p:sldId id="389" r:id="rId29"/>
    <p:sldId id="393" r:id="rId30"/>
    <p:sldId id="382" r:id="rId31"/>
    <p:sldId id="399" r:id="rId32"/>
    <p:sldId id="400" r:id="rId33"/>
    <p:sldId id="401" r:id="rId34"/>
    <p:sldId id="365" r:id="rId35"/>
    <p:sldId id="338" r:id="rId36"/>
    <p:sldId id="384"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a:srgbClr val="FFC000"/>
    <a:srgbClr val="A5A5A5"/>
    <a:srgbClr val="ED7D31"/>
    <a:srgbClr val="5B9BD5"/>
    <a:srgbClr val="5B318F"/>
    <a:srgbClr val="65BA67"/>
    <a:srgbClr val="FF3399"/>
    <a:srgbClr val="60C668"/>
    <a:srgbClr val="78BF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711" autoAdjust="0"/>
    <p:restoredTop sz="78747" autoAdjust="0"/>
  </p:normalViewPr>
  <p:slideViewPr>
    <p:cSldViewPr snapToObjects="1">
      <p:cViewPr varScale="1">
        <p:scale>
          <a:sx n="55" d="100"/>
          <a:sy n="55" d="100"/>
        </p:scale>
        <p:origin x="-1716" y="-90"/>
      </p:cViewPr>
      <p:guideLst>
        <p:guide orient="horz" pos="2160"/>
        <p:guide pos="3840"/>
      </p:guideLst>
    </p:cSldViewPr>
  </p:slideViewPr>
  <p:notesTextViewPr>
    <p:cViewPr>
      <p:scale>
        <a:sx n="1" d="1"/>
        <a:sy n="1" d="1"/>
      </p:scale>
      <p:origin x="0" y="0"/>
    </p:cViewPr>
  </p:notesTextViewPr>
  <p:notesViewPr>
    <p:cSldViewPr snapToObjects="1">
      <p:cViewPr varScale="1">
        <p:scale>
          <a:sx n="90" d="100"/>
          <a:sy n="90" d="100"/>
        </p:scale>
        <p:origin x="-3780"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oleObject" Target="file:///D:\work2019\03&#20998;&#20139;\BaikalDB\&#24615;&#33021;&#27979;&#35797;&#25968;&#25454;.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26"/>
    </mc:Choice>
    <mc:Fallback>
      <c:style val="26"/>
    </mc:Fallback>
  </mc:AlternateContent>
  <c:chart>
    <c:title>
      <c:tx>
        <c:rich>
          <a:bodyPr/>
          <a:lstStyle/>
          <a:p>
            <a:pPr>
              <a:defRPr/>
            </a:pPr>
            <a:r>
              <a:rPr lang="en-US"/>
              <a:t>SQL</a:t>
            </a:r>
            <a:r>
              <a:rPr lang="zh-CN"/>
              <a:t>查询用时：现状</a:t>
            </a:r>
            <a:r>
              <a:rPr lang="en-US"/>
              <a:t>/DCDB</a:t>
            </a:r>
          </a:p>
        </c:rich>
      </c:tx>
      <c:layout/>
      <c:overlay val="0"/>
    </c:title>
    <c:autoTitleDeleted val="0"/>
    <c:plotArea>
      <c:layout/>
      <c:lineChart>
        <c:grouping val="standard"/>
        <c:varyColors val="0"/>
        <c:ser>
          <c:idx val="0"/>
          <c:order val="0"/>
          <c:tx>
            <c:strRef>
              <c:f>Sheet5!$E$1</c:f>
              <c:strCache>
                <c:ptCount val="1"/>
                <c:pt idx="0">
                  <c:v>现状/BaikalDB</c:v>
                </c:pt>
              </c:strCache>
            </c:strRef>
          </c:tx>
          <c:marker>
            <c:symbol val="none"/>
          </c:marker>
          <c:dLbls>
            <c:showLegendKey val="0"/>
            <c:showVal val="1"/>
            <c:showCatName val="0"/>
            <c:showSerName val="0"/>
            <c:showPercent val="0"/>
            <c:showBubbleSize val="0"/>
            <c:showLeaderLines val="0"/>
          </c:dLbls>
          <c:cat>
            <c:strRef>
              <c:f>Sheet5!$A$2:$A$13</c:f>
              <c:strCache>
                <c:ptCount val="12"/>
                <c:pt idx="0">
                  <c:v>订单量</c:v>
                </c:pt>
                <c:pt idx="1">
                  <c:v>成功率</c:v>
                </c:pt>
                <c:pt idx="2">
                  <c:v>支付宝扫码的请求量</c:v>
                </c:pt>
                <c:pt idx="3">
                  <c:v>健康度监控-1分钟回调率</c:v>
                </c:pt>
                <c:pt idx="4">
                  <c:v>健康度监控-30秒成功率</c:v>
                </c:pt>
                <c:pt idx="5">
                  <c:v>健康度监控-1分钟入库率</c:v>
                </c:pt>
                <c:pt idx="6">
                  <c:v>微信web扫码的请求量</c:v>
                </c:pt>
                <c:pt idx="7">
                  <c:v>成功率2</c:v>
                </c:pt>
                <c:pt idx="8">
                  <c:v>订单量2</c:v>
                </c:pt>
                <c:pt idx="9">
                  <c:v>健康度监控-1分钟回调率2</c:v>
                </c:pt>
                <c:pt idx="10">
                  <c:v>健康度监控-30秒支付成功率2</c:v>
                </c:pt>
                <c:pt idx="11">
                  <c:v>健康度监控-1分钟支付入库率2</c:v>
                </c:pt>
              </c:strCache>
            </c:strRef>
          </c:cat>
          <c:val>
            <c:numRef>
              <c:f>Sheet5!$E$2:$E$13</c:f>
              <c:numCache>
                <c:formatCode>0.00%</c:formatCode>
                <c:ptCount val="12"/>
                <c:pt idx="0">
                  <c:v>40.855400000000003</c:v>
                </c:pt>
                <c:pt idx="1">
                  <c:v>53.837899999999998</c:v>
                </c:pt>
                <c:pt idx="2">
                  <c:v>11.8782</c:v>
                </c:pt>
                <c:pt idx="3">
                  <c:v>9.0075000000000003</c:v>
                </c:pt>
                <c:pt idx="4">
                  <c:v>65.597399999999993</c:v>
                </c:pt>
                <c:pt idx="5">
                  <c:v>21.913399999999999</c:v>
                </c:pt>
                <c:pt idx="6">
                  <c:v>11.4163</c:v>
                </c:pt>
                <c:pt idx="7">
                  <c:v>47.990400000000001</c:v>
                </c:pt>
                <c:pt idx="8">
                  <c:v>9.6786999999999992</c:v>
                </c:pt>
                <c:pt idx="9">
                  <c:v>9.8940999999999999</c:v>
                </c:pt>
                <c:pt idx="10">
                  <c:v>46.136499999999998</c:v>
                </c:pt>
                <c:pt idx="11">
                  <c:v>11.966100000000001</c:v>
                </c:pt>
              </c:numCache>
            </c:numRef>
          </c:val>
          <c:smooth val="0"/>
        </c:ser>
        <c:dLbls>
          <c:showLegendKey val="0"/>
          <c:showVal val="0"/>
          <c:showCatName val="0"/>
          <c:showSerName val="0"/>
          <c:showPercent val="0"/>
          <c:showBubbleSize val="0"/>
        </c:dLbls>
        <c:marker val="1"/>
        <c:smooth val="0"/>
        <c:axId val="668316672"/>
        <c:axId val="640857728"/>
      </c:lineChart>
      <c:catAx>
        <c:axId val="668316672"/>
        <c:scaling>
          <c:orientation val="minMax"/>
        </c:scaling>
        <c:delete val="0"/>
        <c:axPos val="b"/>
        <c:majorTickMark val="out"/>
        <c:minorTickMark val="none"/>
        <c:tickLblPos val="nextTo"/>
        <c:crossAx val="640857728"/>
        <c:crosses val="autoZero"/>
        <c:auto val="1"/>
        <c:lblAlgn val="ctr"/>
        <c:lblOffset val="100"/>
        <c:noMultiLvlLbl val="0"/>
      </c:catAx>
      <c:valAx>
        <c:axId val="640857728"/>
        <c:scaling>
          <c:orientation val="minMax"/>
        </c:scaling>
        <c:delete val="0"/>
        <c:axPos val="l"/>
        <c:majorGridlines/>
        <c:numFmt formatCode="0.00%" sourceLinked="1"/>
        <c:majorTickMark val="out"/>
        <c:minorTickMark val="none"/>
        <c:tickLblPos val="nextTo"/>
        <c:crossAx val="668316672"/>
        <c:crosses val="autoZero"/>
        <c:crossBetween val="between"/>
      </c:valAx>
    </c:plotArea>
    <c:plotVisOnly val="1"/>
    <c:dispBlanksAs val="gap"/>
    <c:showDLblsOverMax val="0"/>
  </c:chart>
  <c:txPr>
    <a:bodyPr/>
    <a:lstStyle/>
    <a:p>
      <a:pPr>
        <a:defRPr sz="1800"/>
      </a:pPr>
      <a:endParaRPr lang="zh-CN"/>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471FF59-2860-4869-99C8-80BA3045BA9E}" type="doc">
      <dgm:prSet loTypeId="urn:microsoft.com/office/officeart/2005/8/layout/hList1" loCatId="list" qsTypeId="urn:microsoft.com/office/officeart/2005/8/quickstyle/simple2" qsCatId="simple" csTypeId="urn:microsoft.com/office/officeart/2005/8/colors/colorful5" csCatId="colorful" phldr="1"/>
      <dgm:spPr/>
      <dgm:t>
        <a:bodyPr/>
        <a:lstStyle/>
        <a:p>
          <a:endParaRPr lang="zh-CN" altLang="en-US"/>
        </a:p>
      </dgm:t>
    </dgm:pt>
    <dgm:pt modelId="{4539FBCC-D42F-4ECA-8918-789388BC7942}">
      <dgm:prSet/>
      <dgm:spPr/>
      <dgm:t>
        <a:bodyPr/>
        <a:lstStyle/>
        <a:p>
          <a:pPr rtl="0"/>
          <a:r>
            <a:rPr lang="en-US" b="1" dirty="0" smtClean="0">
              <a:latin typeface="微软雅黑" panose="020B0503020204020204" pitchFamily="34" charset="-122"/>
              <a:ea typeface="微软雅黑" panose="020B0503020204020204" pitchFamily="34" charset="-122"/>
            </a:rPr>
            <a:t>DCDB</a:t>
          </a:r>
          <a:r>
            <a:rPr lang="zh-CN" b="1" dirty="0" smtClean="0">
              <a:latin typeface="微软雅黑" panose="020B0503020204020204" pitchFamily="34" charset="-122"/>
              <a:ea typeface="微软雅黑" panose="020B0503020204020204" pitchFamily="34" charset="-122"/>
            </a:rPr>
            <a:t>背景</a:t>
          </a:r>
          <a:endParaRPr lang="zh-CN" dirty="0">
            <a:latin typeface="微软雅黑" panose="020B0503020204020204" pitchFamily="34" charset="-122"/>
            <a:ea typeface="微软雅黑" panose="020B0503020204020204" pitchFamily="34" charset="-122"/>
          </a:endParaRPr>
        </a:p>
      </dgm:t>
    </dgm:pt>
    <dgm:pt modelId="{4797B956-16AD-4AE2-8B5E-499490D35979}" type="parTrans" cxnId="{8F26A8FC-DF70-468F-9376-30FB7A0F80ED}">
      <dgm:prSet/>
      <dgm:spPr/>
      <dgm:t>
        <a:bodyPr/>
        <a:lstStyle/>
        <a:p>
          <a:endParaRPr lang="zh-CN" altLang="en-US"/>
        </a:p>
      </dgm:t>
    </dgm:pt>
    <dgm:pt modelId="{14648003-E604-4850-B160-FCDFCF5E161E}" type="sibTrans" cxnId="{8F26A8FC-DF70-468F-9376-30FB7A0F80ED}">
      <dgm:prSet/>
      <dgm:spPr/>
      <dgm:t>
        <a:bodyPr/>
        <a:lstStyle/>
        <a:p>
          <a:endParaRPr lang="zh-CN" altLang="en-US"/>
        </a:p>
      </dgm:t>
    </dgm:pt>
    <dgm:pt modelId="{6A393C13-9685-4911-AEF6-64A3CC6FC9BD}">
      <dgm:prSet/>
      <dgm:spPr/>
      <dgm:t>
        <a:bodyPr/>
        <a:lstStyle/>
        <a:p>
          <a:pPr rtl="0"/>
          <a:r>
            <a:rPr lang="zh-CN" altLang="en-US" dirty="0" smtClean="0">
              <a:latin typeface="微软雅黑" panose="020B0503020204020204" pitchFamily="34" charset="-122"/>
              <a:ea typeface="微软雅黑" panose="020B0503020204020204" pitchFamily="34" charset="-122"/>
            </a:rPr>
            <a:t>业务的快速增长</a:t>
          </a:r>
          <a:endParaRPr lang="zh-CN" dirty="0">
            <a:latin typeface="微软雅黑" panose="020B0503020204020204" pitchFamily="34" charset="-122"/>
            <a:ea typeface="微软雅黑" panose="020B0503020204020204" pitchFamily="34" charset="-122"/>
          </a:endParaRPr>
        </a:p>
      </dgm:t>
    </dgm:pt>
    <dgm:pt modelId="{165D1BCD-854B-491F-8B9A-8E1871B02084}" type="parTrans" cxnId="{74A7B391-F4B3-4A67-AECD-9AF12D140DDE}">
      <dgm:prSet/>
      <dgm:spPr/>
      <dgm:t>
        <a:bodyPr/>
        <a:lstStyle/>
        <a:p>
          <a:endParaRPr lang="zh-CN" altLang="en-US"/>
        </a:p>
      </dgm:t>
    </dgm:pt>
    <dgm:pt modelId="{5A3B5189-2DAF-430E-ADC6-399044713E8E}" type="sibTrans" cxnId="{74A7B391-F4B3-4A67-AECD-9AF12D140DDE}">
      <dgm:prSet/>
      <dgm:spPr/>
      <dgm:t>
        <a:bodyPr/>
        <a:lstStyle/>
        <a:p>
          <a:endParaRPr lang="zh-CN" altLang="en-US"/>
        </a:p>
      </dgm:t>
    </dgm:pt>
    <dgm:pt modelId="{8E5DEC15-1FAF-4A24-A651-485A9FF85A26}">
      <dgm:prSet/>
      <dgm:spPr/>
      <dgm:t>
        <a:bodyPr/>
        <a:lstStyle/>
        <a:p>
          <a:pPr rtl="0"/>
          <a:r>
            <a:rPr lang="zh-CN" altLang="en-US" dirty="0" smtClean="0">
              <a:latin typeface="微软雅黑" panose="020B0503020204020204" pitchFamily="34" charset="-122"/>
              <a:ea typeface="微软雅黑" panose="020B0503020204020204" pitchFamily="34" charset="-122"/>
            </a:rPr>
            <a:t>业界布局</a:t>
          </a:r>
          <a:r>
            <a:rPr lang="en-US" altLang="zh-CN" dirty="0" err="1" smtClean="0">
              <a:latin typeface="微软雅黑" panose="020B0503020204020204" pitchFamily="34" charset="-122"/>
              <a:ea typeface="微软雅黑" panose="020B0503020204020204" pitchFamily="34" charset="-122"/>
            </a:rPr>
            <a:t>NewSQL</a:t>
          </a:r>
          <a:endParaRPr lang="zh-CN" dirty="0">
            <a:latin typeface="微软雅黑" panose="020B0503020204020204" pitchFamily="34" charset="-122"/>
            <a:ea typeface="微软雅黑" panose="020B0503020204020204" pitchFamily="34" charset="-122"/>
          </a:endParaRPr>
        </a:p>
      </dgm:t>
    </dgm:pt>
    <dgm:pt modelId="{A411E77A-627B-4551-8220-5D860818837B}" type="parTrans" cxnId="{829C0965-7874-4957-B5C0-F78E9923413B}">
      <dgm:prSet/>
      <dgm:spPr/>
      <dgm:t>
        <a:bodyPr/>
        <a:lstStyle/>
        <a:p>
          <a:endParaRPr lang="zh-CN" altLang="en-US"/>
        </a:p>
      </dgm:t>
    </dgm:pt>
    <dgm:pt modelId="{9F9A19E2-8FE5-40FA-BC78-7BB137788098}" type="sibTrans" cxnId="{829C0965-7874-4957-B5C0-F78E9923413B}">
      <dgm:prSet/>
      <dgm:spPr/>
      <dgm:t>
        <a:bodyPr/>
        <a:lstStyle/>
        <a:p>
          <a:endParaRPr lang="zh-CN" altLang="en-US"/>
        </a:p>
      </dgm:t>
    </dgm:pt>
    <dgm:pt modelId="{D031762A-CF49-4480-81DC-47D852594B8B}">
      <dgm:prSet/>
      <dgm:spPr/>
      <dgm:t>
        <a:bodyPr/>
        <a:lstStyle/>
        <a:p>
          <a:pPr rtl="0"/>
          <a:r>
            <a:rPr lang="en-US" altLang="zh-CN" dirty="0" smtClean="0">
              <a:latin typeface="微软雅黑" panose="020B0503020204020204" pitchFamily="34" charset="-122"/>
              <a:ea typeface="微软雅黑" panose="020B0503020204020204" pitchFamily="34" charset="-122"/>
            </a:rPr>
            <a:t>DCDB</a:t>
          </a:r>
          <a:r>
            <a:rPr lang="zh-CN" dirty="0" smtClean="0">
              <a:latin typeface="微软雅黑" panose="020B0503020204020204" pitchFamily="34" charset="-122"/>
              <a:ea typeface="微软雅黑" panose="020B0503020204020204" pitchFamily="34" charset="-122"/>
            </a:rPr>
            <a:t>项目历程</a:t>
          </a:r>
          <a:endParaRPr lang="zh-CN" dirty="0">
            <a:latin typeface="微软雅黑" panose="020B0503020204020204" pitchFamily="34" charset="-122"/>
            <a:ea typeface="微软雅黑" panose="020B0503020204020204" pitchFamily="34" charset="-122"/>
          </a:endParaRPr>
        </a:p>
      </dgm:t>
    </dgm:pt>
    <dgm:pt modelId="{AB6B2DF6-4067-47F3-9C00-C19B49F30869}" type="parTrans" cxnId="{473FE4B8-3D7F-4069-9EF4-74B64830101F}">
      <dgm:prSet/>
      <dgm:spPr/>
      <dgm:t>
        <a:bodyPr/>
        <a:lstStyle/>
        <a:p>
          <a:endParaRPr lang="zh-CN" altLang="en-US"/>
        </a:p>
      </dgm:t>
    </dgm:pt>
    <dgm:pt modelId="{D3B2B03B-87AA-4E05-9B44-8671EF28ACF4}" type="sibTrans" cxnId="{473FE4B8-3D7F-4069-9EF4-74B64830101F}">
      <dgm:prSet/>
      <dgm:spPr/>
      <dgm:t>
        <a:bodyPr/>
        <a:lstStyle/>
        <a:p>
          <a:endParaRPr lang="zh-CN" altLang="en-US"/>
        </a:p>
      </dgm:t>
    </dgm:pt>
    <dgm:pt modelId="{1E4BBFDD-458E-4B93-90D5-26AF095EEEF7}">
      <dgm:prSet/>
      <dgm:spPr/>
      <dgm:t>
        <a:bodyPr/>
        <a:lstStyle/>
        <a:p>
          <a:pPr rtl="0"/>
          <a:r>
            <a:rPr lang="en-US" altLang="zh-CN" dirty="0" smtClean="0">
              <a:latin typeface="微软雅黑" panose="020B0503020204020204" pitchFamily="34" charset="-122"/>
              <a:ea typeface="微软雅黑" panose="020B0503020204020204" pitchFamily="34" charset="-122"/>
            </a:rPr>
            <a:t>Peter</a:t>
          </a:r>
          <a:r>
            <a:rPr lang="zh-CN" altLang="en-US" dirty="0" smtClean="0">
              <a:latin typeface="微软雅黑" panose="020B0503020204020204" pitchFamily="34" charset="-122"/>
              <a:ea typeface="微软雅黑" panose="020B0503020204020204" pitchFamily="34" charset="-122"/>
            </a:rPr>
            <a:t>的小白板</a:t>
          </a:r>
          <a:endParaRPr lang="zh-CN" dirty="0">
            <a:latin typeface="微软雅黑" panose="020B0503020204020204" pitchFamily="34" charset="-122"/>
            <a:ea typeface="微软雅黑" panose="020B0503020204020204" pitchFamily="34" charset="-122"/>
          </a:endParaRPr>
        </a:p>
      </dgm:t>
    </dgm:pt>
    <dgm:pt modelId="{E817AF1A-C5B0-498D-8973-4DBEEBBED127}" type="parTrans" cxnId="{A5B03E55-56C4-411F-A4D4-4978099179B6}">
      <dgm:prSet/>
      <dgm:spPr/>
      <dgm:t>
        <a:bodyPr/>
        <a:lstStyle/>
        <a:p>
          <a:endParaRPr lang="zh-CN" altLang="en-US"/>
        </a:p>
      </dgm:t>
    </dgm:pt>
    <dgm:pt modelId="{A6E9C74F-A72A-4864-BC64-568D26B31FDB}" type="sibTrans" cxnId="{A5B03E55-56C4-411F-A4D4-4978099179B6}">
      <dgm:prSet/>
      <dgm:spPr/>
      <dgm:t>
        <a:bodyPr/>
        <a:lstStyle/>
        <a:p>
          <a:endParaRPr lang="zh-CN" altLang="en-US"/>
        </a:p>
      </dgm:t>
    </dgm:pt>
    <dgm:pt modelId="{E817429C-3FC3-4EE3-A4CD-F88161108D4C}">
      <dgm:prSet/>
      <dgm:spPr/>
      <dgm:t>
        <a:bodyPr/>
        <a:lstStyle/>
        <a:p>
          <a:pPr rtl="0"/>
          <a:r>
            <a:rPr lang="zh-CN" altLang="en-US" dirty="0" smtClean="0">
              <a:latin typeface="微软雅黑" panose="020B0503020204020204" pitchFamily="34" charset="-122"/>
              <a:ea typeface="微软雅黑" panose="020B0503020204020204" pitchFamily="34" charset="-122"/>
            </a:rPr>
            <a:t>伟伟的一封邮件</a:t>
          </a:r>
          <a:endParaRPr lang="zh-CN" dirty="0">
            <a:latin typeface="微软雅黑" panose="020B0503020204020204" pitchFamily="34" charset="-122"/>
            <a:ea typeface="微软雅黑" panose="020B0503020204020204" pitchFamily="34" charset="-122"/>
          </a:endParaRPr>
        </a:p>
      </dgm:t>
    </dgm:pt>
    <dgm:pt modelId="{284BDECD-1D01-496F-9368-A938E59E1108}" type="parTrans" cxnId="{7CF556AF-8AF3-4DCB-AAF3-AE6982040B3B}">
      <dgm:prSet/>
      <dgm:spPr/>
      <dgm:t>
        <a:bodyPr/>
        <a:lstStyle/>
        <a:p>
          <a:endParaRPr lang="zh-CN" altLang="en-US"/>
        </a:p>
      </dgm:t>
    </dgm:pt>
    <dgm:pt modelId="{C949165B-F600-4217-B8DA-BE501A83B97C}" type="sibTrans" cxnId="{7CF556AF-8AF3-4DCB-AAF3-AE6982040B3B}">
      <dgm:prSet/>
      <dgm:spPr/>
      <dgm:t>
        <a:bodyPr/>
        <a:lstStyle/>
        <a:p>
          <a:endParaRPr lang="zh-CN" altLang="en-US"/>
        </a:p>
      </dgm:t>
    </dgm:pt>
    <dgm:pt modelId="{36417DCF-1729-4182-BB42-57F8816BCDA5}">
      <dgm:prSet/>
      <dgm:spPr/>
      <dgm:t>
        <a:bodyPr/>
        <a:lstStyle/>
        <a:p>
          <a:pPr rtl="0"/>
          <a:r>
            <a:rPr lang="zh-CN" altLang="en-US" dirty="0" smtClean="0">
              <a:latin typeface="微软雅黑" panose="020B0503020204020204" pitchFamily="34" charset="-122"/>
              <a:ea typeface="微软雅黑" panose="020B0503020204020204" pitchFamily="34" charset="-122"/>
            </a:rPr>
            <a:t>一万行的</a:t>
          </a:r>
          <a:r>
            <a:rPr lang="en-US" altLang="zh-CN" dirty="0" smtClean="0">
              <a:latin typeface="微软雅黑" panose="020B0503020204020204" pitchFamily="34" charset="-122"/>
              <a:ea typeface="微软雅黑" panose="020B0503020204020204" pitchFamily="34" charset="-122"/>
            </a:rPr>
            <a:t>Demo</a:t>
          </a:r>
          <a:endParaRPr lang="zh-CN" dirty="0">
            <a:latin typeface="微软雅黑" panose="020B0503020204020204" pitchFamily="34" charset="-122"/>
            <a:ea typeface="微软雅黑" panose="020B0503020204020204" pitchFamily="34" charset="-122"/>
          </a:endParaRPr>
        </a:p>
      </dgm:t>
    </dgm:pt>
    <dgm:pt modelId="{FB35614B-6294-4D24-90F5-C1BF30E5E7B8}" type="parTrans" cxnId="{1DBD951D-BD5F-4A40-8B9F-6F7C7450B389}">
      <dgm:prSet/>
      <dgm:spPr/>
      <dgm:t>
        <a:bodyPr/>
        <a:lstStyle/>
        <a:p>
          <a:endParaRPr lang="zh-CN" altLang="en-US"/>
        </a:p>
      </dgm:t>
    </dgm:pt>
    <dgm:pt modelId="{BD2870EE-D563-43AF-A035-25B0773DF994}" type="sibTrans" cxnId="{1DBD951D-BD5F-4A40-8B9F-6F7C7450B389}">
      <dgm:prSet/>
      <dgm:spPr/>
      <dgm:t>
        <a:bodyPr/>
        <a:lstStyle/>
        <a:p>
          <a:endParaRPr lang="zh-CN" altLang="en-US"/>
        </a:p>
      </dgm:t>
    </dgm:pt>
    <dgm:pt modelId="{6B569C1A-C07F-4A62-931B-A5EC7246B3B7}">
      <dgm:prSet/>
      <dgm:spPr/>
      <dgm:t>
        <a:bodyPr/>
        <a:lstStyle/>
        <a:p>
          <a:pPr rtl="0"/>
          <a:r>
            <a:rPr lang="zh-CN" altLang="en-US" dirty="0" smtClean="0">
              <a:latin typeface="微软雅黑" panose="020B0503020204020204" pitchFamily="34" charset="-122"/>
              <a:ea typeface="微软雅黑" panose="020B0503020204020204" pitchFamily="34" charset="-122"/>
            </a:rPr>
            <a:t>第一个</a:t>
          </a:r>
          <a:r>
            <a:rPr lang="en-US" altLang="zh-CN" dirty="0" smtClean="0">
              <a:latin typeface="微软雅黑" panose="020B0503020204020204" pitchFamily="34" charset="-122"/>
              <a:ea typeface="微软雅黑" panose="020B0503020204020204" pitchFamily="34" charset="-122"/>
            </a:rPr>
            <a:t>PR</a:t>
          </a:r>
          <a:endParaRPr lang="zh-CN" dirty="0">
            <a:latin typeface="微软雅黑" panose="020B0503020204020204" pitchFamily="34" charset="-122"/>
            <a:ea typeface="微软雅黑" panose="020B0503020204020204" pitchFamily="34" charset="-122"/>
          </a:endParaRPr>
        </a:p>
      </dgm:t>
    </dgm:pt>
    <dgm:pt modelId="{718F76F2-10D3-4EB5-8C3C-2A9BBA529544}" type="parTrans" cxnId="{5FAB6BC5-E486-4459-B7BC-C1FCAF323727}">
      <dgm:prSet/>
      <dgm:spPr/>
      <dgm:t>
        <a:bodyPr/>
        <a:lstStyle/>
        <a:p>
          <a:endParaRPr lang="zh-CN" altLang="en-US"/>
        </a:p>
      </dgm:t>
    </dgm:pt>
    <dgm:pt modelId="{0B2549B3-7D48-4B89-80A6-50B8A5D3303A}" type="sibTrans" cxnId="{5FAB6BC5-E486-4459-B7BC-C1FCAF323727}">
      <dgm:prSet/>
      <dgm:spPr/>
      <dgm:t>
        <a:bodyPr/>
        <a:lstStyle/>
        <a:p>
          <a:endParaRPr lang="zh-CN" altLang="en-US"/>
        </a:p>
      </dgm:t>
    </dgm:pt>
    <dgm:pt modelId="{3DE8E640-D91E-43DC-9CD9-28C3EC39D8CF}">
      <dgm:prSet/>
      <dgm:spPr/>
      <dgm:t>
        <a:bodyPr/>
        <a:lstStyle/>
        <a:p>
          <a:pPr rtl="0"/>
          <a:r>
            <a:rPr lang="zh-CN" dirty="0" smtClean="0">
              <a:latin typeface="微软雅黑" panose="020B0503020204020204" pitchFamily="34" charset="-122"/>
              <a:ea typeface="微软雅黑" panose="020B0503020204020204" pitchFamily="34" charset="-122"/>
            </a:rPr>
            <a:t>生态</a:t>
          </a:r>
          <a:r>
            <a:rPr lang="zh-CN" altLang="en-US" dirty="0" smtClean="0">
              <a:latin typeface="微软雅黑" panose="020B0503020204020204" pitchFamily="34" charset="-122"/>
              <a:ea typeface="微软雅黑" panose="020B0503020204020204" pitchFamily="34" charset="-122"/>
            </a:rPr>
            <a:t>工具完善</a:t>
          </a:r>
          <a:endParaRPr lang="zh-CN" dirty="0">
            <a:latin typeface="微软雅黑" panose="020B0503020204020204" pitchFamily="34" charset="-122"/>
            <a:ea typeface="微软雅黑" panose="020B0503020204020204" pitchFamily="34" charset="-122"/>
          </a:endParaRPr>
        </a:p>
      </dgm:t>
    </dgm:pt>
    <dgm:pt modelId="{4BAA62DD-E945-4A5F-8CAA-0E5B8F454941}" type="parTrans" cxnId="{76823DAC-531F-4651-8572-B4285A3B2030}">
      <dgm:prSet/>
      <dgm:spPr/>
      <dgm:t>
        <a:bodyPr/>
        <a:lstStyle/>
        <a:p>
          <a:endParaRPr lang="zh-CN" altLang="en-US"/>
        </a:p>
      </dgm:t>
    </dgm:pt>
    <dgm:pt modelId="{53CAE580-0352-4752-9A9C-91D41A093ACB}" type="sibTrans" cxnId="{76823DAC-531F-4651-8572-B4285A3B2030}">
      <dgm:prSet/>
      <dgm:spPr/>
      <dgm:t>
        <a:bodyPr/>
        <a:lstStyle/>
        <a:p>
          <a:endParaRPr lang="zh-CN" altLang="en-US"/>
        </a:p>
      </dgm:t>
    </dgm:pt>
    <dgm:pt modelId="{E407634C-E3D6-49D8-80D2-D1B4467DF7EA}">
      <dgm:prSet/>
      <dgm:spPr/>
      <dgm:t>
        <a:bodyPr/>
        <a:lstStyle/>
        <a:p>
          <a:pPr rtl="0"/>
          <a:r>
            <a:rPr lang="en-US" altLang="zh-CN" b="1" dirty="0" smtClean="0">
              <a:latin typeface="微软雅黑" panose="020B0503020204020204" pitchFamily="34" charset="-122"/>
              <a:ea typeface="微软雅黑" panose="020B0503020204020204" pitchFamily="34" charset="-122"/>
            </a:rPr>
            <a:t>DCDB</a:t>
          </a:r>
          <a:r>
            <a:rPr lang="zh-CN" altLang="en-US" b="1" dirty="0" smtClean="0">
              <a:latin typeface="微软雅黑" panose="020B0503020204020204" pitchFamily="34" charset="-122"/>
              <a:ea typeface="微软雅黑" panose="020B0503020204020204" pitchFamily="34" charset="-122"/>
            </a:rPr>
            <a:t>专项</a:t>
          </a:r>
          <a:endParaRPr lang="zh-CN" dirty="0">
            <a:latin typeface="微软雅黑" panose="020B0503020204020204" pitchFamily="34" charset="-122"/>
            <a:ea typeface="微软雅黑" panose="020B0503020204020204" pitchFamily="34" charset="-122"/>
          </a:endParaRPr>
        </a:p>
      </dgm:t>
    </dgm:pt>
    <dgm:pt modelId="{D9145296-D7B6-441C-970E-B8C70F6368A6}" type="parTrans" cxnId="{9F1C21F6-CD0F-42BE-AA84-BC9349BB65DF}">
      <dgm:prSet/>
      <dgm:spPr/>
      <dgm:t>
        <a:bodyPr/>
        <a:lstStyle/>
        <a:p>
          <a:endParaRPr lang="zh-CN" altLang="en-US"/>
        </a:p>
      </dgm:t>
    </dgm:pt>
    <dgm:pt modelId="{45389138-EBF9-4AB3-8A29-0CD63BB2D650}" type="sibTrans" cxnId="{9F1C21F6-CD0F-42BE-AA84-BC9349BB65DF}">
      <dgm:prSet/>
      <dgm:spPr/>
      <dgm:t>
        <a:bodyPr/>
        <a:lstStyle/>
        <a:p>
          <a:endParaRPr lang="zh-CN" altLang="en-US"/>
        </a:p>
      </dgm:t>
    </dgm:pt>
    <dgm:pt modelId="{CAFB6E7A-60F5-47F0-8824-1E442387DB03}">
      <dgm:prSet/>
      <dgm:spPr/>
      <dgm:t>
        <a:bodyPr/>
        <a:lstStyle/>
        <a:p>
          <a:r>
            <a:rPr lang="zh-CN" altLang="en-US" dirty="0" smtClean="0">
              <a:latin typeface="微软雅黑" panose="020B0503020204020204" pitchFamily="34" charset="-122"/>
              <a:ea typeface="微软雅黑" panose="020B0503020204020204" pitchFamily="34" charset="-122"/>
            </a:rPr>
            <a:t>专项启动</a:t>
          </a:r>
          <a:endParaRPr lang="en-US" altLang="zh-CN" dirty="0" smtClean="0">
            <a:latin typeface="微软雅黑" panose="020B0503020204020204" pitchFamily="34" charset="-122"/>
            <a:ea typeface="微软雅黑" panose="020B0503020204020204" pitchFamily="34" charset="-122"/>
          </a:endParaRPr>
        </a:p>
      </dgm:t>
    </dgm:pt>
    <dgm:pt modelId="{89EC1B84-40AD-4762-A35E-EB33B56CF189}" type="parTrans" cxnId="{282E8DBC-B34B-4B17-848C-4471E53D5F96}">
      <dgm:prSet/>
      <dgm:spPr/>
      <dgm:t>
        <a:bodyPr/>
        <a:lstStyle/>
        <a:p>
          <a:endParaRPr lang="zh-CN" altLang="en-US"/>
        </a:p>
      </dgm:t>
    </dgm:pt>
    <dgm:pt modelId="{1F0713A7-E868-4779-8BF3-AE36E3CF67FF}" type="sibTrans" cxnId="{282E8DBC-B34B-4B17-848C-4471E53D5F96}">
      <dgm:prSet/>
      <dgm:spPr/>
      <dgm:t>
        <a:bodyPr/>
        <a:lstStyle/>
        <a:p>
          <a:endParaRPr lang="zh-CN" altLang="en-US"/>
        </a:p>
      </dgm:t>
    </dgm:pt>
    <dgm:pt modelId="{F37C6C66-4706-4555-A032-E5872C5CE1A3}">
      <dgm:prSet/>
      <dgm:spPr/>
      <dgm:t>
        <a:bodyPr/>
        <a:lstStyle/>
        <a:p>
          <a:r>
            <a:rPr lang="zh-CN" altLang="en-US" dirty="0" smtClean="0">
              <a:latin typeface="微软雅黑" panose="020B0503020204020204" pitchFamily="34" charset="-122"/>
              <a:ea typeface="微软雅黑" panose="020B0503020204020204" pitchFamily="34" charset="-122"/>
            </a:rPr>
            <a:t>专项愿景</a:t>
          </a:r>
          <a:endParaRPr lang="en-US" altLang="zh-CN" dirty="0" smtClean="0">
            <a:latin typeface="微软雅黑" panose="020B0503020204020204" pitchFamily="34" charset="-122"/>
            <a:ea typeface="微软雅黑" panose="020B0503020204020204" pitchFamily="34" charset="-122"/>
          </a:endParaRPr>
        </a:p>
      </dgm:t>
    </dgm:pt>
    <dgm:pt modelId="{B6E4CF97-2971-4745-956B-E911D92E53A2}" type="parTrans" cxnId="{B3B218F1-0A81-4CF9-B219-AAB827CD883C}">
      <dgm:prSet/>
      <dgm:spPr/>
      <dgm:t>
        <a:bodyPr/>
        <a:lstStyle/>
        <a:p>
          <a:endParaRPr lang="zh-CN" altLang="en-US"/>
        </a:p>
      </dgm:t>
    </dgm:pt>
    <dgm:pt modelId="{616C1D7C-7B25-4D18-B208-8953F5365DFF}" type="sibTrans" cxnId="{B3B218F1-0A81-4CF9-B219-AAB827CD883C}">
      <dgm:prSet/>
      <dgm:spPr/>
      <dgm:t>
        <a:bodyPr/>
        <a:lstStyle/>
        <a:p>
          <a:endParaRPr lang="zh-CN" altLang="en-US"/>
        </a:p>
      </dgm:t>
    </dgm:pt>
    <dgm:pt modelId="{969F8067-6B8A-4A5A-AB2B-AC7F983C3591}">
      <dgm:prSet/>
      <dgm:spPr/>
      <dgm:t>
        <a:bodyPr/>
        <a:lstStyle/>
        <a:p>
          <a:r>
            <a:rPr lang="zh-CN" altLang="en-US" dirty="0" smtClean="0">
              <a:latin typeface="微软雅黑" panose="020B0503020204020204" pitchFamily="34" charset="-122"/>
              <a:ea typeface="微软雅黑" panose="020B0503020204020204" pitchFamily="34" charset="-122"/>
            </a:rPr>
            <a:t>战略目标</a:t>
          </a:r>
          <a:endParaRPr lang="en-US" altLang="zh-CN" dirty="0" smtClean="0">
            <a:latin typeface="微软雅黑" panose="020B0503020204020204" pitchFamily="34" charset="-122"/>
            <a:ea typeface="微软雅黑" panose="020B0503020204020204" pitchFamily="34" charset="-122"/>
          </a:endParaRPr>
        </a:p>
      </dgm:t>
    </dgm:pt>
    <dgm:pt modelId="{8DD74E0D-42BA-4549-B0FB-54ABE09A0DDA}" type="parTrans" cxnId="{B5B861F6-8554-4041-BCF0-AC351935C575}">
      <dgm:prSet/>
      <dgm:spPr/>
      <dgm:t>
        <a:bodyPr/>
        <a:lstStyle/>
        <a:p>
          <a:endParaRPr lang="zh-CN" altLang="en-US"/>
        </a:p>
      </dgm:t>
    </dgm:pt>
    <dgm:pt modelId="{6DEBDE4A-3E34-4687-B342-9248EE9534EB}" type="sibTrans" cxnId="{B5B861F6-8554-4041-BCF0-AC351935C575}">
      <dgm:prSet/>
      <dgm:spPr/>
      <dgm:t>
        <a:bodyPr/>
        <a:lstStyle/>
        <a:p>
          <a:endParaRPr lang="zh-CN" altLang="en-US"/>
        </a:p>
      </dgm:t>
    </dgm:pt>
    <dgm:pt modelId="{E29F5848-3587-45B0-A4F1-5EEDAF69D4B3}">
      <dgm:prSet/>
      <dgm:spPr/>
      <dgm:t>
        <a:bodyPr/>
        <a:lstStyle/>
        <a:p>
          <a:r>
            <a:rPr lang="zh-CN" altLang="en-US" dirty="0" smtClean="0">
              <a:latin typeface="微软雅黑" panose="020B0503020204020204" pitchFamily="34" charset="-122"/>
              <a:ea typeface="微软雅黑" panose="020B0503020204020204" pitchFamily="34" charset="-122"/>
            </a:rPr>
            <a:t>战术目标</a:t>
          </a:r>
          <a:endParaRPr lang="en-US" altLang="zh-CN" dirty="0" smtClean="0">
            <a:latin typeface="微软雅黑" panose="020B0503020204020204" pitchFamily="34" charset="-122"/>
            <a:ea typeface="微软雅黑" panose="020B0503020204020204" pitchFamily="34" charset="-122"/>
          </a:endParaRPr>
        </a:p>
      </dgm:t>
    </dgm:pt>
    <dgm:pt modelId="{0E253511-D19D-464A-9474-E543F2303016}" type="parTrans" cxnId="{4F8274BD-8ACE-4D62-9AD3-BB861419D4E5}">
      <dgm:prSet/>
      <dgm:spPr/>
      <dgm:t>
        <a:bodyPr/>
        <a:lstStyle/>
        <a:p>
          <a:endParaRPr lang="zh-CN" altLang="en-US"/>
        </a:p>
      </dgm:t>
    </dgm:pt>
    <dgm:pt modelId="{1E16CD6C-2558-4568-A5C1-EC0CC1E0B690}" type="sibTrans" cxnId="{4F8274BD-8ACE-4D62-9AD3-BB861419D4E5}">
      <dgm:prSet/>
      <dgm:spPr/>
      <dgm:t>
        <a:bodyPr/>
        <a:lstStyle/>
        <a:p>
          <a:endParaRPr lang="zh-CN" altLang="en-US"/>
        </a:p>
      </dgm:t>
    </dgm:pt>
    <dgm:pt modelId="{27237AFB-CFA6-4436-8433-01616D69E4F1}">
      <dgm:prSet/>
      <dgm:spPr/>
      <dgm:t>
        <a:bodyPr/>
        <a:lstStyle/>
        <a:p>
          <a:r>
            <a:rPr lang="zh-CN" altLang="en-US" dirty="0" smtClean="0">
              <a:latin typeface="微软雅黑" panose="020B0503020204020204" pitchFamily="34" charset="-122"/>
              <a:ea typeface="微软雅黑" panose="020B0503020204020204" pitchFamily="34" charset="-122"/>
            </a:rPr>
            <a:t>疫情来袭</a:t>
          </a:r>
          <a:endParaRPr lang="en-US" altLang="zh-CN" dirty="0" smtClean="0">
            <a:latin typeface="微软雅黑" panose="020B0503020204020204" pitchFamily="34" charset="-122"/>
            <a:ea typeface="微软雅黑" panose="020B0503020204020204" pitchFamily="34" charset="-122"/>
          </a:endParaRPr>
        </a:p>
      </dgm:t>
    </dgm:pt>
    <dgm:pt modelId="{877CEBD5-B371-4EC5-A75D-9D5E2E3D19BE}" type="parTrans" cxnId="{C56FB828-4F86-48CA-AE64-E57A438F87C9}">
      <dgm:prSet/>
      <dgm:spPr/>
      <dgm:t>
        <a:bodyPr/>
        <a:lstStyle/>
        <a:p>
          <a:endParaRPr lang="zh-CN" altLang="en-US"/>
        </a:p>
      </dgm:t>
    </dgm:pt>
    <dgm:pt modelId="{B58D1BCF-AF97-45EF-A426-66C09DA1A884}" type="sibTrans" cxnId="{C56FB828-4F86-48CA-AE64-E57A438F87C9}">
      <dgm:prSet/>
      <dgm:spPr/>
      <dgm:t>
        <a:bodyPr/>
        <a:lstStyle/>
        <a:p>
          <a:endParaRPr lang="zh-CN" altLang="en-US"/>
        </a:p>
      </dgm:t>
    </dgm:pt>
    <dgm:pt modelId="{EF4367B4-D7A9-48BB-A5F8-4CFBB9E4FE94}">
      <dgm:prSet/>
      <dgm:spPr/>
      <dgm:t>
        <a:bodyPr/>
        <a:lstStyle/>
        <a:p>
          <a:r>
            <a:rPr lang="zh-CN" altLang="en-US" dirty="0" smtClean="0">
              <a:latin typeface="微软雅黑" panose="020B0503020204020204" pitchFamily="34" charset="-122"/>
              <a:ea typeface="微软雅黑" panose="020B0503020204020204" pitchFamily="34" charset="-122"/>
            </a:rPr>
            <a:t>借来的</a:t>
          </a:r>
          <a:r>
            <a:rPr lang="en-US" altLang="zh-CN" dirty="0" smtClean="0">
              <a:latin typeface="微软雅黑" panose="020B0503020204020204" pitchFamily="34" charset="-122"/>
              <a:ea typeface="微软雅黑" panose="020B0503020204020204" pitchFamily="34" charset="-122"/>
            </a:rPr>
            <a:t>10</a:t>
          </a:r>
          <a:r>
            <a:rPr lang="zh-CN" altLang="en-US" dirty="0" smtClean="0">
              <a:latin typeface="微软雅黑" panose="020B0503020204020204" pitchFamily="34" charset="-122"/>
              <a:ea typeface="微软雅黑" panose="020B0503020204020204" pitchFamily="34" charset="-122"/>
            </a:rPr>
            <a:t>台物理机</a:t>
          </a:r>
          <a:endParaRPr lang="en-US" altLang="zh-CN" dirty="0" smtClean="0">
            <a:latin typeface="微软雅黑" panose="020B0503020204020204" pitchFamily="34" charset="-122"/>
            <a:ea typeface="微软雅黑" panose="020B0503020204020204" pitchFamily="34" charset="-122"/>
          </a:endParaRPr>
        </a:p>
      </dgm:t>
    </dgm:pt>
    <dgm:pt modelId="{059B8BB7-DE8B-471B-A84D-32EDD35735C2}" type="parTrans" cxnId="{51514B7C-E5F2-410B-8702-EEF821A59D4B}">
      <dgm:prSet/>
      <dgm:spPr/>
      <dgm:t>
        <a:bodyPr/>
        <a:lstStyle/>
        <a:p>
          <a:endParaRPr lang="zh-CN" altLang="en-US"/>
        </a:p>
      </dgm:t>
    </dgm:pt>
    <dgm:pt modelId="{9FE10E7D-FE98-4253-99CE-0F19C96EFAF1}" type="sibTrans" cxnId="{51514B7C-E5F2-410B-8702-EEF821A59D4B}">
      <dgm:prSet/>
      <dgm:spPr/>
      <dgm:t>
        <a:bodyPr/>
        <a:lstStyle/>
        <a:p>
          <a:endParaRPr lang="zh-CN" altLang="en-US"/>
        </a:p>
      </dgm:t>
    </dgm:pt>
    <dgm:pt modelId="{74C3DDF3-9B55-433D-B346-5905F137388B}">
      <dgm:prSet/>
      <dgm:spPr/>
      <dgm:t>
        <a:bodyPr/>
        <a:lstStyle/>
        <a:p>
          <a:r>
            <a:rPr lang="en-US" altLang="zh-CN" dirty="0" smtClean="0">
              <a:latin typeface="微软雅黑" panose="020B0503020204020204" pitchFamily="34" charset="-122"/>
              <a:ea typeface="微软雅黑" panose="020B0503020204020204" pitchFamily="34" charset="-122"/>
            </a:rPr>
            <a:t>80</a:t>
          </a:r>
          <a:r>
            <a:rPr lang="zh-CN" altLang="en-US" dirty="0" smtClean="0">
              <a:latin typeface="微软雅黑" panose="020B0503020204020204" pitchFamily="34" charset="-122"/>
              <a:ea typeface="微软雅黑" panose="020B0503020204020204" pitchFamily="34" charset="-122"/>
            </a:rPr>
            <a:t>亿数据的挑战</a:t>
          </a:r>
          <a:endParaRPr lang="en-US" altLang="zh-CN" dirty="0" smtClean="0">
            <a:latin typeface="微软雅黑" panose="020B0503020204020204" pitchFamily="34" charset="-122"/>
            <a:ea typeface="微软雅黑" panose="020B0503020204020204" pitchFamily="34" charset="-122"/>
          </a:endParaRPr>
        </a:p>
      </dgm:t>
    </dgm:pt>
    <dgm:pt modelId="{C38B72D9-03CA-45E5-8120-FCADC16E8B04}" type="parTrans" cxnId="{E128BA69-719A-4177-9E0E-B770AB0A3EB4}">
      <dgm:prSet/>
      <dgm:spPr/>
      <dgm:t>
        <a:bodyPr/>
        <a:lstStyle/>
        <a:p>
          <a:endParaRPr lang="zh-CN" altLang="en-US"/>
        </a:p>
      </dgm:t>
    </dgm:pt>
    <dgm:pt modelId="{6F0B064E-41DE-4CED-BE62-755F746F8971}" type="sibTrans" cxnId="{E128BA69-719A-4177-9E0E-B770AB0A3EB4}">
      <dgm:prSet/>
      <dgm:spPr/>
      <dgm:t>
        <a:bodyPr/>
        <a:lstStyle/>
        <a:p>
          <a:endParaRPr lang="zh-CN" altLang="en-US"/>
        </a:p>
      </dgm:t>
    </dgm:pt>
    <dgm:pt modelId="{AE7C1D9D-A1EE-4052-907B-DCF261DC4938}">
      <dgm:prSet/>
      <dgm:spPr/>
      <dgm:t>
        <a:bodyPr/>
        <a:lstStyle/>
        <a:p>
          <a:r>
            <a:rPr lang="zh-CN" altLang="en-US" dirty="0" smtClean="0">
              <a:latin typeface="微软雅黑" panose="020B0503020204020204" pitchFamily="34" charset="-122"/>
              <a:ea typeface="微软雅黑" panose="020B0503020204020204" pitchFamily="34" charset="-122"/>
            </a:rPr>
            <a:t>挑战极限的压测</a:t>
          </a:r>
          <a:endParaRPr lang="en-US" altLang="zh-CN" dirty="0" smtClean="0">
            <a:latin typeface="微软雅黑" panose="020B0503020204020204" pitchFamily="34" charset="-122"/>
            <a:ea typeface="微软雅黑" panose="020B0503020204020204" pitchFamily="34" charset="-122"/>
          </a:endParaRPr>
        </a:p>
      </dgm:t>
    </dgm:pt>
    <dgm:pt modelId="{2E93ADDA-A5EC-4BA8-96B8-2AD4B4A6364F}" type="parTrans" cxnId="{4E6A9F59-E737-489D-9428-CDA899A70592}">
      <dgm:prSet/>
      <dgm:spPr/>
      <dgm:t>
        <a:bodyPr/>
        <a:lstStyle/>
        <a:p>
          <a:endParaRPr lang="zh-CN" altLang="en-US"/>
        </a:p>
      </dgm:t>
    </dgm:pt>
    <dgm:pt modelId="{57683C50-E10B-4EC0-A4C7-E34FEEBA992F}" type="sibTrans" cxnId="{4E6A9F59-E737-489D-9428-CDA899A70592}">
      <dgm:prSet/>
      <dgm:spPr/>
      <dgm:t>
        <a:bodyPr/>
        <a:lstStyle/>
        <a:p>
          <a:endParaRPr lang="zh-CN" altLang="en-US"/>
        </a:p>
      </dgm:t>
    </dgm:pt>
    <dgm:pt modelId="{32133610-F5C0-49CA-9699-636535073231}">
      <dgm:prSet/>
      <dgm:spPr/>
      <dgm:t>
        <a:bodyPr/>
        <a:lstStyle/>
        <a:p>
          <a:r>
            <a:rPr lang="en-US" altLang="zh-CN" dirty="0" smtClean="0">
              <a:latin typeface="微软雅黑" panose="020B0503020204020204" pitchFamily="34" charset="-122"/>
              <a:ea typeface="微软雅黑" panose="020B0503020204020204" pitchFamily="34" charset="-122"/>
            </a:rPr>
            <a:t>1</a:t>
          </a:r>
          <a:r>
            <a:rPr lang="zh-CN" altLang="en-US" dirty="0" smtClean="0">
              <a:latin typeface="微软雅黑" panose="020B0503020204020204" pitchFamily="34" charset="-122"/>
              <a:ea typeface="微软雅黑" panose="020B0503020204020204" pitchFamily="34" charset="-122"/>
            </a:rPr>
            <a:t>天内修复问题</a:t>
          </a:r>
          <a:endParaRPr lang="en-US" altLang="zh-CN" dirty="0" smtClean="0">
            <a:latin typeface="微软雅黑" panose="020B0503020204020204" pitchFamily="34" charset="-122"/>
            <a:ea typeface="微软雅黑" panose="020B0503020204020204" pitchFamily="34" charset="-122"/>
          </a:endParaRPr>
        </a:p>
      </dgm:t>
    </dgm:pt>
    <dgm:pt modelId="{D538B594-1B50-4181-872F-DBA33C5B6548}" type="parTrans" cxnId="{E77FC5B6-AD13-46B6-AAA2-B44412126F10}">
      <dgm:prSet/>
      <dgm:spPr/>
      <dgm:t>
        <a:bodyPr/>
        <a:lstStyle/>
        <a:p>
          <a:endParaRPr lang="zh-CN" altLang="en-US"/>
        </a:p>
      </dgm:t>
    </dgm:pt>
    <dgm:pt modelId="{89BDCCE1-5C2C-489B-81F2-CFB960F1D4DF}" type="sibTrans" cxnId="{E77FC5B6-AD13-46B6-AAA2-B44412126F10}">
      <dgm:prSet/>
      <dgm:spPr/>
      <dgm:t>
        <a:bodyPr/>
        <a:lstStyle/>
        <a:p>
          <a:endParaRPr lang="zh-CN" altLang="en-US"/>
        </a:p>
      </dgm:t>
    </dgm:pt>
    <dgm:pt modelId="{2208EBDC-A898-4D08-9A8B-1B303F31D14A}">
      <dgm:prSet/>
      <dgm:spPr/>
      <dgm:t>
        <a:bodyPr/>
        <a:lstStyle/>
        <a:p>
          <a:r>
            <a:rPr lang="zh-CN" altLang="en-US" dirty="0" smtClean="0">
              <a:latin typeface="微软雅黑" panose="020B0503020204020204" pitchFamily="34" charset="-122"/>
              <a:ea typeface="微软雅黑" panose="020B0503020204020204" pitchFamily="34" charset="-122"/>
            </a:rPr>
            <a:t>失控</a:t>
          </a:r>
          <a:endParaRPr lang="en-US" altLang="zh-CN" dirty="0" smtClean="0">
            <a:latin typeface="微软雅黑" panose="020B0503020204020204" pitchFamily="34" charset="-122"/>
            <a:ea typeface="微软雅黑" panose="020B0503020204020204" pitchFamily="34" charset="-122"/>
          </a:endParaRPr>
        </a:p>
      </dgm:t>
    </dgm:pt>
    <dgm:pt modelId="{7C430C35-9C5C-44DB-830F-9877DD17A95C}" type="parTrans" cxnId="{0280185A-372A-4025-B809-FE4188DD3145}">
      <dgm:prSet/>
      <dgm:spPr/>
      <dgm:t>
        <a:bodyPr/>
        <a:lstStyle/>
        <a:p>
          <a:endParaRPr lang="zh-CN" altLang="en-US"/>
        </a:p>
      </dgm:t>
    </dgm:pt>
    <dgm:pt modelId="{20A7A9F9-0D3C-47C8-8121-F9380A3035E6}" type="sibTrans" cxnId="{0280185A-372A-4025-B809-FE4188DD3145}">
      <dgm:prSet/>
      <dgm:spPr/>
      <dgm:t>
        <a:bodyPr/>
        <a:lstStyle/>
        <a:p>
          <a:endParaRPr lang="zh-CN" altLang="en-US"/>
        </a:p>
      </dgm:t>
    </dgm:pt>
    <dgm:pt modelId="{CF8FBBAF-F52D-474C-BA1B-1CF424EF4C92}">
      <dgm:prSet/>
      <dgm:spPr/>
      <dgm:t>
        <a:bodyPr/>
        <a:lstStyle/>
        <a:p>
          <a:r>
            <a:rPr lang="en-US" altLang="zh-CN" b="1" dirty="0" smtClean="0">
              <a:latin typeface="微软雅黑" panose="020B0503020204020204" pitchFamily="34" charset="-122"/>
              <a:ea typeface="微软雅黑" panose="020B0503020204020204" pitchFamily="34" charset="-122"/>
            </a:rPr>
            <a:t>DCDB</a:t>
          </a:r>
          <a:r>
            <a:rPr lang="zh-CN" altLang="en-US" b="1" dirty="0" smtClean="0">
              <a:latin typeface="微软雅黑" panose="020B0503020204020204" pitchFamily="34" charset="-122"/>
              <a:ea typeface="微软雅黑" panose="020B0503020204020204" pitchFamily="34" charset="-122"/>
            </a:rPr>
            <a:t>价值</a:t>
          </a:r>
          <a:endParaRPr lang="en-US" altLang="zh-CN" dirty="0" smtClean="0">
            <a:latin typeface="微软雅黑" panose="020B0503020204020204" pitchFamily="34" charset="-122"/>
            <a:ea typeface="微软雅黑" panose="020B0503020204020204" pitchFamily="34" charset="-122"/>
          </a:endParaRPr>
        </a:p>
      </dgm:t>
    </dgm:pt>
    <dgm:pt modelId="{F7236465-84EC-4F59-ADF8-471D1C626C73}" type="parTrans" cxnId="{700067E8-2F1F-43EA-AF57-61033D0D0C00}">
      <dgm:prSet/>
      <dgm:spPr/>
      <dgm:t>
        <a:bodyPr/>
        <a:lstStyle/>
        <a:p>
          <a:endParaRPr lang="zh-CN" altLang="en-US"/>
        </a:p>
      </dgm:t>
    </dgm:pt>
    <dgm:pt modelId="{B6F1FD2C-B65D-4DA7-8A73-469C32DE736C}" type="sibTrans" cxnId="{700067E8-2F1F-43EA-AF57-61033D0D0C00}">
      <dgm:prSet/>
      <dgm:spPr/>
      <dgm:t>
        <a:bodyPr/>
        <a:lstStyle/>
        <a:p>
          <a:endParaRPr lang="zh-CN" altLang="en-US"/>
        </a:p>
      </dgm:t>
    </dgm:pt>
    <dgm:pt modelId="{03F6B7FD-33DA-4BDC-AFB1-CA80B292B6FD}">
      <dgm:prSet/>
      <dgm:spPr/>
      <dgm:t>
        <a:bodyPr/>
        <a:lstStyle/>
        <a:p>
          <a:r>
            <a:rPr lang="zh-CN" altLang="en-US" dirty="0" smtClean="0">
              <a:latin typeface="微软雅黑" panose="020B0503020204020204" pitchFamily="34" charset="-122"/>
              <a:ea typeface="微软雅黑" panose="020B0503020204020204" pitchFamily="34" charset="-122"/>
            </a:rPr>
            <a:t>第一家</a:t>
          </a:r>
          <a:r>
            <a:rPr lang="en-US" altLang="zh-CN" dirty="0" smtClean="0">
              <a:latin typeface="微软雅黑" panose="020B0503020204020204" pitchFamily="34" charset="-122"/>
              <a:ea typeface="微软雅黑" panose="020B0503020204020204" pitchFamily="34" charset="-122"/>
            </a:rPr>
            <a:t>OLAP</a:t>
          </a:r>
          <a:r>
            <a:rPr lang="zh-CN" altLang="en-US" dirty="0" smtClean="0">
              <a:latin typeface="微软雅黑" panose="020B0503020204020204" pitchFamily="34" charset="-122"/>
              <a:ea typeface="微软雅黑" panose="020B0503020204020204" pitchFamily="34" charset="-122"/>
            </a:rPr>
            <a:t>业务上线</a:t>
          </a:r>
          <a:endParaRPr lang="en-US" altLang="zh-CN" dirty="0" smtClean="0">
            <a:latin typeface="微软雅黑" panose="020B0503020204020204" pitchFamily="34" charset="-122"/>
            <a:ea typeface="微软雅黑" panose="020B0503020204020204" pitchFamily="34" charset="-122"/>
          </a:endParaRPr>
        </a:p>
      </dgm:t>
    </dgm:pt>
    <dgm:pt modelId="{623D8487-FCBE-4D9A-B65D-3BC44F010390}" type="parTrans" cxnId="{7398F8C5-EC06-4401-AB1E-2A31B0F641F8}">
      <dgm:prSet/>
      <dgm:spPr/>
      <dgm:t>
        <a:bodyPr/>
        <a:lstStyle/>
        <a:p>
          <a:endParaRPr lang="zh-CN" altLang="en-US"/>
        </a:p>
      </dgm:t>
    </dgm:pt>
    <dgm:pt modelId="{98343FF7-A19B-4583-B296-42B3A76F4D0B}" type="sibTrans" cxnId="{7398F8C5-EC06-4401-AB1E-2A31B0F641F8}">
      <dgm:prSet/>
      <dgm:spPr/>
      <dgm:t>
        <a:bodyPr/>
        <a:lstStyle/>
        <a:p>
          <a:endParaRPr lang="zh-CN" altLang="en-US"/>
        </a:p>
      </dgm:t>
    </dgm:pt>
    <dgm:pt modelId="{3947A838-2231-461B-BE3F-F4F091F11BFC}">
      <dgm:prSet/>
      <dgm:spPr/>
      <dgm:t>
        <a:bodyPr/>
        <a:lstStyle/>
        <a:p>
          <a:r>
            <a:rPr lang="zh-CN" altLang="en-US" dirty="0" smtClean="0">
              <a:latin typeface="微软雅黑" panose="020B0503020204020204" pitchFamily="34" charset="-122"/>
              <a:ea typeface="微软雅黑" panose="020B0503020204020204" pitchFamily="34" charset="-122"/>
            </a:rPr>
            <a:t>为什么这么快：列存原理</a:t>
          </a:r>
          <a:endParaRPr lang="en-US" altLang="zh-CN" dirty="0" smtClean="0">
            <a:latin typeface="微软雅黑" panose="020B0503020204020204" pitchFamily="34" charset="-122"/>
            <a:ea typeface="微软雅黑" panose="020B0503020204020204" pitchFamily="34" charset="-122"/>
          </a:endParaRPr>
        </a:p>
      </dgm:t>
    </dgm:pt>
    <dgm:pt modelId="{785C082F-F66A-4E4D-B351-857DBFAAE7F8}" type="parTrans" cxnId="{BF5869E9-09AF-4B87-9C32-B89EDC2C2F56}">
      <dgm:prSet/>
      <dgm:spPr/>
      <dgm:t>
        <a:bodyPr/>
        <a:lstStyle/>
        <a:p>
          <a:endParaRPr lang="zh-CN" altLang="en-US"/>
        </a:p>
      </dgm:t>
    </dgm:pt>
    <dgm:pt modelId="{ECB22BA4-F910-4B25-B3EA-B3D3388B4946}" type="sibTrans" cxnId="{BF5869E9-09AF-4B87-9C32-B89EDC2C2F56}">
      <dgm:prSet/>
      <dgm:spPr/>
      <dgm:t>
        <a:bodyPr/>
        <a:lstStyle/>
        <a:p>
          <a:endParaRPr lang="zh-CN" altLang="en-US"/>
        </a:p>
      </dgm:t>
    </dgm:pt>
    <dgm:pt modelId="{97ED0216-8231-464A-9848-11CF3A356A1D}">
      <dgm:prSet/>
      <dgm:spPr/>
      <dgm:t>
        <a:bodyPr/>
        <a:lstStyle/>
        <a:p>
          <a:r>
            <a:rPr lang="zh-CN" altLang="en-US" dirty="0" smtClean="0">
              <a:latin typeface="微软雅黑" panose="020B0503020204020204" pitchFamily="34" charset="-122"/>
              <a:ea typeface="微软雅黑" panose="020B0503020204020204" pitchFamily="34" charset="-122"/>
            </a:rPr>
            <a:t>回馈社区</a:t>
          </a:r>
          <a:endParaRPr lang="en-US" altLang="zh-CN" dirty="0" smtClean="0">
            <a:latin typeface="微软雅黑" panose="020B0503020204020204" pitchFamily="34" charset="-122"/>
            <a:ea typeface="微软雅黑" panose="020B0503020204020204" pitchFamily="34" charset="-122"/>
          </a:endParaRPr>
        </a:p>
      </dgm:t>
    </dgm:pt>
    <dgm:pt modelId="{73D2B30F-1AC5-467D-B6B7-1AF1B5406F49}" type="parTrans" cxnId="{AF24713E-7CFB-4E16-89CB-8DBCD633C1A3}">
      <dgm:prSet/>
      <dgm:spPr/>
      <dgm:t>
        <a:bodyPr/>
        <a:lstStyle/>
        <a:p>
          <a:endParaRPr lang="zh-CN" altLang="en-US"/>
        </a:p>
      </dgm:t>
    </dgm:pt>
    <dgm:pt modelId="{AC377947-12FC-4BE2-B682-2624FE79B933}" type="sibTrans" cxnId="{AF24713E-7CFB-4E16-89CB-8DBCD633C1A3}">
      <dgm:prSet/>
      <dgm:spPr/>
      <dgm:t>
        <a:bodyPr/>
        <a:lstStyle/>
        <a:p>
          <a:endParaRPr lang="zh-CN" altLang="en-US"/>
        </a:p>
      </dgm:t>
    </dgm:pt>
    <dgm:pt modelId="{3F7BD557-C3CF-4322-825E-0B37EAC76108}">
      <dgm:prSet/>
      <dgm:spPr/>
      <dgm:t>
        <a:bodyPr/>
        <a:lstStyle/>
        <a:p>
          <a:pPr rtl="0"/>
          <a:r>
            <a:rPr lang="en-US" dirty="0" smtClean="0">
              <a:latin typeface="微软雅黑" panose="020B0503020204020204" pitchFamily="34" charset="-122"/>
              <a:ea typeface="微软雅黑" panose="020B0503020204020204" pitchFamily="34" charset="-122"/>
            </a:rPr>
            <a:t>DCDB</a:t>
          </a:r>
          <a:r>
            <a:rPr lang="zh-CN" altLang="en-US" dirty="0" smtClean="0">
              <a:latin typeface="微软雅黑" panose="020B0503020204020204" pitchFamily="34" charset="-122"/>
              <a:ea typeface="微软雅黑" panose="020B0503020204020204" pitchFamily="34" charset="-122"/>
            </a:rPr>
            <a:t>核心</a:t>
          </a:r>
          <a:r>
            <a:rPr lang="zh-CN" dirty="0" smtClean="0">
              <a:latin typeface="微软雅黑" panose="020B0503020204020204" pitchFamily="34" charset="-122"/>
              <a:ea typeface="微软雅黑" panose="020B0503020204020204" pitchFamily="34" charset="-122"/>
            </a:rPr>
            <a:t>特性</a:t>
          </a:r>
          <a:endParaRPr lang="zh-CN" dirty="0">
            <a:latin typeface="微软雅黑" panose="020B0503020204020204" pitchFamily="34" charset="-122"/>
            <a:ea typeface="微软雅黑" panose="020B0503020204020204" pitchFamily="34" charset="-122"/>
          </a:endParaRPr>
        </a:p>
      </dgm:t>
    </dgm:pt>
    <dgm:pt modelId="{DD555E2D-E529-4F7B-94B5-FD76F7565E7C}" type="parTrans" cxnId="{587BA3A8-C256-430F-B889-70F565A80959}">
      <dgm:prSet/>
      <dgm:spPr/>
      <dgm:t>
        <a:bodyPr/>
        <a:lstStyle/>
        <a:p>
          <a:endParaRPr lang="zh-CN" altLang="en-US"/>
        </a:p>
      </dgm:t>
    </dgm:pt>
    <dgm:pt modelId="{BDFA6ECC-2B4E-4572-8FD5-D694425D6239}" type="sibTrans" cxnId="{587BA3A8-C256-430F-B889-70F565A80959}">
      <dgm:prSet/>
      <dgm:spPr/>
      <dgm:t>
        <a:bodyPr/>
        <a:lstStyle/>
        <a:p>
          <a:endParaRPr lang="zh-CN" altLang="en-US"/>
        </a:p>
      </dgm:t>
    </dgm:pt>
    <dgm:pt modelId="{93966644-4D49-4CA1-A541-7FCA54E8B0ED}">
      <dgm:prSet/>
      <dgm:spPr/>
      <dgm:t>
        <a:bodyPr/>
        <a:lstStyle/>
        <a:p>
          <a:pPr rtl="0"/>
          <a:r>
            <a:rPr lang="en-US" dirty="0" smtClean="0">
              <a:latin typeface="微软雅黑" panose="020B0503020204020204" pitchFamily="34" charset="-122"/>
              <a:ea typeface="微软雅黑" panose="020B0503020204020204" pitchFamily="34" charset="-122"/>
            </a:rPr>
            <a:t>DCDB</a:t>
          </a:r>
          <a:r>
            <a:rPr lang="zh-CN" altLang="en-US" dirty="0" smtClean="0">
              <a:latin typeface="微软雅黑" panose="020B0503020204020204" pitchFamily="34" charset="-122"/>
              <a:ea typeface="微软雅黑" panose="020B0503020204020204" pitchFamily="34" charset="-122"/>
            </a:rPr>
            <a:t>技术</a:t>
          </a:r>
          <a:r>
            <a:rPr lang="zh-CN" dirty="0" smtClean="0">
              <a:latin typeface="微软雅黑" panose="020B0503020204020204" pitchFamily="34" charset="-122"/>
              <a:ea typeface="微软雅黑" panose="020B0503020204020204" pitchFamily="34" charset="-122"/>
            </a:rPr>
            <a:t>架构</a:t>
          </a:r>
          <a:endParaRPr lang="zh-CN" dirty="0">
            <a:latin typeface="微软雅黑" panose="020B0503020204020204" pitchFamily="34" charset="-122"/>
            <a:ea typeface="微软雅黑" panose="020B0503020204020204" pitchFamily="34" charset="-122"/>
          </a:endParaRPr>
        </a:p>
      </dgm:t>
    </dgm:pt>
    <dgm:pt modelId="{4B536ADF-7912-43AD-9E81-A035AE2DD6B6}" type="parTrans" cxnId="{B925A13B-3A68-44E6-95D2-132EF8278DE0}">
      <dgm:prSet/>
      <dgm:spPr/>
      <dgm:t>
        <a:bodyPr/>
        <a:lstStyle/>
        <a:p>
          <a:endParaRPr lang="zh-CN" altLang="en-US"/>
        </a:p>
      </dgm:t>
    </dgm:pt>
    <dgm:pt modelId="{9FCEFC48-B8E2-4F43-875A-80018713448D}" type="sibTrans" cxnId="{B925A13B-3A68-44E6-95D2-132EF8278DE0}">
      <dgm:prSet/>
      <dgm:spPr/>
      <dgm:t>
        <a:bodyPr/>
        <a:lstStyle/>
        <a:p>
          <a:endParaRPr lang="zh-CN" altLang="en-US"/>
        </a:p>
      </dgm:t>
    </dgm:pt>
    <dgm:pt modelId="{5B4419F6-012B-4561-B68D-B92FDF5CAE4F}">
      <dgm:prSet/>
      <dgm:spPr/>
      <dgm:t>
        <a:bodyPr/>
        <a:lstStyle/>
        <a:p>
          <a:r>
            <a:rPr lang="en-US" altLang="zh-CN" dirty="0" smtClean="0">
              <a:latin typeface="微软雅黑" panose="020B0503020204020204" pitchFamily="34" charset="-122"/>
              <a:ea typeface="微软雅黑" panose="020B0503020204020204" pitchFamily="34" charset="-122"/>
            </a:rPr>
            <a:t>Peter</a:t>
          </a:r>
          <a:r>
            <a:rPr lang="zh-CN" altLang="en-US" dirty="0" smtClean="0">
              <a:latin typeface="微软雅黑" panose="020B0503020204020204" pitchFamily="34" charset="-122"/>
              <a:ea typeface="微软雅黑" panose="020B0503020204020204" pitchFamily="34" charset="-122"/>
            </a:rPr>
            <a:t>的邮件</a:t>
          </a:r>
          <a:endParaRPr lang="en-US" altLang="zh-CN" dirty="0" smtClean="0">
            <a:latin typeface="微软雅黑" panose="020B0503020204020204" pitchFamily="34" charset="-122"/>
            <a:ea typeface="微软雅黑" panose="020B0503020204020204" pitchFamily="34" charset="-122"/>
          </a:endParaRPr>
        </a:p>
      </dgm:t>
    </dgm:pt>
    <dgm:pt modelId="{9FBA6D9E-AC8A-42A9-B33B-085A004CF082}" type="parTrans" cxnId="{99AACCC9-C0D1-459B-A4F8-803AB5C5E676}">
      <dgm:prSet/>
      <dgm:spPr/>
      <dgm:t>
        <a:bodyPr/>
        <a:lstStyle/>
        <a:p>
          <a:endParaRPr lang="zh-CN" altLang="en-US"/>
        </a:p>
      </dgm:t>
    </dgm:pt>
    <dgm:pt modelId="{A2C895E6-60F2-445B-8FC2-F40E8478B8C8}" type="sibTrans" cxnId="{99AACCC9-C0D1-459B-A4F8-803AB5C5E676}">
      <dgm:prSet/>
      <dgm:spPr/>
      <dgm:t>
        <a:bodyPr/>
        <a:lstStyle/>
        <a:p>
          <a:endParaRPr lang="zh-CN" altLang="en-US"/>
        </a:p>
      </dgm:t>
    </dgm:pt>
    <dgm:pt modelId="{E3ADBE6A-C8A3-4A31-9CC0-495877A124E9}">
      <dgm:prSet/>
      <dgm:spPr/>
      <dgm:t>
        <a:bodyPr/>
        <a:lstStyle/>
        <a:p>
          <a:r>
            <a:rPr lang="zh-CN" altLang="en-US" dirty="0" smtClean="0">
              <a:latin typeface="微软雅黑" panose="020B0503020204020204" pitchFamily="34" charset="-122"/>
              <a:ea typeface="微软雅黑" panose="020B0503020204020204" pitchFamily="34" charset="-122"/>
            </a:rPr>
            <a:t>在奔跑中调整姿势</a:t>
          </a:r>
          <a:endParaRPr lang="en-US" altLang="zh-CN" dirty="0" smtClean="0">
            <a:latin typeface="微软雅黑" panose="020B0503020204020204" pitchFamily="34" charset="-122"/>
            <a:ea typeface="微软雅黑" panose="020B0503020204020204" pitchFamily="34" charset="-122"/>
          </a:endParaRPr>
        </a:p>
      </dgm:t>
    </dgm:pt>
    <dgm:pt modelId="{8C27E0A3-9342-49F3-8C59-7001A07F18B1}" type="parTrans" cxnId="{B153BDC0-7732-42F8-B56E-7898BD9698E6}">
      <dgm:prSet/>
      <dgm:spPr/>
      <dgm:t>
        <a:bodyPr/>
        <a:lstStyle/>
        <a:p>
          <a:endParaRPr lang="zh-CN" altLang="en-US"/>
        </a:p>
      </dgm:t>
    </dgm:pt>
    <dgm:pt modelId="{89DC5E25-AD03-4689-AC41-39993553D0FC}" type="sibTrans" cxnId="{B153BDC0-7732-42F8-B56E-7898BD9698E6}">
      <dgm:prSet/>
      <dgm:spPr/>
      <dgm:t>
        <a:bodyPr/>
        <a:lstStyle/>
        <a:p>
          <a:endParaRPr lang="zh-CN" altLang="en-US"/>
        </a:p>
      </dgm:t>
    </dgm:pt>
    <dgm:pt modelId="{C2ECFAF9-0824-4C50-AF81-D442DC438066}">
      <dgm:prSet/>
      <dgm:spPr/>
      <dgm:t>
        <a:bodyPr/>
        <a:lstStyle/>
        <a:p>
          <a:r>
            <a:rPr lang="en-US" altLang="zh-CN" dirty="0" smtClean="0">
              <a:latin typeface="微软雅黑" panose="020B0503020204020204" pitchFamily="34" charset="-122"/>
              <a:ea typeface="微软雅黑" panose="020B0503020204020204" pitchFamily="34" charset="-122"/>
            </a:rPr>
            <a:t>OLTP</a:t>
          </a:r>
          <a:r>
            <a:rPr lang="zh-CN" altLang="en-US" dirty="0" smtClean="0">
              <a:latin typeface="微软雅黑" panose="020B0503020204020204" pitchFamily="34" charset="-122"/>
              <a:ea typeface="微软雅黑" panose="020B0503020204020204" pitchFamily="34" charset="-122"/>
            </a:rPr>
            <a:t>基准测试</a:t>
          </a:r>
          <a:endParaRPr lang="en-US" altLang="zh-CN" dirty="0" smtClean="0">
            <a:latin typeface="微软雅黑" panose="020B0503020204020204" pitchFamily="34" charset="-122"/>
            <a:ea typeface="微软雅黑" panose="020B0503020204020204" pitchFamily="34" charset="-122"/>
          </a:endParaRPr>
        </a:p>
      </dgm:t>
    </dgm:pt>
    <dgm:pt modelId="{DEF34956-B080-4EF4-A04E-2B2867A34366}" type="parTrans" cxnId="{EFFB89BD-B37F-4C78-8A59-6CFC712B7BD7}">
      <dgm:prSet/>
      <dgm:spPr/>
      <dgm:t>
        <a:bodyPr/>
        <a:lstStyle/>
        <a:p>
          <a:endParaRPr lang="zh-CN" altLang="en-US"/>
        </a:p>
      </dgm:t>
    </dgm:pt>
    <dgm:pt modelId="{3F2D190E-AF0C-4BE9-B18E-59A1E7D200E2}" type="sibTrans" cxnId="{EFFB89BD-B37F-4C78-8A59-6CFC712B7BD7}">
      <dgm:prSet/>
      <dgm:spPr/>
      <dgm:t>
        <a:bodyPr/>
        <a:lstStyle/>
        <a:p>
          <a:endParaRPr lang="zh-CN" altLang="en-US"/>
        </a:p>
      </dgm:t>
    </dgm:pt>
    <dgm:pt modelId="{C21424A8-3DEF-41E5-B5B6-F8FDBEB28089}">
      <dgm:prSet/>
      <dgm:spPr/>
      <dgm:t>
        <a:bodyPr/>
        <a:lstStyle/>
        <a:p>
          <a:r>
            <a:rPr lang="zh-CN" altLang="en-US" dirty="0" smtClean="0">
              <a:latin typeface="微软雅黑" panose="020B0503020204020204" pitchFamily="34" charset="-122"/>
              <a:ea typeface="微软雅黑" panose="020B0503020204020204" pitchFamily="34" charset="-122"/>
            </a:rPr>
            <a:t>专项后线上效果</a:t>
          </a:r>
          <a:endParaRPr lang="en-US" altLang="zh-CN" dirty="0" smtClean="0">
            <a:latin typeface="微软雅黑" panose="020B0503020204020204" pitchFamily="34" charset="-122"/>
            <a:ea typeface="微软雅黑" panose="020B0503020204020204" pitchFamily="34" charset="-122"/>
          </a:endParaRPr>
        </a:p>
      </dgm:t>
    </dgm:pt>
    <dgm:pt modelId="{A8F3F559-F79F-46E1-9BAC-0936CAA2D5DD}" type="parTrans" cxnId="{CEF867A2-017D-47CB-8152-659421794CF1}">
      <dgm:prSet/>
      <dgm:spPr/>
      <dgm:t>
        <a:bodyPr/>
        <a:lstStyle/>
        <a:p>
          <a:endParaRPr lang="zh-CN" altLang="en-US"/>
        </a:p>
      </dgm:t>
    </dgm:pt>
    <dgm:pt modelId="{10AA3DD9-C404-491F-80F4-DB222874762C}" type="sibTrans" cxnId="{CEF867A2-017D-47CB-8152-659421794CF1}">
      <dgm:prSet/>
      <dgm:spPr/>
      <dgm:t>
        <a:bodyPr/>
        <a:lstStyle/>
        <a:p>
          <a:endParaRPr lang="zh-CN" altLang="en-US"/>
        </a:p>
      </dgm:t>
    </dgm:pt>
    <dgm:pt modelId="{95967B92-9255-4B61-81E5-373C4D703585}">
      <dgm:prSet/>
      <dgm:spPr/>
      <dgm:t>
        <a:bodyPr/>
        <a:lstStyle/>
        <a:p>
          <a:r>
            <a:rPr lang="zh-CN" altLang="en-US" dirty="0" smtClean="0">
              <a:latin typeface="微软雅黑" panose="020B0503020204020204" pitchFamily="34" charset="-122"/>
              <a:ea typeface="微软雅黑" panose="020B0503020204020204" pitchFamily="34" charset="-122"/>
            </a:rPr>
            <a:t>总结</a:t>
          </a:r>
          <a:endParaRPr lang="en-US" altLang="zh-CN" dirty="0" smtClean="0">
            <a:latin typeface="微软雅黑" panose="020B0503020204020204" pitchFamily="34" charset="-122"/>
            <a:ea typeface="微软雅黑" panose="020B0503020204020204" pitchFamily="34" charset="-122"/>
          </a:endParaRPr>
        </a:p>
      </dgm:t>
    </dgm:pt>
    <dgm:pt modelId="{F6FCE976-1FCB-48C8-8856-6FEA60A7968B}" type="parTrans" cxnId="{E910813A-04B2-491D-9707-D5AB0BD94B31}">
      <dgm:prSet/>
      <dgm:spPr/>
      <dgm:t>
        <a:bodyPr/>
        <a:lstStyle/>
        <a:p>
          <a:endParaRPr lang="zh-CN" altLang="en-US"/>
        </a:p>
      </dgm:t>
    </dgm:pt>
    <dgm:pt modelId="{EAF5B695-CF2D-4628-BB21-3BD81C0972ED}" type="sibTrans" cxnId="{E910813A-04B2-491D-9707-D5AB0BD94B31}">
      <dgm:prSet/>
      <dgm:spPr/>
      <dgm:t>
        <a:bodyPr/>
        <a:lstStyle/>
        <a:p>
          <a:endParaRPr lang="zh-CN" altLang="en-US"/>
        </a:p>
      </dgm:t>
    </dgm:pt>
    <dgm:pt modelId="{F445E84D-A2DB-478F-A3B7-FF2FC8C2A99E}">
      <dgm:prSet/>
      <dgm:spPr/>
      <dgm:t>
        <a:bodyPr/>
        <a:lstStyle/>
        <a:p>
          <a:r>
            <a:rPr lang="zh-CN" altLang="en-US" dirty="0" smtClean="0">
              <a:latin typeface="微软雅黑" panose="020B0503020204020204" pitchFamily="34" charset="-122"/>
              <a:ea typeface="微软雅黑" panose="020B0503020204020204" pitchFamily="34" charset="-122"/>
            </a:rPr>
            <a:t>对客户的承诺</a:t>
          </a:r>
          <a:endParaRPr lang="en-US" altLang="zh-CN" dirty="0" smtClean="0">
            <a:latin typeface="微软雅黑" panose="020B0503020204020204" pitchFamily="34" charset="-122"/>
            <a:ea typeface="微软雅黑" panose="020B0503020204020204" pitchFamily="34" charset="-122"/>
          </a:endParaRPr>
        </a:p>
      </dgm:t>
    </dgm:pt>
    <dgm:pt modelId="{838A5934-1B96-404F-B787-6359B366C655}" type="parTrans" cxnId="{A1D02BED-60D4-4C9C-B95D-576E64C28CBC}">
      <dgm:prSet/>
      <dgm:spPr/>
      <dgm:t>
        <a:bodyPr/>
        <a:lstStyle/>
        <a:p>
          <a:endParaRPr lang="zh-CN" altLang="en-US"/>
        </a:p>
      </dgm:t>
    </dgm:pt>
    <dgm:pt modelId="{5A98DFE8-758E-464C-9116-3CDCA4813E32}" type="sibTrans" cxnId="{A1D02BED-60D4-4C9C-B95D-576E64C28CBC}">
      <dgm:prSet/>
      <dgm:spPr/>
      <dgm:t>
        <a:bodyPr/>
        <a:lstStyle/>
        <a:p>
          <a:endParaRPr lang="zh-CN" altLang="en-US"/>
        </a:p>
      </dgm:t>
    </dgm:pt>
    <dgm:pt modelId="{B4D1003E-FC8C-4AE5-8BD6-09FF3EE4901C}" type="pres">
      <dgm:prSet presAssocID="{E471FF59-2860-4869-99C8-80BA3045BA9E}" presName="Name0" presStyleCnt="0">
        <dgm:presLayoutVars>
          <dgm:dir/>
          <dgm:animLvl val="lvl"/>
          <dgm:resizeHandles val="exact"/>
        </dgm:presLayoutVars>
      </dgm:prSet>
      <dgm:spPr/>
      <dgm:t>
        <a:bodyPr/>
        <a:lstStyle/>
        <a:p>
          <a:endParaRPr lang="zh-CN" altLang="en-US"/>
        </a:p>
      </dgm:t>
    </dgm:pt>
    <dgm:pt modelId="{0EBFDC91-CC85-4BF1-AEC9-543702651B84}" type="pres">
      <dgm:prSet presAssocID="{4539FBCC-D42F-4ECA-8918-789388BC7942}" presName="composite" presStyleCnt="0"/>
      <dgm:spPr/>
    </dgm:pt>
    <dgm:pt modelId="{7859363E-C186-4BC7-9DB3-2348E7B68693}" type="pres">
      <dgm:prSet presAssocID="{4539FBCC-D42F-4ECA-8918-789388BC7942}" presName="parTx" presStyleLbl="alignNode1" presStyleIdx="0" presStyleCnt="3">
        <dgm:presLayoutVars>
          <dgm:chMax val="0"/>
          <dgm:chPref val="0"/>
          <dgm:bulletEnabled val="1"/>
        </dgm:presLayoutVars>
      </dgm:prSet>
      <dgm:spPr/>
      <dgm:t>
        <a:bodyPr/>
        <a:lstStyle/>
        <a:p>
          <a:endParaRPr lang="zh-CN" altLang="en-US"/>
        </a:p>
      </dgm:t>
    </dgm:pt>
    <dgm:pt modelId="{C2FB57E6-AC3D-482A-8D1E-377281263601}" type="pres">
      <dgm:prSet presAssocID="{4539FBCC-D42F-4ECA-8918-789388BC7942}" presName="desTx" presStyleLbl="alignAccFollowNode1" presStyleIdx="0" presStyleCnt="3">
        <dgm:presLayoutVars>
          <dgm:bulletEnabled val="1"/>
        </dgm:presLayoutVars>
      </dgm:prSet>
      <dgm:spPr/>
      <dgm:t>
        <a:bodyPr/>
        <a:lstStyle/>
        <a:p>
          <a:endParaRPr lang="zh-CN" altLang="en-US"/>
        </a:p>
      </dgm:t>
    </dgm:pt>
    <dgm:pt modelId="{26675755-866C-4C75-B58A-4B1AED57EEC3}" type="pres">
      <dgm:prSet presAssocID="{14648003-E604-4850-B160-FCDFCF5E161E}" presName="space" presStyleCnt="0"/>
      <dgm:spPr/>
    </dgm:pt>
    <dgm:pt modelId="{11B605FF-3D2B-47FF-B9BB-3A241E5D0968}" type="pres">
      <dgm:prSet presAssocID="{E407634C-E3D6-49D8-80D2-D1B4467DF7EA}" presName="composite" presStyleCnt="0"/>
      <dgm:spPr/>
    </dgm:pt>
    <dgm:pt modelId="{1A1CD7BB-5B5B-4639-854F-9D278BFD533B}" type="pres">
      <dgm:prSet presAssocID="{E407634C-E3D6-49D8-80D2-D1B4467DF7EA}" presName="parTx" presStyleLbl="alignNode1" presStyleIdx="1" presStyleCnt="3">
        <dgm:presLayoutVars>
          <dgm:chMax val="0"/>
          <dgm:chPref val="0"/>
          <dgm:bulletEnabled val="1"/>
        </dgm:presLayoutVars>
      </dgm:prSet>
      <dgm:spPr/>
      <dgm:t>
        <a:bodyPr/>
        <a:lstStyle/>
        <a:p>
          <a:endParaRPr lang="zh-CN" altLang="en-US"/>
        </a:p>
      </dgm:t>
    </dgm:pt>
    <dgm:pt modelId="{721FC732-B30F-498B-BA06-45A7F9DC6102}" type="pres">
      <dgm:prSet presAssocID="{E407634C-E3D6-49D8-80D2-D1B4467DF7EA}" presName="desTx" presStyleLbl="alignAccFollowNode1" presStyleIdx="1" presStyleCnt="3">
        <dgm:presLayoutVars>
          <dgm:bulletEnabled val="1"/>
        </dgm:presLayoutVars>
      </dgm:prSet>
      <dgm:spPr/>
      <dgm:t>
        <a:bodyPr/>
        <a:lstStyle/>
        <a:p>
          <a:endParaRPr lang="zh-CN" altLang="en-US"/>
        </a:p>
      </dgm:t>
    </dgm:pt>
    <dgm:pt modelId="{02A0C2B4-8D94-4275-BF10-42ADAE5DACCB}" type="pres">
      <dgm:prSet presAssocID="{45389138-EBF9-4AB3-8A29-0CD63BB2D650}" presName="space" presStyleCnt="0"/>
      <dgm:spPr/>
    </dgm:pt>
    <dgm:pt modelId="{50B2850A-B4D0-4D6F-A35E-5117E15AC826}" type="pres">
      <dgm:prSet presAssocID="{CF8FBBAF-F52D-474C-BA1B-1CF424EF4C92}" presName="composite" presStyleCnt="0"/>
      <dgm:spPr/>
    </dgm:pt>
    <dgm:pt modelId="{2743DAAD-BF17-4E83-AB4C-E14A78E90A06}" type="pres">
      <dgm:prSet presAssocID="{CF8FBBAF-F52D-474C-BA1B-1CF424EF4C92}" presName="parTx" presStyleLbl="alignNode1" presStyleIdx="2" presStyleCnt="3">
        <dgm:presLayoutVars>
          <dgm:chMax val="0"/>
          <dgm:chPref val="0"/>
          <dgm:bulletEnabled val="1"/>
        </dgm:presLayoutVars>
      </dgm:prSet>
      <dgm:spPr/>
      <dgm:t>
        <a:bodyPr/>
        <a:lstStyle/>
        <a:p>
          <a:endParaRPr lang="zh-CN" altLang="en-US"/>
        </a:p>
      </dgm:t>
    </dgm:pt>
    <dgm:pt modelId="{589B8ACB-C0EC-4FAE-9AF0-BF989511A2F1}" type="pres">
      <dgm:prSet presAssocID="{CF8FBBAF-F52D-474C-BA1B-1CF424EF4C92}" presName="desTx" presStyleLbl="alignAccFollowNode1" presStyleIdx="2" presStyleCnt="3">
        <dgm:presLayoutVars>
          <dgm:bulletEnabled val="1"/>
        </dgm:presLayoutVars>
      </dgm:prSet>
      <dgm:spPr/>
      <dgm:t>
        <a:bodyPr/>
        <a:lstStyle/>
        <a:p>
          <a:endParaRPr lang="zh-CN" altLang="en-US"/>
        </a:p>
      </dgm:t>
    </dgm:pt>
  </dgm:ptLst>
  <dgm:cxnLst>
    <dgm:cxn modelId="{5FAB6BC5-E486-4459-B7BC-C1FCAF323727}" srcId="{4539FBCC-D42F-4ECA-8918-789388BC7942}" destId="{6B569C1A-C07F-4A62-931B-A5EC7246B3B7}" srcOrd="8" destOrd="0" parTransId="{718F76F2-10D3-4EB5-8C3C-2A9BBA529544}" sibTransId="{0B2549B3-7D48-4B89-80A6-50B8A5D3303A}"/>
    <dgm:cxn modelId="{3B4C167E-C234-4F54-AF36-F8CF95266454}" type="presOf" srcId="{AE7C1D9D-A1EE-4052-907B-DCF261DC4938}" destId="{721FC732-B30F-498B-BA06-45A7F9DC6102}" srcOrd="0" destOrd="8" presId="urn:microsoft.com/office/officeart/2005/8/layout/hList1"/>
    <dgm:cxn modelId="{473FE4B8-3D7F-4069-9EF4-74B64830101F}" srcId="{4539FBCC-D42F-4ECA-8918-789388BC7942}" destId="{D031762A-CF49-4480-81DC-47D852594B8B}" srcOrd="4" destOrd="0" parTransId="{AB6B2DF6-4067-47F3-9C00-C19B49F30869}" sibTransId="{D3B2B03B-87AA-4E05-9B44-8671EF28ACF4}"/>
    <dgm:cxn modelId="{1DC6636D-E91C-4798-B098-6964A6EDC16F}" type="presOf" srcId="{74C3DDF3-9B55-433D-B346-5905F137388B}" destId="{721FC732-B30F-498B-BA06-45A7F9DC6102}" srcOrd="0" destOrd="7" presId="urn:microsoft.com/office/officeart/2005/8/layout/hList1"/>
    <dgm:cxn modelId="{29390B7C-7B79-4DF3-BA2A-C1CA9B29A429}" type="presOf" srcId="{27237AFB-CFA6-4436-8433-01616D69E4F1}" destId="{721FC732-B30F-498B-BA06-45A7F9DC6102}" srcOrd="0" destOrd="5" presId="urn:microsoft.com/office/officeart/2005/8/layout/hList1"/>
    <dgm:cxn modelId="{4B765ED5-EAB5-4EA6-9FC8-426FD0341458}" type="presOf" srcId="{6B569C1A-C07F-4A62-931B-A5EC7246B3B7}" destId="{C2FB57E6-AC3D-482A-8D1E-377281263601}" srcOrd="0" destOrd="8" presId="urn:microsoft.com/office/officeart/2005/8/layout/hList1"/>
    <dgm:cxn modelId="{B153BDC0-7732-42F8-B56E-7898BD9698E6}" srcId="{E407634C-E3D6-49D8-80D2-D1B4467DF7EA}" destId="{E3ADBE6A-C8A3-4A31-9CC0-495877A124E9}" srcOrd="10" destOrd="0" parTransId="{8C27E0A3-9342-49F3-8C59-7001A07F18B1}" sibTransId="{89DC5E25-AD03-4689-AC41-39993553D0FC}"/>
    <dgm:cxn modelId="{6BA973CA-D58E-410E-938C-497D6009DA40}" type="presOf" srcId="{93966644-4D49-4CA1-A541-7FCA54E8B0ED}" destId="{C2FB57E6-AC3D-482A-8D1E-377281263601}" srcOrd="0" destOrd="3" presId="urn:microsoft.com/office/officeart/2005/8/layout/hList1"/>
    <dgm:cxn modelId="{CEF867A2-017D-47CB-8152-659421794CF1}" srcId="{CF8FBBAF-F52D-474C-BA1B-1CF424EF4C92}" destId="{C21424A8-3DEF-41E5-B5B6-F8FDBEB28089}" srcOrd="3" destOrd="0" parTransId="{A8F3F559-F79F-46E1-9BAC-0936CAA2D5DD}" sibTransId="{10AA3DD9-C404-491F-80F4-DB222874762C}"/>
    <dgm:cxn modelId="{B5B861F6-8554-4041-BCF0-AC351935C575}" srcId="{E407634C-E3D6-49D8-80D2-D1B4467DF7EA}" destId="{969F8067-6B8A-4A5A-AB2B-AC7F983C3591}" srcOrd="3" destOrd="0" parTransId="{8DD74E0D-42BA-4549-B0FB-54ABE09A0DDA}" sibTransId="{6DEBDE4A-3E34-4687-B342-9248EE9534EB}"/>
    <dgm:cxn modelId="{A72A0010-F5F5-43C7-BEE4-C78655616CE8}" type="presOf" srcId="{5B4419F6-012B-4561-B68D-B92FDF5CAE4F}" destId="{721FC732-B30F-498B-BA06-45A7F9DC6102}" srcOrd="0" destOrd="0" presId="urn:microsoft.com/office/officeart/2005/8/layout/hList1"/>
    <dgm:cxn modelId="{9F1C21F6-CD0F-42BE-AA84-BC9349BB65DF}" srcId="{E471FF59-2860-4869-99C8-80BA3045BA9E}" destId="{E407634C-E3D6-49D8-80D2-D1B4467DF7EA}" srcOrd="1" destOrd="0" parTransId="{D9145296-D7B6-441C-970E-B8C70F6368A6}" sibTransId="{45389138-EBF9-4AB3-8A29-0CD63BB2D650}"/>
    <dgm:cxn modelId="{76823DAC-531F-4651-8572-B4285A3B2030}" srcId="{4539FBCC-D42F-4ECA-8918-789388BC7942}" destId="{3DE8E640-D91E-43DC-9CD9-28C3EC39D8CF}" srcOrd="9" destOrd="0" parTransId="{4BAA62DD-E945-4A5F-8CAA-0E5B8F454941}" sibTransId="{53CAE580-0352-4752-9A9C-91D41A093ACB}"/>
    <dgm:cxn modelId="{51514B7C-E5F2-410B-8702-EEF821A59D4B}" srcId="{E407634C-E3D6-49D8-80D2-D1B4467DF7EA}" destId="{EF4367B4-D7A9-48BB-A5F8-4CFBB9E4FE94}" srcOrd="6" destOrd="0" parTransId="{059B8BB7-DE8B-471B-A84D-32EDD35735C2}" sibTransId="{9FE10E7D-FE98-4253-99CE-0F19C96EFAF1}"/>
    <dgm:cxn modelId="{0280185A-372A-4025-B809-FE4188DD3145}" srcId="{E407634C-E3D6-49D8-80D2-D1B4467DF7EA}" destId="{2208EBDC-A898-4D08-9A8B-1B303F31D14A}" srcOrd="11" destOrd="0" parTransId="{7C430C35-9C5C-44DB-830F-9877DD17A95C}" sibTransId="{20A7A9F9-0D3C-47C8-8121-F9380A3035E6}"/>
    <dgm:cxn modelId="{7398F8C5-EC06-4401-AB1E-2A31B0F641F8}" srcId="{CF8FBBAF-F52D-474C-BA1B-1CF424EF4C92}" destId="{03F6B7FD-33DA-4BDC-AFB1-CA80B292B6FD}" srcOrd="0" destOrd="0" parTransId="{623D8487-FCBE-4D9A-B65D-3BC44F010390}" sibTransId="{98343FF7-A19B-4583-B296-42B3A76F4D0B}"/>
    <dgm:cxn modelId="{A1D02BED-60D4-4C9C-B95D-576E64C28CBC}" srcId="{CF8FBBAF-F52D-474C-BA1B-1CF424EF4C92}" destId="{F445E84D-A2DB-478F-A3B7-FF2FC8C2A99E}" srcOrd="5" destOrd="0" parTransId="{838A5934-1B96-404F-B787-6359B366C655}" sibTransId="{5A98DFE8-758E-464C-9116-3CDCA4813E32}"/>
    <dgm:cxn modelId="{A460F4A3-E9EF-4DAA-82F3-31FE4D015A9C}" type="presOf" srcId="{8E5DEC15-1FAF-4A24-A651-485A9FF85A26}" destId="{C2FB57E6-AC3D-482A-8D1E-377281263601}" srcOrd="0" destOrd="1" presId="urn:microsoft.com/office/officeart/2005/8/layout/hList1"/>
    <dgm:cxn modelId="{AF24713E-7CFB-4E16-89CB-8DBCD633C1A3}" srcId="{CF8FBBAF-F52D-474C-BA1B-1CF424EF4C92}" destId="{97ED0216-8231-464A-9848-11CF3A356A1D}" srcOrd="4" destOrd="0" parTransId="{73D2B30F-1AC5-467D-B6B7-1AF1B5406F49}" sibTransId="{AC377947-12FC-4BE2-B682-2624FE79B933}"/>
    <dgm:cxn modelId="{E348A01C-22AF-46C0-B008-B698BF4B3F95}" type="presOf" srcId="{3DE8E640-D91E-43DC-9CD9-28C3EC39D8CF}" destId="{C2FB57E6-AC3D-482A-8D1E-377281263601}" srcOrd="0" destOrd="9" presId="urn:microsoft.com/office/officeart/2005/8/layout/hList1"/>
    <dgm:cxn modelId="{20E1F04C-8962-40D3-8702-34D7BE5B8E99}" type="presOf" srcId="{D031762A-CF49-4480-81DC-47D852594B8B}" destId="{C2FB57E6-AC3D-482A-8D1E-377281263601}" srcOrd="0" destOrd="4" presId="urn:microsoft.com/office/officeart/2005/8/layout/hList1"/>
    <dgm:cxn modelId="{43610DAE-5D9A-4BCD-94EC-A597A4B7A714}" type="presOf" srcId="{1E4BBFDD-458E-4B93-90D5-26AF095EEEF7}" destId="{C2FB57E6-AC3D-482A-8D1E-377281263601}" srcOrd="0" destOrd="5" presId="urn:microsoft.com/office/officeart/2005/8/layout/hList1"/>
    <dgm:cxn modelId="{9B8D5697-B934-4627-AB43-31A59672539E}" type="presOf" srcId="{E471FF59-2860-4869-99C8-80BA3045BA9E}" destId="{B4D1003E-FC8C-4AE5-8BD6-09FF3EE4901C}" srcOrd="0" destOrd="0" presId="urn:microsoft.com/office/officeart/2005/8/layout/hList1"/>
    <dgm:cxn modelId="{7CF556AF-8AF3-4DCB-AAF3-AE6982040B3B}" srcId="{4539FBCC-D42F-4ECA-8918-789388BC7942}" destId="{E817429C-3FC3-4EE3-A4CD-F88161108D4C}" srcOrd="6" destOrd="0" parTransId="{284BDECD-1D01-496F-9368-A938E59E1108}" sibTransId="{C949165B-F600-4217-B8DA-BE501A83B97C}"/>
    <dgm:cxn modelId="{74A7B391-F4B3-4A67-AECD-9AF12D140DDE}" srcId="{4539FBCC-D42F-4ECA-8918-789388BC7942}" destId="{6A393C13-9685-4911-AEF6-64A3CC6FC9BD}" srcOrd="0" destOrd="0" parTransId="{165D1BCD-854B-491F-8B9A-8E1871B02084}" sibTransId="{5A3B5189-2DAF-430E-ADC6-399044713E8E}"/>
    <dgm:cxn modelId="{99AACCC9-C0D1-459B-A4F8-803AB5C5E676}" srcId="{E407634C-E3D6-49D8-80D2-D1B4467DF7EA}" destId="{5B4419F6-012B-4561-B68D-B92FDF5CAE4F}" srcOrd="0" destOrd="0" parTransId="{9FBA6D9E-AC8A-42A9-B33B-085A004CF082}" sibTransId="{A2C895E6-60F2-445B-8FC2-F40E8478B8C8}"/>
    <dgm:cxn modelId="{587BA3A8-C256-430F-B889-70F565A80959}" srcId="{4539FBCC-D42F-4ECA-8918-789388BC7942}" destId="{3F7BD557-C3CF-4322-825E-0B37EAC76108}" srcOrd="2" destOrd="0" parTransId="{DD555E2D-E529-4F7B-94B5-FD76F7565E7C}" sibTransId="{BDFA6ECC-2B4E-4572-8FD5-D694425D6239}"/>
    <dgm:cxn modelId="{A5B03E55-56C4-411F-A4D4-4978099179B6}" srcId="{4539FBCC-D42F-4ECA-8918-789388BC7942}" destId="{1E4BBFDD-458E-4B93-90D5-26AF095EEEF7}" srcOrd="5" destOrd="0" parTransId="{E817AF1A-C5B0-498D-8973-4DBEEBBED127}" sibTransId="{A6E9C74F-A72A-4864-BC64-568D26B31FDB}"/>
    <dgm:cxn modelId="{A3F458FD-0AA8-4188-ABD6-C0821D34A872}" type="presOf" srcId="{E29F5848-3587-45B0-A4F1-5EEDAF69D4B3}" destId="{721FC732-B30F-498B-BA06-45A7F9DC6102}" srcOrd="0" destOrd="4" presId="urn:microsoft.com/office/officeart/2005/8/layout/hList1"/>
    <dgm:cxn modelId="{A2BF819B-2A23-4DE7-A422-4DDC73A7D03F}" type="presOf" srcId="{95967B92-9255-4B61-81E5-373C4D703585}" destId="{589B8ACB-C0EC-4FAE-9AF0-BF989511A2F1}" srcOrd="0" destOrd="6" presId="urn:microsoft.com/office/officeart/2005/8/layout/hList1"/>
    <dgm:cxn modelId="{1DBD951D-BD5F-4A40-8B9F-6F7C7450B389}" srcId="{4539FBCC-D42F-4ECA-8918-789388BC7942}" destId="{36417DCF-1729-4182-BB42-57F8816BCDA5}" srcOrd="7" destOrd="0" parTransId="{FB35614B-6294-4D24-90F5-C1BF30E5E7B8}" sibTransId="{BD2870EE-D563-43AF-A035-25B0773DF994}"/>
    <dgm:cxn modelId="{C56FB828-4F86-48CA-AE64-E57A438F87C9}" srcId="{E407634C-E3D6-49D8-80D2-D1B4467DF7EA}" destId="{27237AFB-CFA6-4436-8433-01616D69E4F1}" srcOrd="5" destOrd="0" parTransId="{877CEBD5-B371-4EC5-A75D-9D5E2E3D19BE}" sibTransId="{B58D1BCF-AF97-45EF-A426-66C09DA1A884}"/>
    <dgm:cxn modelId="{8F26A8FC-DF70-468F-9376-30FB7A0F80ED}" srcId="{E471FF59-2860-4869-99C8-80BA3045BA9E}" destId="{4539FBCC-D42F-4ECA-8918-789388BC7942}" srcOrd="0" destOrd="0" parTransId="{4797B956-16AD-4AE2-8B5E-499490D35979}" sibTransId="{14648003-E604-4850-B160-FCDFCF5E161E}"/>
    <dgm:cxn modelId="{7C2D5A9B-CA5F-4532-A8E9-29FCAF4AED05}" type="presOf" srcId="{E407634C-E3D6-49D8-80D2-D1B4467DF7EA}" destId="{1A1CD7BB-5B5B-4639-854F-9D278BFD533B}" srcOrd="0" destOrd="0" presId="urn:microsoft.com/office/officeart/2005/8/layout/hList1"/>
    <dgm:cxn modelId="{41118ECD-FC6C-4A2A-84F5-AA7B76EBB2FE}" type="presOf" srcId="{6A393C13-9685-4911-AEF6-64A3CC6FC9BD}" destId="{C2FB57E6-AC3D-482A-8D1E-377281263601}" srcOrd="0" destOrd="0" presId="urn:microsoft.com/office/officeart/2005/8/layout/hList1"/>
    <dgm:cxn modelId="{700067E8-2F1F-43EA-AF57-61033D0D0C00}" srcId="{E471FF59-2860-4869-99C8-80BA3045BA9E}" destId="{CF8FBBAF-F52D-474C-BA1B-1CF424EF4C92}" srcOrd="2" destOrd="0" parTransId="{F7236465-84EC-4F59-ADF8-471D1C626C73}" sibTransId="{B6F1FD2C-B65D-4DA7-8A73-469C32DE736C}"/>
    <dgm:cxn modelId="{4DC733F2-7E7A-4696-87A9-55148B0D2168}" type="presOf" srcId="{969F8067-6B8A-4A5A-AB2B-AC7F983C3591}" destId="{721FC732-B30F-498B-BA06-45A7F9DC6102}" srcOrd="0" destOrd="3" presId="urn:microsoft.com/office/officeart/2005/8/layout/hList1"/>
    <dgm:cxn modelId="{5EA211AB-CCA8-4AC7-A174-18BCEAC59A41}" type="presOf" srcId="{97ED0216-8231-464A-9848-11CF3A356A1D}" destId="{589B8ACB-C0EC-4FAE-9AF0-BF989511A2F1}" srcOrd="0" destOrd="4" presId="urn:microsoft.com/office/officeart/2005/8/layout/hList1"/>
    <dgm:cxn modelId="{AC5F5169-F043-45BF-9BC7-3F0221C694C1}" type="presOf" srcId="{C2ECFAF9-0824-4C50-AF81-D442DC438066}" destId="{589B8ACB-C0EC-4FAE-9AF0-BF989511A2F1}" srcOrd="0" destOrd="2" presId="urn:microsoft.com/office/officeart/2005/8/layout/hList1"/>
    <dgm:cxn modelId="{CA8BAD7B-3825-4A9B-B8FC-92928789F1E0}" type="presOf" srcId="{2208EBDC-A898-4D08-9A8B-1B303F31D14A}" destId="{721FC732-B30F-498B-BA06-45A7F9DC6102}" srcOrd="0" destOrd="11" presId="urn:microsoft.com/office/officeart/2005/8/layout/hList1"/>
    <dgm:cxn modelId="{BF5869E9-09AF-4B87-9C32-B89EDC2C2F56}" srcId="{CF8FBBAF-F52D-474C-BA1B-1CF424EF4C92}" destId="{3947A838-2231-461B-BE3F-F4F091F11BFC}" srcOrd="1" destOrd="0" parTransId="{785C082F-F66A-4E4D-B351-857DBFAAE7F8}" sibTransId="{ECB22BA4-F910-4B25-B3EA-B3D3388B4946}"/>
    <dgm:cxn modelId="{C7C73311-D056-4A96-8ADD-E26D5B388E63}" type="presOf" srcId="{E817429C-3FC3-4EE3-A4CD-F88161108D4C}" destId="{C2FB57E6-AC3D-482A-8D1E-377281263601}" srcOrd="0" destOrd="6" presId="urn:microsoft.com/office/officeart/2005/8/layout/hList1"/>
    <dgm:cxn modelId="{13511F2A-B63B-474F-AE6E-7F1F39D24E4D}" type="presOf" srcId="{EF4367B4-D7A9-48BB-A5F8-4CFBB9E4FE94}" destId="{721FC732-B30F-498B-BA06-45A7F9DC6102}" srcOrd="0" destOrd="6" presId="urn:microsoft.com/office/officeart/2005/8/layout/hList1"/>
    <dgm:cxn modelId="{E77FC5B6-AD13-46B6-AAA2-B44412126F10}" srcId="{E407634C-E3D6-49D8-80D2-D1B4467DF7EA}" destId="{32133610-F5C0-49CA-9699-636535073231}" srcOrd="9" destOrd="0" parTransId="{D538B594-1B50-4181-872F-DBA33C5B6548}" sibTransId="{89BDCCE1-5C2C-489B-81F2-CFB960F1D4DF}"/>
    <dgm:cxn modelId="{829C0965-7874-4957-B5C0-F78E9923413B}" srcId="{4539FBCC-D42F-4ECA-8918-789388BC7942}" destId="{8E5DEC15-1FAF-4A24-A651-485A9FF85A26}" srcOrd="1" destOrd="0" parTransId="{A411E77A-627B-4551-8220-5D860818837B}" sibTransId="{9F9A19E2-8FE5-40FA-BC78-7BB137788098}"/>
    <dgm:cxn modelId="{D730E866-8BC8-404E-B6CD-FB401BD8BF3B}" type="presOf" srcId="{F445E84D-A2DB-478F-A3B7-FF2FC8C2A99E}" destId="{589B8ACB-C0EC-4FAE-9AF0-BF989511A2F1}" srcOrd="0" destOrd="5" presId="urn:microsoft.com/office/officeart/2005/8/layout/hList1"/>
    <dgm:cxn modelId="{BCC1257A-9892-4375-BEC7-76C54069D49A}" type="presOf" srcId="{36417DCF-1729-4182-BB42-57F8816BCDA5}" destId="{C2FB57E6-AC3D-482A-8D1E-377281263601}" srcOrd="0" destOrd="7" presId="urn:microsoft.com/office/officeart/2005/8/layout/hList1"/>
    <dgm:cxn modelId="{E910813A-04B2-491D-9707-D5AB0BD94B31}" srcId="{CF8FBBAF-F52D-474C-BA1B-1CF424EF4C92}" destId="{95967B92-9255-4B61-81E5-373C4D703585}" srcOrd="6" destOrd="0" parTransId="{F6FCE976-1FCB-48C8-8856-6FEA60A7968B}" sibTransId="{EAF5B695-CF2D-4628-BB21-3BD81C0972ED}"/>
    <dgm:cxn modelId="{B3B218F1-0A81-4CF9-B219-AAB827CD883C}" srcId="{E407634C-E3D6-49D8-80D2-D1B4467DF7EA}" destId="{F37C6C66-4706-4555-A032-E5872C5CE1A3}" srcOrd="2" destOrd="0" parTransId="{B6E4CF97-2971-4745-956B-E911D92E53A2}" sibTransId="{616C1D7C-7B25-4D18-B208-8953F5365DFF}"/>
    <dgm:cxn modelId="{B925A13B-3A68-44E6-95D2-132EF8278DE0}" srcId="{4539FBCC-D42F-4ECA-8918-789388BC7942}" destId="{93966644-4D49-4CA1-A541-7FCA54E8B0ED}" srcOrd="3" destOrd="0" parTransId="{4B536ADF-7912-43AD-9E81-A035AE2DD6B6}" sibTransId="{9FCEFC48-B8E2-4F43-875A-80018713448D}"/>
    <dgm:cxn modelId="{EFFB89BD-B37F-4C78-8A59-6CFC712B7BD7}" srcId="{CF8FBBAF-F52D-474C-BA1B-1CF424EF4C92}" destId="{C2ECFAF9-0824-4C50-AF81-D442DC438066}" srcOrd="2" destOrd="0" parTransId="{DEF34956-B080-4EF4-A04E-2B2867A34366}" sibTransId="{3F2D190E-AF0C-4BE9-B18E-59A1E7D200E2}"/>
    <dgm:cxn modelId="{52EB4192-FD64-4920-B9DF-FF866C76CBB5}" type="presOf" srcId="{3F7BD557-C3CF-4322-825E-0B37EAC76108}" destId="{C2FB57E6-AC3D-482A-8D1E-377281263601}" srcOrd="0" destOrd="2" presId="urn:microsoft.com/office/officeart/2005/8/layout/hList1"/>
    <dgm:cxn modelId="{07DFE976-B0A0-463A-A44B-20127EA047DE}" type="presOf" srcId="{C21424A8-3DEF-41E5-B5B6-F8FDBEB28089}" destId="{589B8ACB-C0EC-4FAE-9AF0-BF989511A2F1}" srcOrd="0" destOrd="3" presId="urn:microsoft.com/office/officeart/2005/8/layout/hList1"/>
    <dgm:cxn modelId="{4E6A9F59-E737-489D-9428-CDA899A70592}" srcId="{E407634C-E3D6-49D8-80D2-D1B4467DF7EA}" destId="{AE7C1D9D-A1EE-4052-907B-DCF261DC4938}" srcOrd="8" destOrd="0" parTransId="{2E93ADDA-A5EC-4BA8-96B8-2AD4B4A6364F}" sibTransId="{57683C50-E10B-4EC0-A4C7-E34FEEBA992F}"/>
    <dgm:cxn modelId="{958FB06A-4A5C-4D23-A862-C3A11FBFE358}" type="presOf" srcId="{32133610-F5C0-49CA-9699-636535073231}" destId="{721FC732-B30F-498B-BA06-45A7F9DC6102}" srcOrd="0" destOrd="9" presId="urn:microsoft.com/office/officeart/2005/8/layout/hList1"/>
    <dgm:cxn modelId="{139521B7-3342-408A-BF17-2646CB06B29D}" type="presOf" srcId="{E3ADBE6A-C8A3-4A31-9CC0-495877A124E9}" destId="{721FC732-B30F-498B-BA06-45A7F9DC6102}" srcOrd="0" destOrd="10" presId="urn:microsoft.com/office/officeart/2005/8/layout/hList1"/>
    <dgm:cxn modelId="{6C43D30A-1C11-4BEA-BD84-22528F6F6DA4}" type="presOf" srcId="{CAFB6E7A-60F5-47F0-8824-1E442387DB03}" destId="{721FC732-B30F-498B-BA06-45A7F9DC6102}" srcOrd="0" destOrd="1" presId="urn:microsoft.com/office/officeart/2005/8/layout/hList1"/>
    <dgm:cxn modelId="{282E8DBC-B34B-4B17-848C-4471E53D5F96}" srcId="{E407634C-E3D6-49D8-80D2-D1B4467DF7EA}" destId="{CAFB6E7A-60F5-47F0-8824-1E442387DB03}" srcOrd="1" destOrd="0" parTransId="{89EC1B84-40AD-4762-A35E-EB33B56CF189}" sibTransId="{1F0713A7-E868-4779-8BF3-AE36E3CF67FF}"/>
    <dgm:cxn modelId="{05BD209C-54AC-48DF-A7F3-4997F73444D1}" type="presOf" srcId="{03F6B7FD-33DA-4BDC-AFB1-CA80B292B6FD}" destId="{589B8ACB-C0EC-4FAE-9AF0-BF989511A2F1}" srcOrd="0" destOrd="0" presId="urn:microsoft.com/office/officeart/2005/8/layout/hList1"/>
    <dgm:cxn modelId="{E288237E-7AEC-415A-B9EE-8DA0C234BDC7}" type="presOf" srcId="{F37C6C66-4706-4555-A032-E5872C5CE1A3}" destId="{721FC732-B30F-498B-BA06-45A7F9DC6102}" srcOrd="0" destOrd="2" presId="urn:microsoft.com/office/officeart/2005/8/layout/hList1"/>
    <dgm:cxn modelId="{F8E3551F-46FB-4E67-9F1A-D18212BD5E48}" type="presOf" srcId="{4539FBCC-D42F-4ECA-8918-789388BC7942}" destId="{7859363E-C186-4BC7-9DB3-2348E7B68693}" srcOrd="0" destOrd="0" presId="urn:microsoft.com/office/officeart/2005/8/layout/hList1"/>
    <dgm:cxn modelId="{E128BA69-719A-4177-9E0E-B770AB0A3EB4}" srcId="{E407634C-E3D6-49D8-80D2-D1B4467DF7EA}" destId="{74C3DDF3-9B55-433D-B346-5905F137388B}" srcOrd="7" destOrd="0" parTransId="{C38B72D9-03CA-45E5-8120-FCADC16E8B04}" sibTransId="{6F0B064E-41DE-4CED-BE62-755F746F8971}"/>
    <dgm:cxn modelId="{4F8274BD-8ACE-4D62-9AD3-BB861419D4E5}" srcId="{E407634C-E3D6-49D8-80D2-D1B4467DF7EA}" destId="{E29F5848-3587-45B0-A4F1-5EEDAF69D4B3}" srcOrd="4" destOrd="0" parTransId="{0E253511-D19D-464A-9474-E543F2303016}" sibTransId="{1E16CD6C-2558-4568-A5C1-EC0CC1E0B690}"/>
    <dgm:cxn modelId="{1A0969B4-ECAB-4D3D-8579-F8FB60490BEB}" type="presOf" srcId="{CF8FBBAF-F52D-474C-BA1B-1CF424EF4C92}" destId="{2743DAAD-BF17-4E83-AB4C-E14A78E90A06}" srcOrd="0" destOrd="0" presId="urn:microsoft.com/office/officeart/2005/8/layout/hList1"/>
    <dgm:cxn modelId="{27DA5FB5-CB12-4682-A26B-97FB68E28F51}" type="presOf" srcId="{3947A838-2231-461B-BE3F-F4F091F11BFC}" destId="{589B8ACB-C0EC-4FAE-9AF0-BF989511A2F1}" srcOrd="0" destOrd="1" presId="urn:microsoft.com/office/officeart/2005/8/layout/hList1"/>
    <dgm:cxn modelId="{5562AFA5-55B6-4616-81D4-1D9626FEF254}" type="presParOf" srcId="{B4D1003E-FC8C-4AE5-8BD6-09FF3EE4901C}" destId="{0EBFDC91-CC85-4BF1-AEC9-543702651B84}" srcOrd="0" destOrd="0" presId="urn:microsoft.com/office/officeart/2005/8/layout/hList1"/>
    <dgm:cxn modelId="{152CBB28-CEAB-464A-A262-9CCF2F819D97}" type="presParOf" srcId="{0EBFDC91-CC85-4BF1-AEC9-543702651B84}" destId="{7859363E-C186-4BC7-9DB3-2348E7B68693}" srcOrd="0" destOrd="0" presId="urn:microsoft.com/office/officeart/2005/8/layout/hList1"/>
    <dgm:cxn modelId="{03BE8057-D043-44BE-B03F-AD9672D17CA3}" type="presParOf" srcId="{0EBFDC91-CC85-4BF1-AEC9-543702651B84}" destId="{C2FB57E6-AC3D-482A-8D1E-377281263601}" srcOrd="1" destOrd="0" presId="urn:microsoft.com/office/officeart/2005/8/layout/hList1"/>
    <dgm:cxn modelId="{FA603F11-8C91-4178-8356-CD0E08EFB168}" type="presParOf" srcId="{B4D1003E-FC8C-4AE5-8BD6-09FF3EE4901C}" destId="{26675755-866C-4C75-B58A-4B1AED57EEC3}" srcOrd="1" destOrd="0" presId="urn:microsoft.com/office/officeart/2005/8/layout/hList1"/>
    <dgm:cxn modelId="{AE8AFFF7-3E11-4A7B-9F02-4C6101C553A0}" type="presParOf" srcId="{B4D1003E-FC8C-4AE5-8BD6-09FF3EE4901C}" destId="{11B605FF-3D2B-47FF-B9BB-3A241E5D0968}" srcOrd="2" destOrd="0" presId="urn:microsoft.com/office/officeart/2005/8/layout/hList1"/>
    <dgm:cxn modelId="{49011D2F-B6C3-4931-A1B0-9CBECBEABFB5}" type="presParOf" srcId="{11B605FF-3D2B-47FF-B9BB-3A241E5D0968}" destId="{1A1CD7BB-5B5B-4639-854F-9D278BFD533B}" srcOrd="0" destOrd="0" presId="urn:microsoft.com/office/officeart/2005/8/layout/hList1"/>
    <dgm:cxn modelId="{BE83FA7C-B586-487A-BBD5-33A3E3306AE1}" type="presParOf" srcId="{11B605FF-3D2B-47FF-B9BB-3A241E5D0968}" destId="{721FC732-B30F-498B-BA06-45A7F9DC6102}" srcOrd="1" destOrd="0" presId="urn:microsoft.com/office/officeart/2005/8/layout/hList1"/>
    <dgm:cxn modelId="{4D24B0D5-A245-46D7-BB1B-00D6DECA8F66}" type="presParOf" srcId="{B4D1003E-FC8C-4AE5-8BD6-09FF3EE4901C}" destId="{02A0C2B4-8D94-4275-BF10-42ADAE5DACCB}" srcOrd="3" destOrd="0" presId="urn:microsoft.com/office/officeart/2005/8/layout/hList1"/>
    <dgm:cxn modelId="{CCC2C72C-7DEC-4127-AE9E-C1624A439ACC}" type="presParOf" srcId="{B4D1003E-FC8C-4AE5-8BD6-09FF3EE4901C}" destId="{50B2850A-B4D0-4D6F-A35E-5117E15AC826}" srcOrd="4" destOrd="0" presId="urn:microsoft.com/office/officeart/2005/8/layout/hList1"/>
    <dgm:cxn modelId="{9A1C0670-4C12-40F9-BD52-B2386C4478CF}" type="presParOf" srcId="{50B2850A-B4D0-4D6F-A35E-5117E15AC826}" destId="{2743DAAD-BF17-4E83-AB4C-E14A78E90A06}" srcOrd="0" destOrd="0" presId="urn:microsoft.com/office/officeart/2005/8/layout/hList1"/>
    <dgm:cxn modelId="{A620B3AA-B741-4605-B2FD-4860BAFEBE09}" type="presParOf" srcId="{50B2850A-B4D0-4D6F-A35E-5117E15AC826}" destId="{589B8ACB-C0EC-4FAE-9AF0-BF989511A2F1}"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130A9AF-D552-4937-A35C-D11671B11956}" type="doc">
      <dgm:prSet loTypeId="urn:microsoft.com/office/officeart/2005/8/layout/hProcess6" loCatId="process" qsTypeId="urn:microsoft.com/office/officeart/2005/8/quickstyle/simple1" qsCatId="simple" csTypeId="urn:microsoft.com/office/officeart/2005/8/colors/accent1_2" csCatId="accent1" phldr="1"/>
      <dgm:spPr/>
      <dgm:t>
        <a:bodyPr/>
        <a:lstStyle/>
        <a:p>
          <a:endParaRPr lang="zh-CN" altLang="en-US"/>
        </a:p>
      </dgm:t>
    </dgm:pt>
    <dgm:pt modelId="{518495FF-045C-47D7-913C-A77953A50942}">
      <dgm:prSet phldrT="[文本]"/>
      <dgm:spPr/>
      <dgm:t>
        <a:bodyPr/>
        <a:lstStyle/>
        <a:p>
          <a:r>
            <a:rPr lang="zh-CN" altLang="en-US" dirty="0" smtClean="0"/>
            <a:t>初期</a:t>
          </a:r>
          <a:endParaRPr lang="zh-CN" altLang="en-US" dirty="0"/>
        </a:p>
      </dgm:t>
    </dgm:pt>
    <dgm:pt modelId="{C069F15C-09EA-428A-B6CA-551C9E5B8C89}" type="parTrans" cxnId="{F42E6B4B-1F2E-42BC-8A9C-88732BA0497E}">
      <dgm:prSet/>
      <dgm:spPr/>
      <dgm:t>
        <a:bodyPr/>
        <a:lstStyle/>
        <a:p>
          <a:endParaRPr lang="zh-CN" altLang="en-US"/>
        </a:p>
      </dgm:t>
    </dgm:pt>
    <dgm:pt modelId="{AEE29DF1-46EF-4857-B822-34A4E547E8EF}" type="sibTrans" cxnId="{F42E6B4B-1F2E-42BC-8A9C-88732BA0497E}">
      <dgm:prSet/>
      <dgm:spPr/>
      <dgm:t>
        <a:bodyPr/>
        <a:lstStyle/>
        <a:p>
          <a:endParaRPr lang="zh-CN" altLang="en-US"/>
        </a:p>
      </dgm:t>
    </dgm:pt>
    <dgm:pt modelId="{93370A67-CDD0-43ED-AAC4-A482EB95F98A}">
      <dgm:prSet phldrT="[文本]"/>
      <dgm:spPr/>
      <dgm:t>
        <a:bodyPr/>
        <a:lstStyle/>
        <a:p>
          <a:r>
            <a:rPr lang="en-US" altLang="zh-CN" dirty="0" smtClean="0"/>
            <a:t>MySQL</a:t>
          </a:r>
          <a:r>
            <a:rPr lang="zh-CN" altLang="en-US" dirty="0" smtClean="0"/>
            <a:t>主从</a:t>
          </a:r>
          <a:r>
            <a:rPr lang="en-US" altLang="zh-CN" dirty="0" smtClean="0"/>
            <a:t>*1</a:t>
          </a:r>
          <a:endParaRPr lang="zh-CN" altLang="en-US" dirty="0"/>
        </a:p>
      </dgm:t>
    </dgm:pt>
    <dgm:pt modelId="{A2A8E1E6-97F0-4B25-A947-4FC3423EED04}" type="parTrans" cxnId="{AA5D72CE-6617-443E-B7E8-46B15FBBFD53}">
      <dgm:prSet/>
      <dgm:spPr/>
      <dgm:t>
        <a:bodyPr/>
        <a:lstStyle/>
        <a:p>
          <a:endParaRPr lang="zh-CN" altLang="en-US"/>
        </a:p>
      </dgm:t>
    </dgm:pt>
    <dgm:pt modelId="{0A92FC15-D55C-432F-991D-D3310AB5B7FA}" type="sibTrans" cxnId="{AA5D72CE-6617-443E-B7E8-46B15FBBFD53}">
      <dgm:prSet/>
      <dgm:spPr/>
      <dgm:t>
        <a:bodyPr/>
        <a:lstStyle/>
        <a:p>
          <a:endParaRPr lang="zh-CN" altLang="en-US"/>
        </a:p>
      </dgm:t>
    </dgm:pt>
    <dgm:pt modelId="{86ADE64E-39E3-48C8-BE11-A77037F29372}">
      <dgm:prSet phldrT="[文本]"/>
      <dgm:spPr/>
      <dgm:t>
        <a:bodyPr/>
        <a:lstStyle/>
        <a:p>
          <a:r>
            <a:rPr lang="zh-CN" altLang="en-US" dirty="0" smtClean="0"/>
            <a:t>毫无压力</a:t>
          </a:r>
          <a:endParaRPr lang="zh-CN" altLang="en-US" dirty="0"/>
        </a:p>
      </dgm:t>
    </dgm:pt>
    <dgm:pt modelId="{2798D308-7110-4764-8EA2-76942F1B01DF}" type="parTrans" cxnId="{F75293F5-CA35-4EB1-B223-D4F47ABCED35}">
      <dgm:prSet/>
      <dgm:spPr/>
      <dgm:t>
        <a:bodyPr/>
        <a:lstStyle/>
        <a:p>
          <a:endParaRPr lang="zh-CN" altLang="en-US"/>
        </a:p>
      </dgm:t>
    </dgm:pt>
    <dgm:pt modelId="{A7C03B7C-048C-48D0-8BDB-8D11A7AE78AD}" type="sibTrans" cxnId="{F75293F5-CA35-4EB1-B223-D4F47ABCED35}">
      <dgm:prSet/>
      <dgm:spPr/>
      <dgm:t>
        <a:bodyPr/>
        <a:lstStyle/>
        <a:p>
          <a:endParaRPr lang="zh-CN" altLang="en-US"/>
        </a:p>
      </dgm:t>
    </dgm:pt>
    <dgm:pt modelId="{FCFC2611-8EAF-46E0-B40A-30C62A09E9CA}">
      <dgm:prSet phldrT="[文本]"/>
      <dgm:spPr/>
      <dgm:t>
        <a:bodyPr/>
        <a:lstStyle/>
        <a:p>
          <a:r>
            <a:rPr lang="zh-CN" altLang="en-US" dirty="0" smtClean="0"/>
            <a:t>爆发期</a:t>
          </a:r>
          <a:endParaRPr lang="zh-CN" altLang="en-US" dirty="0"/>
        </a:p>
      </dgm:t>
    </dgm:pt>
    <dgm:pt modelId="{AE7D0CEA-35A3-4B0F-91A5-52B4A2095C8B}" type="parTrans" cxnId="{5BCADF7C-ECF7-43E2-ABA5-BF0FE7BE15BC}">
      <dgm:prSet/>
      <dgm:spPr/>
      <dgm:t>
        <a:bodyPr/>
        <a:lstStyle/>
        <a:p>
          <a:endParaRPr lang="zh-CN" altLang="en-US"/>
        </a:p>
      </dgm:t>
    </dgm:pt>
    <dgm:pt modelId="{57496923-0EF4-4B03-AFE3-CF0F57948166}" type="sibTrans" cxnId="{5BCADF7C-ECF7-43E2-ABA5-BF0FE7BE15BC}">
      <dgm:prSet/>
      <dgm:spPr/>
      <dgm:t>
        <a:bodyPr/>
        <a:lstStyle/>
        <a:p>
          <a:endParaRPr lang="zh-CN" altLang="en-US"/>
        </a:p>
      </dgm:t>
    </dgm:pt>
    <dgm:pt modelId="{6D92F420-3C88-444F-BFD0-D7443435FD46}">
      <dgm:prSet phldrT="[文本]"/>
      <dgm:spPr/>
      <dgm:t>
        <a:bodyPr/>
        <a:lstStyle/>
        <a:p>
          <a:r>
            <a:rPr lang="en-US" altLang="zh-CN" dirty="0" smtClean="0"/>
            <a:t>MySQL</a:t>
          </a:r>
          <a:r>
            <a:rPr lang="zh-CN" altLang="en-US" dirty="0" smtClean="0"/>
            <a:t>分库分表</a:t>
          </a:r>
          <a:endParaRPr lang="zh-CN" altLang="en-US" dirty="0"/>
        </a:p>
      </dgm:t>
    </dgm:pt>
    <dgm:pt modelId="{BC950B7D-2D34-4BC6-9B68-9A8D8A2AA628}" type="parTrans" cxnId="{3BD1CF8E-CB13-4DDF-A811-BEF94113509C}">
      <dgm:prSet/>
      <dgm:spPr/>
      <dgm:t>
        <a:bodyPr/>
        <a:lstStyle/>
        <a:p>
          <a:endParaRPr lang="zh-CN" altLang="en-US"/>
        </a:p>
      </dgm:t>
    </dgm:pt>
    <dgm:pt modelId="{BBE0FB6E-934B-42CA-84B3-B039D82A555D}" type="sibTrans" cxnId="{3BD1CF8E-CB13-4DDF-A811-BEF94113509C}">
      <dgm:prSet/>
      <dgm:spPr/>
      <dgm:t>
        <a:bodyPr/>
        <a:lstStyle/>
        <a:p>
          <a:endParaRPr lang="zh-CN" altLang="en-US"/>
        </a:p>
      </dgm:t>
    </dgm:pt>
    <dgm:pt modelId="{44C5D8CB-B32E-4367-895B-DF665C68B4F3}">
      <dgm:prSet phldrT="[文本]"/>
      <dgm:spPr/>
      <dgm:t>
        <a:bodyPr/>
        <a:lstStyle/>
        <a:p>
          <a:r>
            <a:rPr lang="zh-CN" altLang="en-US" dirty="0" smtClean="0"/>
            <a:t>开发与运维成本陡增</a:t>
          </a:r>
          <a:endParaRPr lang="zh-CN" altLang="en-US" dirty="0"/>
        </a:p>
      </dgm:t>
    </dgm:pt>
    <dgm:pt modelId="{7DC85CFF-0CDE-4FC8-87ED-51FC40F30BB2}" type="parTrans" cxnId="{3D3FC0DC-22D0-4F43-A670-A0F72D6A1E1C}">
      <dgm:prSet/>
      <dgm:spPr/>
      <dgm:t>
        <a:bodyPr/>
        <a:lstStyle/>
        <a:p>
          <a:endParaRPr lang="zh-CN" altLang="en-US"/>
        </a:p>
      </dgm:t>
    </dgm:pt>
    <dgm:pt modelId="{DB208A72-2426-4DE6-8A08-CF87954831FD}" type="sibTrans" cxnId="{3D3FC0DC-22D0-4F43-A670-A0F72D6A1E1C}">
      <dgm:prSet/>
      <dgm:spPr/>
      <dgm:t>
        <a:bodyPr/>
        <a:lstStyle/>
        <a:p>
          <a:endParaRPr lang="zh-CN" altLang="en-US"/>
        </a:p>
      </dgm:t>
    </dgm:pt>
    <dgm:pt modelId="{CF7FA68F-EB3D-46A8-88DA-6B8FB4D597CC}" type="pres">
      <dgm:prSet presAssocID="{C130A9AF-D552-4937-A35C-D11671B11956}" presName="theList" presStyleCnt="0">
        <dgm:presLayoutVars>
          <dgm:dir/>
          <dgm:animLvl val="lvl"/>
          <dgm:resizeHandles val="exact"/>
        </dgm:presLayoutVars>
      </dgm:prSet>
      <dgm:spPr/>
      <dgm:t>
        <a:bodyPr/>
        <a:lstStyle/>
        <a:p>
          <a:endParaRPr lang="zh-CN" altLang="en-US"/>
        </a:p>
      </dgm:t>
    </dgm:pt>
    <dgm:pt modelId="{DBA612D9-9022-4C27-ACE0-FFE5339FEBC8}" type="pres">
      <dgm:prSet presAssocID="{518495FF-045C-47D7-913C-A77953A50942}" presName="compNode" presStyleCnt="0"/>
      <dgm:spPr/>
    </dgm:pt>
    <dgm:pt modelId="{B3EC3AEA-892E-42C4-BAE9-DB02243E70E9}" type="pres">
      <dgm:prSet presAssocID="{518495FF-045C-47D7-913C-A77953A50942}" presName="noGeometry" presStyleCnt="0"/>
      <dgm:spPr/>
    </dgm:pt>
    <dgm:pt modelId="{C773A37B-4A84-49ED-9884-87D16EDC4034}" type="pres">
      <dgm:prSet presAssocID="{518495FF-045C-47D7-913C-A77953A50942}" presName="childTextVisible" presStyleLbl="bgAccFollowNode1" presStyleIdx="0" presStyleCnt="2">
        <dgm:presLayoutVars>
          <dgm:bulletEnabled val="1"/>
        </dgm:presLayoutVars>
      </dgm:prSet>
      <dgm:spPr/>
      <dgm:t>
        <a:bodyPr/>
        <a:lstStyle/>
        <a:p>
          <a:endParaRPr lang="zh-CN" altLang="en-US"/>
        </a:p>
      </dgm:t>
    </dgm:pt>
    <dgm:pt modelId="{324B97F8-FEBD-4EC5-A0D1-AFBDA6F2136E}" type="pres">
      <dgm:prSet presAssocID="{518495FF-045C-47D7-913C-A77953A50942}" presName="childTextHidden" presStyleLbl="bgAccFollowNode1" presStyleIdx="0" presStyleCnt="2"/>
      <dgm:spPr/>
      <dgm:t>
        <a:bodyPr/>
        <a:lstStyle/>
        <a:p>
          <a:endParaRPr lang="zh-CN" altLang="en-US"/>
        </a:p>
      </dgm:t>
    </dgm:pt>
    <dgm:pt modelId="{FD877179-8790-4D5C-B9FA-0417B04B8FA2}" type="pres">
      <dgm:prSet presAssocID="{518495FF-045C-47D7-913C-A77953A50942}" presName="parentText" presStyleLbl="node1" presStyleIdx="0" presStyleCnt="2">
        <dgm:presLayoutVars>
          <dgm:chMax val="1"/>
          <dgm:bulletEnabled val="1"/>
        </dgm:presLayoutVars>
      </dgm:prSet>
      <dgm:spPr/>
      <dgm:t>
        <a:bodyPr/>
        <a:lstStyle/>
        <a:p>
          <a:endParaRPr lang="zh-CN" altLang="en-US"/>
        </a:p>
      </dgm:t>
    </dgm:pt>
    <dgm:pt modelId="{57DD6F30-1D96-46AF-9B34-C72A62A44589}" type="pres">
      <dgm:prSet presAssocID="{518495FF-045C-47D7-913C-A77953A50942}" presName="aSpace" presStyleCnt="0"/>
      <dgm:spPr/>
    </dgm:pt>
    <dgm:pt modelId="{F4C37F7C-3F3A-4362-9467-327677F6D5C7}" type="pres">
      <dgm:prSet presAssocID="{FCFC2611-8EAF-46E0-B40A-30C62A09E9CA}" presName="compNode" presStyleCnt="0"/>
      <dgm:spPr/>
    </dgm:pt>
    <dgm:pt modelId="{99355974-3F0F-4596-9C13-9C172200030D}" type="pres">
      <dgm:prSet presAssocID="{FCFC2611-8EAF-46E0-B40A-30C62A09E9CA}" presName="noGeometry" presStyleCnt="0"/>
      <dgm:spPr/>
    </dgm:pt>
    <dgm:pt modelId="{21667957-3339-41FB-8BB5-AE876AD5F92D}" type="pres">
      <dgm:prSet presAssocID="{FCFC2611-8EAF-46E0-B40A-30C62A09E9CA}" presName="childTextVisible" presStyleLbl="bgAccFollowNode1" presStyleIdx="1" presStyleCnt="2">
        <dgm:presLayoutVars>
          <dgm:bulletEnabled val="1"/>
        </dgm:presLayoutVars>
      </dgm:prSet>
      <dgm:spPr/>
      <dgm:t>
        <a:bodyPr/>
        <a:lstStyle/>
        <a:p>
          <a:endParaRPr lang="zh-CN" altLang="en-US"/>
        </a:p>
      </dgm:t>
    </dgm:pt>
    <dgm:pt modelId="{1D24CB45-C5D6-42E0-9506-42E73282EE9B}" type="pres">
      <dgm:prSet presAssocID="{FCFC2611-8EAF-46E0-B40A-30C62A09E9CA}" presName="childTextHidden" presStyleLbl="bgAccFollowNode1" presStyleIdx="1" presStyleCnt="2"/>
      <dgm:spPr/>
      <dgm:t>
        <a:bodyPr/>
        <a:lstStyle/>
        <a:p>
          <a:endParaRPr lang="zh-CN" altLang="en-US"/>
        </a:p>
      </dgm:t>
    </dgm:pt>
    <dgm:pt modelId="{D7719988-1DD5-4E0E-BB21-A8A958FE5CB1}" type="pres">
      <dgm:prSet presAssocID="{FCFC2611-8EAF-46E0-B40A-30C62A09E9CA}" presName="parentText" presStyleLbl="node1" presStyleIdx="1" presStyleCnt="2">
        <dgm:presLayoutVars>
          <dgm:chMax val="1"/>
          <dgm:bulletEnabled val="1"/>
        </dgm:presLayoutVars>
      </dgm:prSet>
      <dgm:spPr/>
      <dgm:t>
        <a:bodyPr/>
        <a:lstStyle/>
        <a:p>
          <a:endParaRPr lang="zh-CN" altLang="en-US"/>
        </a:p>
      </dgm:t>
    </dgm:pt>
  </dgm:ptLst>
  <dgm:cxnLst>
    <dgm:cxn modelId="{6BFCA93C-7F03-4224-B731-D48932E1A457}" type="presOf" srcId="{6D92F420-3C88-444F-BFD0-D7443435FD46}" destId="{21667957-3339-41FB-8BB5-AE876AD5F92D}" srcOrd="0" destOrd="0" presId="urn:microsoft.com/office/officeart/2005/8/layout/hProcess6"/>
    <dgm:cxn modelId="{3BD1CF8E-CB13-4DDF-A811-BEF94113509C}" srcId="{FCFC2611-8EAF-46E0-B40A-30C62A09E9CA}" destId="{6D92F420-3C88-444F-BFD0-D7443435FD46}" srcOrd="0" destOrd="0" parTransId="{BC950B7D-2D34-4BC6-9B68-9A8D8A2AA628}" sibTransId="{BBE0FB6E-934B-42CA-84B3-B039D82A555D}"/>
    <dgm:cxn modelId="{36C681FF-6C8B-4441-9274-BD4B34CBC875}" type="presOf" srcId="{44C5D8CB-B32E-4367-895B-DF665C68B4F3}" destId="{21667957-3339-41FB-8BB5-AE876AD5F92D}" srcOrd="0" destOrd="1" presId="urn:microsoft.com/office/officeart/2005/8/layout/hProcess6"/>
    <dgm:cxn modelId="{0E8AFED3-EEA3-4ED7-83EE-B24C5AD9EDFE}" type="presOf" srcId="{518495FF-045C-47D7-913C-A77953A50942}" destId="{FD877179-8790-4D5C-B9FA-0417B04B8FA2}" srcOrd="0" destOrd="0" presId="urn:microsoft.com/office/officeart/2005/8/layout/hProcess6"/>
    <dgm:cxn modelId="{294EA5E8-73C3-46C0-BABF-A0BAF8E06BD2}" type="presOf" srcId="{86ADE64E-39E3-48C8-BE11-A77037F29372}" destId="{324B97F8-FEBD-4EC5-A0D1-AFBDA6F2136E}" srcOrd="1" destOrd="1" presId="urn:microsoft.com/office/officeart/2005/8/layout/hProcess6"/>
    <dgm:cxn modelId="{5BCADF7C-ECF7-43E2-ABA5-BF0FE7BE15BC}" srcId="{C130A9AF-D552-4937-A35C-D11671B11956}" destId="{FCFC2611-8EAF-46E0-B40A-30C62A09E9CA}" srcOrd="1" destOrd="0" parTransId="{AE7D0CEA-35A3-4B0F-91A5-52B4A2095C8B}" sibTransId="{57496923-0EF4-4B03-AFE3-CF0F57948166}"/>
    <dgm:cxn modelId="{B1D1DD5E-9CCA-423C-9152-EFFD207181EF}" type="presOf" srcId="{6D92F420-3C88-444F-BFD0-D7443435FD46}" destId="{1D24CB45-C5D6-42E0-9506-42E73282EE9B}" srcOrd="1" destOrd="0" presId="urn:microsoft.com/office/officeart/2005/8/layout/hProcess6"/>
    <dgm:cxn modelId="{D10F6E03-3D06-4A25-8278-9C5B57FE7DEB}" type="presOf" srcId="{44C5D8CB-B32E-4367-895B-DF665C68B4F3}" destId="{1D24CB45-C5D6-42E0-9506-42E73282EE9B}" srcOrd="1" destOrd="1" presId="urn:microsoft.com/office/officeart/2005/8/layout/hProcess6"/>
    <dgm:cxn modelId="{7E5D38D2-7380-4095-AAA4-90F39B38FC5C}" type="presOf" srcId="{C130A9AF-D552-4937-A35C-D11671B11956}" destId="{CF7FA68F-EB3D-46A8-88DA-6B8FB4D597CC}" srcOrd="0" destOrd="0" presId="urn:microsoft.com/office/officeart/2005/8/layout/hProcess6"/>
    <dgm:cxn modelId="{AA5D72CE-6617-443E-B7E8-46B15FBBFD53}" srcId="{518495FF-045C-47D7-913C-A77953A50942}" destId="{93370A67-CDD0-43ED-AAC4-A482EB95F98A}" srcOrd="0" destOrd="0" parTransId="{A2A8E1E6-97F0-4B25-A947-4FC3423EED04}" sibTransId="{0A92FC15-D55C-432F-991D-D3310AB5B7FA}"/>
    <dgm:cxn modelId="{F75293F5-CA35-4EB1-B223-D4F47ABCED35}" srcId="{518495FF-045C-47D7-913C-A77953A50942}" destId="{86ADE64E-39E3-48C8-BE11-A77037F29372}" srcOrd="1" destOrd="0" parTransId="{2798D308-7110-4764-8EA2-76942F1B01DF}" sibTransId="{A7C03B7C-048C-48D0-8BDB-8D11A7AE78AD}"/>
    <dgm:cxn modelId="{F42E6B4B-1F2E-42BC-8A9C-88732BA0497E}" srcId="{C130A9AF-D552-4937-A35C-D11671B11956}" destId="{518495FF-045C-47D7-913C-A77953A50942}" srcOrd="0" destOrd="0" parTransId="{C069F15C-09EA-428A-B6CA-551C9E5B8C89}" sibTransId="{AEE29DF1-46EF-4857-B822-34A4E547E8EF}"/>
    <dgm:cxn modelId="{8720B5E1-C60B-42E8-8A91-DEBE2BD1F404}" type="presOf" srcId="{93370A67-CDD0-43ED-AAC4-A482EB95F98A}" destId="{C773A37B-4A84-49ED-9884-87D16EDC4034}" srcOrd="0" destOrd="0" presId="urn:microsoft.com/office/officeart/2005/8/layout/hProcess6"/>
    <dgm:cxn modelId="{3D3FC0DC-22D0-4F43-A670-A0F72D6A1E1C}" srcId="{FCFC2611-8EAF-46E0-B40A-30C62A09E9CA}" destId="{44C5D8CB-B32E-4367-895B-DF665C68B4F3}" srcOrd="1" destOrd="0" parTransId="{7DC85CFF-0CDE-4FC8-87ED-51FC40F30BB2}" sibTransId="{DB208A72-2426-4DE6-8A08-CF87954831FD}"/>
    <dgm:cxn modelId="{C765AA0B-8E1D-4F2E-A32A-1F7B45A2E456}" type="presOf" srcId="{93370A67-CDD0-43ED-AAC4-A482EB95F98A}" destId="{324B97F8-FEBD-4EC5-A0D1-AFBDA6F2136E}" srcOrd="1" destOrd="0" presId="urn:microsoft.com/office/officeart/2005/8/layout/hProcess6"/>
    <dgm:cxn modelId="{05503B01-406B-4F6C-A731-3EA4575CE5EC}" type="presOf" srcId="{86ADE64E-39E3-48C8-BE11-A77037F29372}" destId="{C773A37B-4A84-49ED-9884-87D16EDC4034}" srcOrd="0" destOrd="1" presId="urn:microsoft.com/office/officeart/2005/8/layout/hProcess6"/>
    <dgm:cxn modelId="{46B2D3DF-2301-4230-804E-B7AA3FFE3ABD}" type="presOf" srcId="{FCFC2611-8EAF-46E0-B40A-30C62A09E9CA}" destId="{D7719988-1DD5-4E0E-BB21-A8A958FE5CB1}" srcOrd="0" destOrd="0" presId="urn:microsoft.com/office/officeart/2005/8/layout/hProcess6"/>
    <dgm:cxn modelId="{1659D14F-694D-4E7B-802A-FEAC8D298184}" type="presParOf" srcId="{CF7FA68F-EB3D-46A8-88DA-6B8FB4D597CC}" destId="{DBA612D9-9022-4C27-ACE0-FFE5339FEBC8}" srcOrd="0" destOrd="0" presId="urn:microsoft.com/office/officeart/2005/8/layout/hProcess6"/>
    <dgm:cxn modelId="{A9FA7C2D-82AA-4094-BF28-74393ACFC1F5}" type="presParOf" srcId="{DBA612D9-9022-4C27-ACE0-FFE5339FEBC8}" destId="{B3EC3AEA-892E-42C4-BAE9-DB02243E70E9}" srcOrd="0" destOrd="0" presId="urn:microsoft.com/office/officeart/2005/8/layout/hProcess6"/>
    <dgm:cxn modelId="{6CECC70A-6D46-4EC7-81C0-6BBA01681F79}" type="presParOf" srcId="{DBA612D9-9022-4C27-ACE0-FFE5339FEBC8}" destId="{C773A37B-4A84-49ED-9884-87D16EDC4034}" srcOrd="1" destOrd="0" presId="urn:microsoft.com/office/officeart/2005/8/layout/hProcess6"/>
    <dgm:cxn modelId="{C6536DC6-98E1-48B4-8618-8BE65F1A747A}" type="presParOf" srcId="{DBA612D9-9022-4C27-ACE0-FFE5339FEBC8}" destId="{324B97F8-FEBD-4EC5-A0D1-AFBDA6F2136E}" srcOrd="2" destOrd="0" presId="urn:microsoft.com/office/officeart/2005/8/layout/hProcess6"/>
    <dgm:cxn modelId="{5CAA1F06-A8F4-493B-A6B0-9CE608432419}" type="presParOf" srcId="{DBA612D9-9022-4C27-ACE0-FFE5339FEBC8}" destId="{FD877179-8790-4D5C-B9FA-0417B04B8FA2}" srcOrd="3" destOrd="0" presId="urn:microsoft.com/office/officeart/2005/8/layout/hProcess6"/>
    <dgm:cxn modelId="{5CE95C11-F702-478A-A6E3-97B5ACBEEEFB}" type="presParOf" srcId="{CF7FA68F-EB3D-46A8-88DA-6B8FB4D597CC}" destId="{57DD6F30-1D96-46AF-9B34-C72A62A44589}" srcOrd="1" destOrd="0" presId="urn:microsoft.com/office/officeart/2005/8/layout/hProcess6"/>
    <dgm:cxn modelId="{10AF4838-1CB2-464C-8552-DE829C914389}" type="presParOf" srcId="{CF7FA68F-EB3D-46A8-88DA-6B8FB4D597CC}" destId="{F4C37F7C-3F3A-4362-9467-327677F6D5C7}" srcOrd="2" destOrd="0" presId="urn:microsoft.com/office/officeart/2005/8/layout/hProcess6"/>
    <dgm:cxn modelId="{02A93BFF-C5CB-44BC-90E9-06DBE13B3B85}" type="presParOf" srcId="{F4C37F7C-3F3A-4362-9467-327677F6D5C7}" destId="{99355974-3F0F-4596-9C13-9C172200030D}" srcOrd="0" destOrd="0" presId="urn:microsoft.com/office/officeart/2005/8/layout/hProcess6"/>
    <dgm:cxn modelId="{14FA1AD4-9C39-4D1A-8A38-96A8D51C8B29}" type="presParOf" srcId="{F4C37F7C-3F3A-4362-9467-327677F6D5C7}" destId="{21667957-3339-41FB-8BB5-AE876AD5F92D}" srcOrd="1" destOrd="0" presId="urn:microsoft.com/office/officeart/2005/8/layout/hProcess6"/>
    <dgm:cxn modelId="{DB96D955-4B1A-4CCE-891F-8179BF58D636}" type="presParOf" srcId="{F4C37F7C-3F3A-4362-9467-327677F6D5C7}" destId="{1D24CB45-C5D6-42E0-9506-42E73282EE9B}" srcOrd="2" destOrd="0" presId="urn:microsoft.com/office/officeart/2005/8/layout/hProcess6"/>
    <dgm:cxn modelId="{5374B3D6-16D6-46BD-A605-C758FE751236}" type="presParOf" srcId="{F4C37F7C-3F3A-4362-9467-327677F6D5C7}" destId="{D7719988-1DD5-4E0E-BB21-A8A958FE5CB1}" srcOrd="3" destOrd="0" presId="urn:microsoft.com/office/officeart/2005/8/layout/hProcess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745388B-AFBD-420B-807B-ACE4A73F71C1}" type="doc">
      <dgm:prSet loTypeId="urn:microsoft.com/office/officeart/2005/8/layout/venn1" loCatId="relationship" qsTypeId="urn:microsoft.com/office/officeart/2005/8/quickstyle/simple4" qsCatId="simple" csTypeId="urn:microsoft.com/office/officeart/2005/8/colors/accent1_2" csCatId="accent1" phldr="1"/>
      <dgm:spPr/>
      <dgm:t>
        <a:bodyPr/>
        <a:lstStyle/>
        <a:p>
          <a:endParaRPr lang="zh-CN" altLang="en-US"/>
        </a:p>
      </dgm:t>
    </dgm:pt>
    <dgm:pt modelId="{698FBF8A-3981-41EA-8176-8896CF96DB4B}">
      <dgm:prSet phldrT="[文本]"/>
      <dgm:spPr/>
      <dgm:t>
        <a:bodyPr/>
        <a:lstStyle/>
        <a:p>
          <a:r>
            <a:rPr lang="en-US" altLang="zh-CN" dirty="0" err="1" smtClean="0"/>
            <a:t>Unittest</a:t>
          </a:r>
          <a:endParaRPr lang="zh-CN" altLang="en-US" dirty="0"/>
        </a:p>
      </dgm:t>
    </dgm:pt>
    <dgm:pt modelId="{CA9FB56B-89C7-458F-ABD3-A2ECA1627252}" type="parTrans" cxnId="{DA3FAB4A-303D-4E8B-95CB-4F034DBBE7DF}">
      <dgm:prSet/>
      <dgm:spPr/>
      <dgm:t>
        <a:bodyPr/>
        <a:lstStyle/>
        <a:p>
          <a:endParaRPr lang="zh-CN" altLang="en-US"/>
        </a:p>
      </dgm:t>
    </dgm:pt>
    <dgm:pt modelId="{10FB8945-53F8-498B-8045-B03AE8D6F18A}" type="sibTrans" cxnId="{DA3FAB4A-303D-4E8B-95CB-4F034DBBE7DF}">
      <dgm:prSet/>
      <dgm:spPr/>
      <dgm:t>
        <a:bodyPr/>
        <a:lstStyle/>
        <a:p>
          <a:endParaRPr lang="zh-CN" altLang="en-US"/>
        </a:p>
      </dgm:t>
    </dgm:pt>
    <dgm:pt modelId="{A15250C0-4F98-41EC-97C0-A7B5F9B387D7}">
      <dgm:prSet phldrT="[文本]"/>
      <dgm:spPr/>
      <dgm:t>
        <a:bodyPr/>
        <a:lstStyle/>
        <a:p>
          <a:r>
            <a:rPr lang="zh-CN" altLang="en-US" dirty="0" smtClean="0"/>
            <a:t>测试类： </a:t>
          </a:r>
          <a:r>
            <a:rPr lang="en-US" altLang="zh-CN" dirty="0" smtClean="0"/>
            <a:t>8</a:t>
          </a:r>
          <a:endParaRPr lang="zh-CN" altLang="en-US" dirty="0"/>
        </a:p>
      </dgm:t>
    </dgm:pt>
    <dgm:pt modelId="{A2F2C115-52CD-40B2-B862-C5119830BAB1}" type="parTrans" cxnId="{DCDEB6C2-CA7F-4C51-B7A3-589A675BCBAF}">
      <dgm:prSet/>
      <dgm:spPr/>
      <dgm:t>
        <a:bodyPr/>
        <a:lstStyle/>
        <a:p>
          <a:endParaRPr lang="zh-CN" altLang="en-US"/>
        </a:p>
      </dgm:t>
    </dgm:pt>
    <dgm:pt modelId="{15F5F32B-4E14-4C6E-AE32-57723DBBE9CB}" type="sibTrans" cxnId="{DCDEB6C2-CA7F-4C51-B7A3-589A675BCBAF}">
      <dgm:prSet/>
      <dgm:spPr/>
      <dgm:t>
        <a:bodyPr/>
        <a:lstStyle/>
        <a:p>
          <a:endParaRPr lang="zh-CN" altLang="en-US"/>
        </a:p>
      </dgm:t>
    </dgm:pt>
    <dgm:pt modelId="{3B557D22-08B8-4B07-B1B6-B09B8863C375}">
      <dgm:prSet phldrT="[文本]"/>
      <dgm:spPr/>
      <dgm:t>
        <a:bodyPr/>
        <a:lstStyle/>
        <a:p>
          <a:r>
            <a:rPr lang="en-US" altLang="zh-CN" dirty="0" err="1" smtClean="0"/>
            <a:t>Beachmark</a:t>
          </a:r>
          <a:endParaRPr lang="zh-CN" altLang="en-US" dirty="0"/>
        </a:p>
      </dgm:t>
    </dgm:pt>
    <dgm:pt modelId="{4D186E89-0ACB-4520-BB27-74F3C86D338B}" type="parTrans" cxnId="{61035C88-8569-4191-8F85-63A020394011}">
      <dgm:prSet/>
      <dgm:spPr/>
      <dgm:t>
        <a:bodyPr/>
        <a:lstStyle/>
        <a:p>
          <a:endParaRPr lang="zh-CN" altLang="en-US"/>
        </a:p>
      </dgm:t>
    </dgm:pt>
    <dgm:pt modelId="{088E937A-8D07-4105-8191-2AF9A2B65A30}" type="sibTrans" cxnId="{61035C88-8569-4191-8F85-63A020394011}">
      <dgm:prSet/>
      <dgm:spPr/>
      <dgm:t>
        <a:bodyPr/>
        <a:lstStyle/>
        <a:p>
          <a:endParaRPr lang="zh-CN" altLang="en-US"/>
        </a:p>
      </dgm:t>
    </dgm:pt>
    <dgm:pt modelId="{E16D8342-5D6C-4DAF-869A-846B4EE77BE8}">
      <dgm:prSet phldrT="[文本]"/>
      <dgm:spPr/>
      <dgm:t>
        <a:bodyPr/>
        <a:lstStyle/>
        <a:p>
          <a:r>
            <a:rPr lang="zh-CN" altLang="en-US" dirty="0" smtClean="0"/>
            <a:t>脏读</a:t>
          </a:r>
          <a:endParaRPr lang="zh-CN" altLang="en-US" dirty="0"/>
        </a:p>
      </dgm:t>
    </dgm:pt>
    <dgm:pt modelId="{C848053C-23A7-4772-ABDF-55CAAF674715}" type="parTrans" cxnId="{86CDEE58-6245-444E-8944-F9436B463873}">
      <dgm:prSet/>
      <dgm:spPr/>
      <dgm:t>
        <a:bodyPr/>
        <a:lstStyle/>
        <a:p>
          <a:endParaRPr lang="zh-CN" altLang="en-US"/>
        </a:p>
      </dgm:t>
    </dgm:pt>
    <dgm:pt modelId="{39CBABA1-2C7A-4203-87F5-72E1459B49B3}" type="sibTrans" cxnId="{86CDEE58-6245-444E-8944-F9436B463873}">
      <dgm:prSet/>
      <dgm:spPr/>
      <dgm:t>
        <a:bodyPr/>
        <a:lstStyle/>
        <a:p>
          <a:endParaRPr lang="zh-CN" altLang="en-US"/>
        </a:p>
      </dgm:t>
    </dgm:pt>
    <dgm:pt modelId="{D4296165-403C-4B87-862D-6C01AC50E026}">
      <dgm:prSet phldrT="[文本]"/>
      <dgm:spPr/>
      <dgm:t>
        <a:bodyPr/>
        <a:lstStyle/>
        <a:p>
          <a:r>
            <a:rPr lang="zh-CN" altLang="en-US" dirty="0" smtClean="0"/>
            <a:t>测试接口： </a:t>
          </a:r>
          <a:r>
            <a:rPr lang="en-US" altLang="zh-CN" dirty="0" smtClean="0"/>
            <a:t>66</a:t>
          </a:r>
          <a:endParaRPr lang="zh-CN" altLang="en-US" dirty="0"/>
        </a:p>
      </dgm:t>
    </dgm:pt>
    <dgm:pt modelId="{66239CA3-58F1-446F-A5A4-85011C81D007}" type="parTrans" cxnId="{D7445809-EB0E-4CA3-9F64-899FD04D087A}">
      <dgm:prSet/>
      <dgm:spPr/>
      <dgm:t>
        <a:bodyPr/>
        <a:lstStyle/>
        <a:p>
          <a:endParaRPr lang="zh-CN" altLang="en-US"/>
        </a:p>
      </dgm:t>
    </dgm:pt>
    <dgm:pt modelId="{5ECB543D-C87A-4DB5-8F13-C89D3A0CF8CA}" type="sibTrans" cxnId="{D7445809-EB0E-4CA3-9F64-899FD04D087A}">
      <dgm:prSet/>
      <dgm:spPr/>
      <dgm:t>
        <a:bodyPr/>
        <a:lstStyle/>
        <a:p>
          <a:endParaRPr lang="zh-CN" altLang="en-US"/>
        </a:p>
      </dgm:t>
    </dgm:pt>
    <dgm:pt modelId="{B4E87214-C563-436B-A9B6-6AEFFAE8B952}">
      <dgm:prSet phldrT="[文本]"/>
      <dgm:spPr/>
      <dgm:t>
        <a:bodyPr/>
        <a:lstStyle/>
        <a:p>
          <a:r>
            <a:rPr lang="zh-CN" altLang="en-US" dirty="0" smtClean="0"/>
            <a:t>事务验证：</a:t>
          </a:r>
          <a:r>
            <a:rPr lang="en-US" altLang="zh-CN" dirty="0" smtClean="0"/>
            <a:t>+3</a:t>
          </a:r>
          <a:endParaRPr lang="zh-CN" altLang="en-US" dirty="0"/>
        </a:p>
      </dgm:t>
    </dgm:pt>
    <dgm:pt modelId="{CD960512-D54C-401E-BD28-8FA84E60F0B3}" type="parTrans" cxnId="{28EAD4F9-00EB-49BA-993D-D0F96CD85964}">
      <dgm:prSet/>
      <dgm:spPr/>
      <dgm:t>
        <a:bodyPr/>
        <a:lstStyle/>
        <a:p>
          <a:endParaRPr lang="zh-CN" altLang="en-US"/>
        </a:p>
      </dgm:t>
    </dgm:pt>
    <dgm:pt modelId="{9915DD74-ADF3-4373-96DC-5F38C4013D2B}" type="sibTrans" cxnId="{28EAD4F9-00EB-49BA-993D-D0F96CD85964}">
      <dgm:prSet/>
      <dgm:spPr/>
      <dgm:t>
        <a:bodyPr/>
        <a:lstStyle/>
        <a:p>
          <a:endParaRPr lang="zh-CN" altLang="en-US"/>
        </a:p>
      </dgm:t>
    </dgm:pt>
    <dgm:pt modelId="{074A54BF-496F-42A2-AEC2-B3CB862F527F}">
      <dgm:prSet phldrT="[文本]"/>
      <dgm:spPr/>
      <dgm:t>
        <a:bodyPr/>
        <a:lstStyle/>
        <a:p>
          <a:r>
            <a:rPr lang="zh-CN" altLang="en-US" dirty="0" smtClean="0"/>
            <a:t>使用： </a:t>
          </a:r>
          <a:r>
            <a:rPr lang="en-US" altLang="zh-CN" dirty="0" smtClean="0"/>
            <a:t>+4</a:t>
          </a:r>
          <a:endParaRPr lang="zh-CN" altLang="en-US" dirty="0"/>
        </a:p>
      </dgm:t>
    </dgm:pt>
    <dgm:pt modelId="{49457886-2926-4D8D-9C94-BE1301900247}" type="parTrans" cxnId="{CC4B34B2-5C76-4CA7-8310-064D826D7BF4}">
      <dgm:prSet/>
      <dgm:spPr/>
      <dgm:t>
        <a:bodyPr/>
        <a:lstStyle/>
        <a:p>
          <a:endParaRPr lang="zh-CN" altLang="en-US"/>
        </a:p>
      </dgm:t>
    </dgm:pt>
    <dgm:pt modelId="{CA7710D0-1B14-473F-B481-64A34CBF5572}" type="sibTrans" cxnId="{CC4B34B2-5C76-4CA7-8310-064D826D7BF4}">
      <dgm:prSet/>
      <dgm:spPr/>
      <dgm:t>
        <a:bodyPr/>
        <a:lstStyle/>
        <a:p>
          <a:endParaRPr lang="zh-CN" altLang="en-US"/>
        </a:p>
      </dgm:t>
    </dgm:pt>
    <dgm:pt modelId="{1BB31489-5358-4DB0-AA18-57F2C5382BCD}">
      <dgm:prSet phldrT="[文本]"/>
      <dgm:spPr/>
      <dgm:t>
        <a:bodyPr/>
        <a:lstStyle/>
        <a:p>
          <a:r>
            <a:rPr lang="zh-CN" altLang="en-US" dirty="0" smtClean="0"/>
            <a:t>脚本版：</a:t>
          </a:r>
          <a:r>
            <a:rPr lang="en-US" altLang="zh-CN" dirty="0" smtClean="0"/>
            <a:t>4</a:t>
          </a:r>
          <a:r>
            <a:rPr lang="zh-CN" altLang="en-US" dirty="0" smtClean="0"/>
            <a:t>接口</a:t>
          </a:r>
          <a:endParaRPr lang="zh-CN" altLang="en-US" dirty="0"/>
        </a:p>
      </dgm:t>
    </dgm:pt>
    <dgm:pt modelId="{829A49D0-C8BC-4165-95C4-36E4141896A2}" type="parTrans" cxnId="{593980E5-9C88-40B9-8698-E3DBC7AFB136}">
      <dgm:prSet/>
      <dgm:spPr/>
      <dgm:t>
        <a:bodyPr/>
        <a:lstStyle/>
        <a:p>
          <a:endParaRPr lang="zh-CN" altLang="en-US"/>
        </a:p>
      </dgm:t>
    </dgm:pt>
    <dgm:pt modelId="{AF162CF7-1013-4B8F-BA56-5D5D66FFF008}" type="sibTrans" cxnId="{593980E5-9C88-40B9-8698-E3DBC7AFB136}">
      <dgm:prSet/>
      <dgm:spPr/>
      <dgm:t>
        <a:bodyPr/>
        <a:lstStyle/>
        <a:p>
          <a:endParaRPr lang="zh-CN" altLang="en-US"/>
        </a:p>
      </dgm:t>
    </dgm:pt>
    <dgm:pt modelId="{37D069BF-7FF6-4C1C-B93F-370060F2BE34}">
      <dgm:prSet phldrT="[文本]"/>
      <dgm:spPr/>
      <dgm:t>
        <a:bodyPr/>
        <a:lstStyle/>
        <a:p>
          <a:r>
            <a:rPr lang="en-US" b="0" i="0" dirty="0" smtClean="0"/>
            <a:t>multi-mechanize</a:t>
          </a:r>
          <a:r>
            <a:rPr lang="zh-CN" altLang="en-US" b="0" i="0" dirty="0" smtClean="0"/>
            <a:t>：</a:t>
          </a:r>
          <a:r>
            <a:rPr lang="en-US" b="0" i="0" dirty="0" smtClean="0"/>
            <a:t>4</a:t>
          </a:r>
          <a:r>
            <a:rPr lang="zh-CN" altLang="en-US" b="0" i="0" dirty="0" smtClean="0"/>
            <a:t>接口</a:t>
          </a:r>
          <a:endParaRPr lang="zh-CN" altLang="en-US" dirty="0"/>
        </a:p>
      </dgm:t>
    </dgm:pt>
    <dgm:pt modelId="{F87F7CC4-0392-4DF5-B5C1-0106F6CDFA24}" type="parTrans" cxnId="{5F092FFF-7424-4748-8E2E-A112D75E5D18}">
      <dgm:prSet/>
      <dgm:spPr/>
      <dgm:t>
        <a:bodyPr/>
        <a:lstStyle/>
        <a:p>
          <a:endParaRPr lang="zh-CN" altLang="en-US"/>
        </a:p>
      </dgm:t>
    </dgm:pt>
    <dgm:pt modelId="{645132E2-D3CC-4AB7-A7E1-18969E1202F8}" type="sibTrans" cxnId="{5F092FFF-7424-4748-8E2E-A112D75E5D18}">
      <dgm:prSet/>
      <dgm:spPr/>
      <dgm:t>
        <a:bodyPr/>
        <a:lstStyle/>
        <a:p>
          <a:endParaRPr lang="zh-CN" altLang="en-US"/>
        </a:p>
      </dgm:t>
    </dgm:pt>
    <dgm:pt modelId="{9030424B-F530-4D98-8CEF-694A162A9785}">
      <dgm:prSet phldrT="[文本]"/>
      <dgm:spPr/>
      <dgm:t>
        <a:bodyPr/>
        <a:lstStyle/>
        <a:p>
          <a:r>
            <a:rPr lang="zh-CN" altLang="en-US" dirty="0" smtClean="0"/>
            <a:t>不可重复读</a:t>
          </a:r>
          <a:endParaRPr lang="zh-CN" altLang="en-US" dirty="0"/>
        </a:p>
      </dgm:t>
    </dgm:pt>
    <dgm:pt modelId="{48E38C8D-2142-49C4-A1C9-74622B5B35CC}" type="parTrans" cxnId="{340329A9-6065-40F2-93EA-D804DE4F6B97}">
      <dgm:prSet/>
      <dgm:spPr/>
      <dgm:t>
        <a:bodyPr/>
        <a:lstStyle/>
        <a:p>
          <a:endParaRPr lang="zh-CN" altLang="en-US"/>
        </a:p>
      </dgm:t>
    </dgm:pt>
    <dgm:pt modelId="{6B001E3D-983E-453E-A78C-0F2F330E212B}" type="sibTrans" cxnId="{340329A9-6065-40F2-93EA-D804DE4F6B97}">
      <dgm:prSet/>
      <dgm:spPr/>
      <dgm:t>
        <a:bodyPr/>
        <a:lstStyle/>
        <a:p>
          <a:endParaRPr lang="zh-CN" altLang="en-US"/>
        </a:p>
      </dgm:t>
    </dgm:pt>
    <dgm:pt modelId="{6E9640EE-14EC-4431-AD3A-4A97A869F45A}">
      <dgm:prSet phldrT="[文本]"/>
      <dgm:spPr/>
      <dgm:t>
        <a:bodyPr/>
        <a:lstStyle/>
        <a:p>
          <a:r>
            <a:rPr lang="zh-CN" altLang="en-US" dirty="0" smtClean="0"/>
            <a:t>幻读</a:t>
          </a:r>
          <a:endParaRPr lang="zh-CN" altLang="en-US" dirty="0"/>
        </a:p>
      </dgm:t>
    </dgm:pt>
    <dgm:pt modelId="{C5814960-7ECE-47DA-B649-AEA81618ADB2}" type="parTrans" cxnId="{60012C82-2F96-4EFA-ACC1-7C09F736DB31}">
      <dgm:prSet/>
      <dgm:spPr/>
      <dgm:t>
        <a:bodyPr/>
        <a:lstStyle/>
        <a:p>
          <a:endParaRPr lang="zh-CN" altLang="en-US"/>
        </a:p>
      </dgm:t>
    </dgm:pt>
    <dgm:pt modelId="{EA0525B9-66A4-4B7B-A1ED-FB4A8854AF52}" type="sibTrans" cxnId="{60012C82-2F96-4EFA-ACC1-7C09F736DB31}">
      <dgm:prSet/>
      <dgm:spPr/>
      <dgm:t>
        <a:bodyPr/>
        <a:lstStyle/>
        <a:p>
          <a:endParaRPr lang="zh-CN" altLang="en-US"/>
        </a:p>
      </dgm:t>
    </dgm:pt>
    <dgm:pt modelId="{A33C2904-8A97-4360-9F94-3E809E29CE2B}">
      <dgm:prSet phldrT="[文本]"/>
      <dgm:spPr/>
      <dgm:t>
        <a:bodyPr/>
        <a:lstStyle/>
        <a:p>
          <a:r>
            <a:rPr lang="zh-CN" altLang="en-US" dirty="0" smtClean="0"/>
            <a:t>开发</a:t>
          </a:r>
          <a:endParaRPr lang="zh-CN" altLang="en-US" dirty="0"/>
        </a:p>
      </dgm:t>
    </dgm:pt>
    <dgm:pt modelId="{C2750AC8-7568-45B7-A034-CC9CFA614C4E}" type="parTrans" cxnId="{AB4191E0-3927-4CB3-B997-95F87405299C}">
      <dgm:prSet/>
      <dgm:spPr/>
      <dgm:t>
        <a:bodyPr/>
        <a:lstStyle/>
        <a:p>
          <a:endParaRPr lang="zh-CN" altLang="en-US"/>
        </a:p>
      </dgm:t>
    </dgm:pt>
    <dgm:pt modelId="{3259ABE9-29A0-4766-A17B-3CFB956BA230}" type="sibTrans" cxnId="{AB4191E0-3927-4CB3-B997-95F87405299C}">
      <dgm:prSet/>
      <dgm:spPr/>
      <dgm:t>
        <a:bodyPr/>
        <a:lstStyle/>
        <a:p>
          <a:endParaRPr lang="zh-CN" altLang="en-US"/>
        </a:p>
      </dgm:t>
    </dgm:pt>
    <dgm:pt modelId="{DFA88DA0-D9AB-4831-B36B-FA24B81A14F6}">
      <dgm:prSet phldrT="[文本]"/>
      <dgm:spPr/>
      <dgm:t>
        <a:bodyPr/>
        <a:lstStyle/>
        <a:p>
          <a:r>
            <a:rPr lang="zh-CN" altLang="en-US" dirty="0" smtClean="0"/>
            <a:t>设计</a:t>
          </a:r>
          <a:endParaRPr lang="zh-CN" altLang="en-US" dirty="0"/>
        </a:p>
      </dgm:t>
    </dgm:pt>
    <dgm:pt modelId="{EE1498E2-CDF5-4159-AA39-13C02A698122}" type="parTrans" cxnId="{CC3E87A8-24CA-49B8-BE1F-4030A0FC2B1C}">
      <dgm:prSet/>
      <dgm:spPr/>
      <dgm:t>
        <a:bodyPr/>
        <a:lstStyle/>
        <a:p>
          <a:endParaRPr lang="zh-CN" altLang="en-US"/>
        </a:p>
      </dgm:t>
    </dgm:pt>
    <dgm:pt modelId="{AD235521-4F24-4CCB-8C3F-A0DDB4207382}" type="sibTrans" cxnId="{CC3E87A8-24CA-49B8-BE1F-4030A0FC2B1C}">
      <dgm:prSet/>
      <dgm:spPr/>
      <dgm:t>
        <a:bodyPr/>
        <a:lstStyle/>
        <a:p>
          <a:endParaRPr lang="zh-CN" altLang="en-US"/>
        </a:p>
      </dgm:t>
    </dgm:pt>
    <dgm:pt modelId="{4E059AEE-7630-4F7B-B14A-1CB9307511C7}">
      <dgm:prSet phldrT="[文本]"/>
      <dgm:spPr/>
      <dgm:t>
        <a:bodyPr/>
        <a:lstStyle/>
        <a:p>
          <a:r>
            <a:rPr lang="zh-CN" altLang="en-US" dirty="0" smtClean="0"/>
            <a:t>代码量：</a:t>
          </a:r>
          <a:r>
            <a:rPr lang="en-US" altLang="zh-CN" dirty="0" smtClean="0"/>
            <a:t>+1370</a:t>
          </a:r>
          <a:r>
            <a:rPr lang="zh-CN" altLang="en-US" dirty="0" smtClean="0"/>
            <a:t>行</a:t>
          </a:r>
          <a:endParaRPr lang="zh-CN" altLang="en-US" dirty="0"/>
        </a:p>
      </dgm:t>
    </dgm:pt>
    <dgm:pt modelId="{746FC694-E043-4D86-A161-A15F1BD6C95E}" type="parTrans" cxnId="{DB4F17EE-AB2D-49AB-AD97-F5161DA5D11D}">
      <dgm:prSet/>
      <dgm:spPr/>
      <dgm:t>
        <a:bodyPr/>
        <a:lstStyle/>
        <a:p>
          <a:endParaRPr lang="zh-CN" altLang="en-US"/>
        </a:p>
      </dgm:t>
    </dgm:pt>
    <dgm:pt modelId="{CAF22D3A-BFB7-45A4-A49E-BB56FCCE8F2C}" type="sibTrans" cxnId="{DB4F17EE-AB2D-49AB-AD97-F5161DA5D11D}">
      <dgm:prSet/>
      <dgm:spPr/>
      <dgm:t>
        <a:bodyPr/>
        <a:lstStyle/>
        <a:p>
          <a:endParaRPr lang="zh-CN" altLang="en-US"/>
        </a:p>
      </dgm:t>
    </dgm:pt>
    <dgm:pt modelId="{F288F915-E711-4E86-8930-92AAE023EDE5}">
      <dgm:prSet phldrT="[文本]"/>
      <dgm:spPr/>
      <dgm:t>
        <a:bodyPr/>
        <a:lstStyle/>
        <a:p>
          <a:r>
            <a:rPr lang="en-US" altLang="zh-CN" dirty="0" smtClean="0"/>
            <a:t>wiki</a:t>
          </a:r>
          <a:r>
            <a:rPr lang="zh-CN" altLang="en-US" dirty="0" smtClean="0"/>
            <a:t>：</a:t>
          </a:r>
          <a:r>
            <a:rPr lang="en-US" altLang="zh-CN" dirty="0" smtClean="0"/>
            <a:t>+7</a:t>
          </a:r>
          <a:r>
            <a:rPr lang="zh-CN" altLang="en-US" dirty="0" smtClean="0"/>
            <a:t>篇</a:t>
          </a:r>
          <a:endParaRPr lang="zh-CN" altLang="en-US" dirty="0"/>
        </a:p>
      </dgm:t>
    </dgm:pt>
    <dgm:pt modelId="{3A236E06-2511-4F1D-8853-7D39818735CD}" type="parTrans" cxnId="{EF4CBB55-9AD4-4E7C-8744-25BDADE4635C}">
      <dgm:prSet/>
      <dgm:spPr/>
      <dgm:t>
        <a:bodyPr/>
        <a:lstStyle/>
        <a:p>
          <a:endParaRPr lang="zh-CN" altLang="en-US"/>
        </a:p>
      </dgm:t>
    </dgm:pt>
    <dgm:pt modelId="{29D02D15-C1C4-487B-98C4-DC2386526040}" type="sibTrans" cxnId="{EF4CBB55-9AD4-4E7C-8744-25BDADE4635C}">
      <dgm:prSet/>
      <dgm:spPr/>
      <dgm:t>
        <a:bodyPr/>
        <a:lstStyle/>
        <a:p>
          <a:endParaRPr lang="zh-CN" altLang="en-US"/>
        </a:p>
      </dgm:t>
    </dgm:pt>
    <dgm:pt modelId="{BD1DE34B-31C8-41C5-86A8-BA3E3C216C9A}">
      <dgm:prSet phldrT="[文本]"/>
      <dgm:spPr/>
      <dgm:t>
        <a:bodyPr/>
        <a:lstStyle/>
        <a:p>
          <a:r>
            <a:rPr lang="en-US" altLang="zh-CN" dirty="0" smtClean="0"/>
            <a:t>CURL</a:t>
          </a:r>
          <a:r>
            <a:rPr lang="zh-CN" altLang="en-US" dirty="0" smtClean="0"/>
            <a:t>命令</a:t>
          </a:r>
          <a:endParaRPr lang="zh-CN" altLang="en-US" dirty="0"/>
        </a:p>
      </dgm:t>
    </dgm:pt>
    <dgm:pt modelId="{0D28E886-8D6D-47CA-9BF9-E2708CB66F9F}" type="parTrans" cxnId="{16FC3980-6B5F-472F-92BE-E57DBA999F93}">
      <dgm:prSet/>
      <dgm:spPr/>
      <dgm:t>
        <a:bodyPr/>
        <a:lstStyle/>
        <a:p>
          <a:endParaRPr lang="zh-CN" altLang="en-US"/>
        </a:p>
      </dgm:t>
    </dgm:pt>
    <dgm:pt modelId="{94D2587E-1A23-4A67-834B-0F129DADF53A}" type="sibTrans" cxnId="{16FC3980-6B5F-472F-92BE-E57DBA999F93}">
      <dgm:prSet/>
      <dgm:spPr/>
      <dgm:t>
        <a:bodyPr/>
        <a:lstStyle/>
        <a:p>
          <a:endParaRPr lang="zh-CN" altLang="en-US"/>
        </a:p>
      </dgm:t>
    </dgm:pt>
    <dgm:pt modelId="{6455EC17-2CAF-4C05-9406-D071F0D18FE0}">
      <dgm:prSet phldrT="[文本]"/>
      <dgm:spPr/>
      <dgm:t>
        <a:bodyPr/>
        <a:lstStyle/>
        <a:p>
          <a:r>
            <a:rPr lang="zh-CN" altLang="en-US" dirty="0" smtClean="0"/>
            <a:t>事务模式</a:t>
          </a:r>
          <a:endParaRPr lang="zh-CN" altLang="en-US" dirty="0"/>
        </a:p>
      </dgm:t>
    </dgm:pt>
    <dgm:pt modelId="{BD1B2918-F727-41EF-8015-FD2F09BCD379}" type="parTrans" cxnId="{6E893FBE-AC1F-4191-BD9A-4F8EA9996F5F}">
      <dgm:prSet/>
      <dgm:spPr/>
      <dgm:t>
        <a:bodyPr/>
        <a:lstStyle/>
        <a:p>
          <a:endParaRPr lang="zh-CN" altLang="en-US"/>
        </a:p>
      </dgm:t>
    </dgm:pt>
    <dgm:pt modelId="{0F21F51E-80D5-4039-B6F2-1E9B0E19D0A3}" type="sibTrans" cxnId="{6E893FBE-AC1F-4191-BD9A-4F8EA9996F5F}">
      <dgm:prSet/>
      <dgm:spPr/>
      <dgm:t>
        <a:bodyPr/>
        <a:lstStyle/>
        <a:p>
          <a:endParaRPr lang="zh-CN" altLang="en-US"/>
        </a:p>
      </dgm:t>
    </dgm:pt>
    <dgm:pt modelId="{8BAB63F1-7ABE-497C-A65F-F7FF3DA3DCEA}">
      <dgm:prSet phldrT="[文本]"/>
      <dgm:spPr/>
      <dgm:t>
        <a:bodyPr/>
        <a:lstStyle/>
        <a:p>
          <a:r>
            <a:rPr lang="zh-CN" altLang="en-US" dirty="0" smtClean="0"/>
            <a:t>工具模式</a:t>
          </a:r>
          <a:endParaRPr lang="zh-CN" altLang="en-US" dirty="0"/>
        </a:p>
      </dgm:t>
    </dgm:pt>
    <dgm:pt modelId="{7162F00F-5B6D-4ADA-8D38-3BACE20E41CF}" type="parTrans" cxnId="{0FD52DB4-C0B8-4E69-A673-4945445E633A}">
      <dgm:prSet/>
      <dgm:spPr/>
      <dgm:t>
        <a:bodyPr/>
        <a:lstStyle/>
        <a:p>
          <a:endParaRPr lang="zh-CN" altLang="en-US"/>
        </a:p>
      </dgm:t>
    </dgm:pt>
    <dgm:pt modelId="{8AE66225-6A59-454D-884D-A9B01714CDD3}" type="sibTrans" cxnId="{0FD52DB4-C0B8-4E69-A673-4945445E633A}">
      <dgm:prSet/>
      <dgm:spPr/>
      <dgm:t>
        <a:bodyPr/>
        <a:lstStyle/>
        <a:p>
          <a:endParaRPr lang="zh-CN" altLang="en-US"/>
        </a:p>
      </dgm:t>
    </dgm:pt>
    <dgm:pt modelId="{5BC648B7-9BE3-48C0-BCB2-44A2B618B46B}">
      <dgm:prSet phldrT="[文本]"/>
      <dgm:spPr/>
      <dgm:t>
        <a:bodyPr/>
        <a:lstStyle/>
        <a:p>
          <a:r>
            <a:rPr lang="zh-CN" altLang="en-US" dirty="0" smtClean="0"/>
            <a:t>交互模式</a:t>
          </a:r>
          <a:endParaRPr lang="zh-CN" altLang="en-US" dirty="0"/>
        </a:p>
      </dgm:t>
    </dgm:pt>
    <dgm:pt modelId="{7E3A1387-9F99-4B83-A50A-3B189F788BDD}" type="parTrans" cxnId="{F4CF4EBA-E3A6-488D-A6C7-41A57486702F}">
      <dgm:prSet/>
      <dgm:spPr/>
      <dgm:t>
        <a:bodyPr/>
        <a:lstStyle/>
        <a:p>
          <a:endParaRPr lang="zh-CN" altLang="en-US"/>
        </a:p>
      </dgm:t>
    </dgm:pt>
    <dgm:pt modelId="{AB1BE124-50C9-43D5-BA1E-8634BCF33A74}" type="sibTrans" cxnId="{F4CF4EBA-E3A6-488D-A6C7-41A57486702F}">
      <dgm:prSet/>
      <dgm:spPr/>
      <dgm:t>
        <a:bodyPr/>
        <a:lstStyle/>
        <a:p>
          <a:endParaRPr lang="zh-CN" altLang="en-US"/>
        </a:p>
      </dgm:t>
    </dgm:pt>
    <dgm:pt modelId="{77B6BCBD-6EC2-4B00-848D-9EDEC1EE0874}" type="pres">
      <dgm:prSet presAssocID="{0745388B-AFBD-420B-807B-ACE4A73F71C1}" presName="compositeShape" presStyleCnt="0">
        <dgm:presLayoutVars>
          <dgm:chMax val="7"/>
          <dgm:dir/>
          <dgm:resizeHandles val="exact"/>
        </dgm:presLayoutVars>
      </dgm:prSet>
      <dgm:spPr/>
      <dgm:t>
        <a:bodyPr/>
        <a:lstStyle/>
        <a:p>
          <a:endParaRPr lang="zh-CN" altLang="en-US"/>
        </a:p>
      </dgm:t>
    </dgm:pt>
    <dgm:pt modelId="{D2EC6879-B3F8-477A-BBC2-7FB302F456EE}" type="pres">
      <dgm:prSet presAssocID="{A33C2904-8A97-4360-9F94-3E809E29CE2B}" presName="circ1" presStyleLbl="vennNode1" presStyleIdx="0" presStyleCnt="6"/>
      <dgm:spPr/>
    </dgm:pt>
    <dgm:pt modelId="{5B799E47-386B-42E6-B659-888B1688F75E}" type="pres">
      <dgm:prSet presAssocID="{A33C2904-8A97-4360-9F94-3E809E29CE2B}" presName="circ1Tx" presStyleLbl="revTx" presStyleIdx="0" presStyleCnt="0">
        <dgm:presLayoutVars>
          <dgm:chMax val="0"/>
          <dgm:chPref val="0"/>
          <dgm:bulletEnabled val="1"/>
        </dgm:presLayoutVars>
      </dgm:prSet>
      <dgm:spPr/>
      <dgm:t>
        <a:bodyPr/>
        <a:lstStyle/>
        <a:p>
          <a:endParaRPr lang="zh-CN" altLang="en-US"/>
        </a:p>
      </dgm:t>
    </dgm:pt>
    <dgm:pt modelId="{960E52E3-2919-4BA0-BED4-C846D9E5A9FC}" type="pres">
      <dgm:prSet presAssocID="{DFA88DA0-D9AB-4831-B36B-FA24B81A14F6}" presName="circ2" presStyleLbl="vennNode1" presStyleIdx="1" presStyleCnt="6"/>
      <dgm:spPr/>
    </dgm:pt>
    <dgm:pt modelId="{F54C373A-509D-482A-8C2F-BBAC98110C6D}" type="pres">
      <dgm:prSet presAssocID="{DFA88DA0-D9AB-4831-B36B-FA24B81A14F6}" presName="circ2Tx" presStyleLbl="revTx" presStyleIdx="0" presStyleCnt="0">
        <dgm:presLayoutVars>
          <dgm:chMax val="0"/>
          <dgm:chPref val="0"/>
          <dgm:bulletEnabled val="1"/>
        </dgm:presLayoutVars>
      </dgm:prSet>
      <dgm:spPr/>
      <dgm:t>
        <a:bodyPr/>
        <a:lstStyle/>
        <a:p>
          <a:endParaRPr lang="zh-CN" altLang="en-US"/>
        </a:p>
      </dgm:t>
    </dgm:pt>
    <dgm:pt modelId="{CBA8A427-A048-4B41-A49E-AB2F3971C1AC}" type="pres">
      <dgm:prSet presAssocID="{698FBF8A-3981-41EA-8176-8896CF96DB4B}" presName="circ3" presStyleLbl="vennNode1" presStyleIdx="2" presStyleCnt="6"/>
      <dgm:spPr/>
    </dgm:pt>
    <dgm:pt modelId="{E28A737A-9923-44D7-A5DE-AC90EB9E9FBB}" type="pres">
      <dgm:prSet presAssocID="{698FBF8A-3981-41EA-8176-8896CF96DB4B}" presName="circ3Tx" presStyleLbl="revTx" presStyleIdx="0" presStyleCnt="0">
        <dgm:presLayoutVars>
          <dgm:chMax val="0"/>
          <dgm:chPref val="0"/>
          <dgm:bulletEnabled val="1"/>
        </dgm:presLayoutVars>
      </dgm:prSet>
      <dgm:spPr/>
      <dgm:t>
        <a:bodyPr/>
        <a:lstStyle/>
        <a:p>
          <a:endParaRPr lang="zh-CN" altLang="en-US"/>
        </a:p>
      </dgm:t>
    </dgm:pt>
    <dgm:pt modelId="{6EED5F4A-BA3F-4E83-96D9-912067289481}" type="pres">
      <dgm:prSet presAssocID="{3B557D22-08B8-4B07-B1B6-B09B8863C375}" presName="circ4" presStyleLbl="vennNode1" presStyleIdx="3" presStyleCnt="6"/>
      <dgm:spPr/>
    </dgm:pt>
    <dgm:pt modelId="{7D2EE330-3B7D-474B-A4B6-83CF1BC9E0BF}" type="pres">
      <dgm:prSet presAssocID="{3B557D22-08B8-4B07-B1B6-B09B8863C375}" presName="circ4Tx" presStyleLbl="revTx" presStyleIdx="0" presStyleCnt="0">
        <dgm:presLayoutVars>
          <dgm:chMax val="0"/>
          <dgm:chPref val="0"/>
          <dgm:bulletEnabled val="1"/>
        </dgm:presLayoutVars>
      </dgm:prSet>
      <dgm:spPr/>
      <dgm:t>
        <a:bodyPr/>
        <a:lstStyle/>
        <a:p>
          <a:endParaRPr lang="zh-CN" altLang="en-US"/>
        </a:p>
      </dgm:t>
    </dgm:pt>
    <dgm:pt modelId="{639A6F82-D8C7-403A-AD1E-871F6891A806}" type="pres">
      <dgm:prSet presAssocID="{B4E87214-C563-436B-A9B6-6AEFFAE8B952}" presName="circ5" presStyleLbl="vennNode1" presStyleIdx="4" presStyleCnt="6"/>
      <dgm:spPr/>
    </dgm:pt>
    <dgm:pt modelId="{48460414-A8D5-41F1-8CE7-D20D984A43CE}" type="pres">
      <dgm:prSet presAssocID="{B4E87214-C563-436B-A9B6-6AEFFAE8B952}" presName="circ5Tx" presStyleLbl="revTx" presStyleIdx="0" presStyleCnt="0">
        <dgm:presLayoutVars>
          <dgm:chMax val="0"/>
          <dgm:chPref val="0"/>
          <dgm:bulletEnabled val="1"/>
        </dgm:presLayoutVars>
      </dgm:prSet>
      <dgm:spPr/>
      <dgm:t>
        <a:bodyPr/>
        <a:lstStyle/>
        <a:p>
          <a:endParaRPr lang="zh-CN" altLang="en-US"/>
        </a:p>
      </dgm:t>
    </dgm:pt>
    <dgm:pt modelId="{83326F18-1A34-42B0-B4E2-5F2856C24947}" type="pres">
      <dgm:prSet presAssocID="{074A54BF-496F-42A2-AEC2-B3CB862F527F}" presName="circ6" presStyleLbl="vennNode1" presStyleIdx="5" presStyleCnt="6"/>
      <dgm:spPr/>
    </dgm:pt>
    <dgm:pt modelId="{5EA4EF01-A80D-4C71-AF3A-50B28FB6B7B2}" type="pres">
      <dgm:prSet presAssocID="{074A54BF-496F-42A2-AEC2-B3CB862F527F}" presName="circ6Tx" presStyleLbl="revTx" presStyleIdx="0" presStyleCnt="0">
        <dgm:presLayoutVars>
          <dgm:chMax val="0"/>
          <dgm:chPref val="0"/>
          <dgm:bulletEnabled val="1"/>
        </dgm:presLayoutVars>
      </dgm:prSet>
      <dgm:spPr/>
      <dgm:t>
        <a:bodyPr/>
        <a:lstStyle/>
        <a:p>
          <a:endParaRPr lang="zh-CN" altLang="en-US"/>
        </a:p>
      </dgm:t>
    </dgm:pt>
  </dgm:ptLst>
  <dgm:cxnLst>
    <dgm:cxn modelId="{3AC93329-9EF4-4171-A5AF-C7FC38525C08}" type="presOf" srcId="{698FBF8A-3981-41EA-8176-8896CF96DB4B}" destId="{E28A737A-9923-44D7-A5DE-AC90EB9E9FBB}" srcOrd="0" destOrd="0" presId="urn:microsoft.com/office/officeart/2005/8/layout/venn1"/>
    <dgm:cxn modelId="{0C0FFCF0-68E0-4F9D-9507-2C6C4A68D0C2}" type="presOf" srcId="{9030424B-F530-4D98-8CEF-694A162A9785}" destId="{48460414-A8D5-41F1-8CE7-D20D984A43CE}" srcOrd="0" destOrd="2" presId="urn:microsoft.com/office/officeart/2005/8/layout/venn1"/>
    <dgm:cxn modelId="{6CB5036E-60AA-431B-B479-D6E226935EAE}" type="presOf" srcId="{1BB31489-5358-4DB0-AA18-57F2C5382BCD}" destId="{7D2EE330-3B7D-474B-A4B6-83CF1BC9E0BF}" srcOrd="0" destOrd="1" presId="urn:microsoft.com/office/officeart/2005/8/layout/venn1"/>
    <dgm:cxn modelId="{6E893FBE-AC1F-4191-BD9A-4F8EA9996F5F}" srcId="{074A54BF-496F-42A2-AEC2-B3CB862F527F}" destId="{6455EC17-2CAF-4C05-9406-D071F0D18FE0}" srcOrd="1" destOrd="0" parTransId="{BD1B2918-F727-41EF-8015-FD2F09BCD379}" sibTransId="{0F21F51E-80D5-4039-B6F2-1E9B0E19D0A3}"/>
    <dgm:cxn modelId="{30154BD2-54B3-4E88-8677-925F81AF3EF8}" type="presOf" srcId="{A15250C0-4F98-41EC-97C0-A7B5F9B387D7}" destId="{E28A737A-9923-44D7-A5DE-AC90EB9E9FBB}" srcOrd="0" destOrd="1" presId="urn:microsoft.com/office/officeart/2005/8/layout/venn1"/>
    <dgm:cxn modelId="{1E163A4F-AA8C-48C0-8CEB-BB01B594E8AD}" type="presOf" srcId="{37D069BF-7FF6-4C1C-B93F-370060F2BE34}" destId="{7D2EE330-3B7D-474B-A4B6-83CF1BC9E0BF}" srcOrd="0" destOrd="2" presId="urn:microsoft.com/office/officeart/2005/8/layout/venn1"/>
    <dgm:cxn modelId="{9E4730AE-2F32-4428-A1CB-B22EB2610CA7}" type="presOf" srcId="{6E9640EE-14EC-4431-AD3A-4A97A869F45A}" destId="{48460414-A8D5-41F1-8CE7-D20D984A43CE}" srcOrd="0" destOrd="3" presId="urn:microsoft.com/office/officeart/2005/8/layout/venn1"/>
    <dgm:cxn modelId="{440AD42C-8EE9-411E-8D28-E8406129CB75}" type="presOf" srcId="{0745388B-AFBD-420B-807B-ACE4A73F71C1}" destId="{77B6BCBD-6EC2-4B00-848D-9EDEC1EE0874}" srcOrd="0" destOrd="0" presId="urn:microsoft.com/office/officeart/2005/8/layout/venn1"/>
    <dgm:cxn modelId="{F25C2DE4-F820-49D2-8882-4229DF17A134}" type="presOf" srcId="{4E059AEE-7630-4F7B-B14A-1CB9307511C7}" destId="{5B799E47-386B-42E6-B659-888B1688F75E}" srcOrd="0" destOrd="1" presId="urn:microsoft.com/office/officeart/2005/8/layout/venn1"/>
    <dgm:cxn modelId="{F89330E6-F7C2-4E73-B156-CBE76AB2EE93}" type="presOf" srcId="{BD1DE34B-31C8-41C5-86A8-BA3E3C216C9A}" destId="{5EA4EF01-A80D-4C71-AF3A-50B28FB6B7B2}" srcOrd="0" destOrd="1" presId="urn:microsoft.com/office/officeart/2005/8/layout/venn1"/>
    <dgm:cxn modelId="{DA3FAB4A-303D-4E8B-95CB-4F034DBBE7DF}" srcId="{0745388B-AFBD-420B-807B-ACE4A73F71C1}" destId="{698FBF8A-3981-41EA-8176-8896CF96DB4B}" srcOrd="2" destOrd="0" parTransId="{CA9FB56B-89C7-458F-ABD3-A2ECA1627252}" sibTransId="{10FB8945-53F8-498B-8045-B03AE8D6F18A}"/>
    <dgm:cxn modelId="{CC4B34B2-5C76-4CA7-8310-064D826D7BF4}" srcId="{0745388B-AFBD-420B-807B-ACE4A73F71C1}" destId="{074A54BF-496F-42A2-AEC2-B3CB862F527F}" srcOrd="5" destOrd="0" parTransId="{49457886-2926-4D8D-9C94-BE1301900247}" sibTransId="{CA7710D0-1B14-473F-B481-64A34CBF5572}"/>
    <dgm:cxn modelId="{28EAD4F9-00EB-49BA-993D-D0F96CD85964}" srcId="{0745388B-AFBD-420B-807B-ACE4A73F71C1}" destId="{B4E87214-C563-436B-A9B6-6AEFFAE8B952}" srcOrd="4" destOrd="0" parTransId="{CD960512-D54C-401E-BD28-8FA84E60F0B3}" sibTransId="{9915DD74-ADF3-4373-96DC-5F38C4013D2B}"/>
    <dgm:cxn modelId="{61035C88-8569-4191-8F85-63A020394011}" srcId="{0745388B-AFBD-420B-807B-ACE4A73F71C1}" destId="{3B557D22-08B8-4B07-B1B6-B09B8863C375}" srcOrd="3" destOrd="0" parTransId="{4D186E89-0ACB-4520-BB27-74F3C86D338B}" sibTransId="{088E937A-8D07-4105-8191-2AF9A2B65A30}"/>
    <dgm:cxn modelId="{B833B797-BB88-40D2-ADD2-4E42D8AD7297}" type="presOf" srcId="{A33C2904-8A97-4360-9F94-3E809E29CE2B}" destId="{5B799E47-386B-42E6-B659-888B1688F75E}" srcOrd="0" destOrd="0" presId="urn:microsoft.com/office/officeart/2005/8/layout/venn1"/>
    <dgm:cxn modelId="{86CDEE58-6245-444E-8944-F9436B463873}" srcId="{B4E87214-C563-436B-A9B6-6AEFFAE8B952}" destId="{E16D8342-5D6C-4DAF-869A-846B4EE77BE8}" srcOrd="0" destOrd="0" parTransId="{C848053C-23A7-4772-ABDF-55CAAF674715}" sibTransId="{39CBABA1-2C7A-4203-87F5-72E1459B49B3}"/>
    <dgm:cxn modelId="{593980E5-9C88-40B9-8698-E3DBC7AFB136}" srcId="{3B557D22-08B8-4B07-B1B6-B09B8863C375}" destId="{1BB31489-5358-4DB0-AA18-57F2C5382BCD}" srcOrd="0" destOrd="0" parTransId="{829A49D0-C8BC-4165-95C4-36E4141896A2}" sibTransId="{AF162CF7-1013-4B8F-BA56-5D5D66FFF008}"/>
    <dgm:cxn modelId="{AB4191E0-3927-4CB3-B997-95F87405299C}" srcId="{0745388B-AFBD-420B-807B-ACE4A73F71C1}" destId="{A33C2904-8A97-4360-9F94-3E809E29CE2B}" srcOrd="0" destOrd="0" parTransId="{C2750AC8-7568-45B7-A034-CC9CFA614C4E}" sibTransId="{3259ABE9-29A0-4766-A17B-3CFB956BA230}"/>
    <dgm:cxn modelId="{EB123780-F6EF-49F7-937F-1BC784FA090E}" type="presOf" srcId="{074A54BF-496F-42A2-AEC2-B3CB862F527F}" destId="{5EA4EF01-A80D-4C71-AF3A-50B28FB6B7B2}" srcOrd="0" destOrd="0" presId="urn:microsoft.com/office/officeart/2005/8/layout/venn1"/>
    <dgm:cxn modelId="{35AEC2A5-BA71-4692-B917-A31F05D06050}" type="presOf" srcId="{E16D8342-5D6C-4DAF-869A-846B4EE77BE8}" destId="{48460414-A8D5-41F1-8CE7-D20D984A43CE}" srcOrd="0" destOrd="1" presId="urn:microsoft.com/office/officeart/2005/8/layout/venn1"/>
    <dgm:cxn modelId="{340329A9-6065-40F2-93EA-D804DE4F6B97}" srcId="{B4E87214-C563-436B-A9B6-6AEFFAE8B952}" destId="{9030424B-F530-4D98-8CEF-694A162A9785}" srcOrd="1" destOrd="0" parTransId="{48E38C8D-2142-49C4-A1C9-74622B5B35CC}" sibTransId="{6B001E3D-983E-453E-A78C-0F2F330E212B}"/>
    <dgm:cxn modelId="{17036E22-1048-441F-80D5-9C65A2D92085}" type="presOf" srcId="{D4296165-403C-4B87-862D-6C01AC50E026}" destId="{E28A737A-9923-44D7-A5DE-AC90EB9E9FBB}" srcOrd="0" destOrd="2" presId="urn:microsoft.com/office/officeart/2005/8/layout/venn1"/>
    <dgm:cxn modelId="{79A1E911-E816-4561-975E-501312C4108F}" type="presOf" srcId="{B4E87214-C563-436B-A9B6-6AEFFAE8B952}" destId="{48460414-A8D5-41F1-8CE7-D20D984A43CE}" srcOrd="0" destOrd="0" presId="urn:microsoft.com/office/officeart/2005/8/layout/venn1"/>
    <dgm:cxn modelId="{E40C6403-86DD-408B-9CB4-AD08CEA8B7A2}" type="presOf" srcId="{5BC648B7-9BE3-48C0-BCB2-44A2B618B46B}" destId="{5EA4EF01-A80D-4C71-AF3A-50B28FB6B7B2}" srcOrd="0" destOrd="4" presId="urn:microsoft.com/office/officeart/2005/8/layout/venn1"/>
    <dgm:cxn modelId="{2AFC8F05-1580-4B2A-8E96-6C63F2893970}" type="presOf" srcId="{F288F915-E711-4E86-8930-92AAE023EDE5}" destId="{F54C373A-509D-482A-8C2F-BBAC98110C6D}" srcOrd="0" destOrd="1" presId="urn:microsoft.com/office/officeart/2005/8/layout/venn1"/>
    <dgm:cxn modelId="{DCDEB6C2-CA7F-4C51-B7A3-589A675BCBAF}" srcId="{698FBF8A-3981-41EA-8176-8896CF96DB4B}" destId="{A15250C0-4F98-41EC-97C0-A7B5F9B387D7}" srcOrd="0" destOrd="0" parTransId="{A2F2C115-52CD-40B2-B862-C5119830BAB1}" sibTransId="{15F5F32B-4E14-4C6E-AE32-57723DBBE9CB}"/>
    <dgm:cxn modelId="{5BC75328-89FA-4EED-8BB0-96A1A2F50AB6}" type="presOf" srcId="{3B557D22-08B8-4B07-B1B6-B09B8863C375}" destId="{7D2EE330-3B7D-474B-A4B6-83CF1BC9E0BF}" srcOrd="0" destOrd="0" presId="urn:microsoft.com/office/officeart/2005/8/layout/venn1"/>
    <dgm:cxn modelId="{78F1C204-934D-4826-98FD-C1299B20458E}" type="presOf" srcId="{DFA88DA0-D9AB-4831-B36B-FA24B81A14F6}" destId="{F54C373A-509D-482A-8C2F-BBAC98110C6D}" srcOrd="0" destOrd="0" presId="urn:microsoft.com/office/officeart/2005/8/layout/venn1"/>
    <dgm:cxn modelId="{DB4F17EE-AB2D-49AB-AD97-F5161DA5D11D}" srcId="{A33C2904-8A97-4360-9F94-3E809E29CE2B}" destId="{4E059AEE-7630-4F7B-B14A-1CB9307511C7}" srcOrd="0" destOrd="0" parTransId="{746FC694-E043-4D86-A161-A15F1BD6C95E}" sibTransId="{CAF22D3A-BFB7-45A4-A49E-BB56FCCE8F2C}"/>
    <dgm:cxn modelId="{CC3E87A8-24CA-49B8-BE1F-4030A0FC2B1C}" srcId="{0745388B-AFBD-420B-807B-ACE4A73F71C1}" destId="{DFA88DA0-D9AB-4831-B36B-FA24B81A14F6}" srcOrd="1" destOrd="0" parTransId="{EE1498E2-CDF5-4159-AA39-13C02A698122}" sibTransId="{AD235521-4F24-4CCB-8C3F-A0DDB4207382}"/>
    <dgm:cxn modelId="{0FD52DB4-C0B8-4E69-A673-4945445E633A}" srcId="{074A54BF-496F-42A2-AEC2-B3CB862F527F}" destId="{8BAB63F1-7ABE-497C-A65F-F7FF3DA3DCEA}" srcOrd="2" destOrd="0" parTransId="{7162F00F-5B6D-4ADA-8D38-3BACE20E41CF}" sibTransId="{8AE66225-6A59-454D-884D-A9B01714CDD3}"/>
    <dgm:cxn modelId="{F4CF4EBA-E3A6-488D-A6C7-41A57486702F}" srcId="{074A54BF-496F-42A2-AEC2-B3CB862F527F}" destId="{5BC648B7-9BE3-48C0-BCB2-44A2B618B46B}" srcOrd="3" destOrd="0" parTransId="{7E3A1387-9F99-4B83-A50A-3B189F788BDD}" sibTransId="{AB1BE124-50C9-43D5-BA1E-8634BCF33A74}"/>
    <dgm:cxn modelId="{60012C82-2F96-4EFA-ACC1-7C09F736DB31}" srcId="{B4E87214-C563-436B-A9B6-6AEFFAE8B952}" destId="{6E9640EE-14EC-4431-AD3A-4A97A869F45A}" srcOrd="2" destOrd="0" parTransId="{C5814960-7ECE-47DA-B649-AEA81618ADB2}" sibTransId="{EA0525B9-66A4-4B7B-A1ED-FB4A8854AF52}"/>
    <dgm:cxn modelId="{A52B4B28-D338-49C7-A9B5-0A2B06007BAC}" type="presOf" srcId="{8BAB63F1-7ABE-497C-A65F-F7FF3DA3DCEA}" destId="{5EA4EF01-A80D-4C71-AF3A-50B28FB6B7B2}" srcOrd="0" destOrd="3" presId="urn:microsoft.com/office/officeart/2005/8/layout/venn1"/>
    <dgm:cxn modelId="{AF799555-A8BC-451D-A11F-224592BEAD77}" type="presOf" srcId="{6455EC17-2CAF-4C05-9406-D071F0D18FE0}" destId="{5EA4EF01-A80D-4C71-AF3A-50B28FB6B7B2}" srcOrd="0" destOrd="2" presId="urn:microsoft.com/office/officeart/2005/8/layout/venn1"/>
    <dgm:cxn modelId="{5F092FFF-7424-4748-8E2E-A112D75E5D18}" srcId="{3B557D22-08B8-4B07-B1B6-B09B8863C375}" destId="{37D069BF-7FF6-4C1C-B93F-370060F2BE34}" srcOrd="1" destOrd="0" parTransId="{F87F7CC4-0392-4DF5-B5C1-0106F6CDFA24}" sibTransId="{645132E2-D3CC-4AB7-A7E1-18969E1202F8}"/>
    <dgm:cxn modelId="{D7445809-EB0E-4CA3-9F64-899FD04D087A}" srcId="{698FBF8A-3981-41EA-8176-8896CF96DB4B}" destId="{D4296165-403C-4B87-862D-6C01AC50E026}" srcOrd="1" destOrd="0" parTransId="{66239CA3-58F1-446F-A5A4-85011C81D007}" sibTransId="{5ECB543D-C87A-4DB5-8F13-C89D3A0CF8CA}"/>
    <dgm:cxn modelId="{16FC3980-6B5F-472F-92BE-E57DBA999F93}" srcId="{074A54BF-496F-42A2-AEC2-B3CB862F527F}" destId="{BD1DE34B-31C8-41C5-86A8-BA3E3C216C9A}" srcOrd="0" destOrd="0" parTransId="{0D28E886-8D6D-47CA-9BF9-E2708CB66F9F}" sibTransId="{94D2587E-1A23-4A67-834B-0F129DADF53A}"/>
    <dgm:cxn modelId="{EF4CBB55-9AD4-4E7C-8744-25BDADE4635C}" srcId="{DFA88DA0-D9AB-4831-B36B-FA24B81A14F6}" destId="{F288F915-E711-4E86-8930-92AAE023EDE5}" srcOrd="0" destOrd="0" parTransId="{3A236E06-2511-4F1D-8853-7D39818735CD}" sibTransId="{29D02D15-C1C4-487B-98C4-DC2386526040}"/>
    <dgm:cxn modelId="{9F644AFA-FCAD-4A7B-B25F-DF9FF4066E95}" type="presParOf" srcId="{77B6BCBD-6EC2-4B00-848D-9EDEC1EE0874}" destId="{D2EC6879-B3F8-477A-BBC2-7FB302F456EE}" srcOrd="0" destOrd="0" presId="urn:microsoft.com/office/officeart/2005/8/layout/venn1"/>
    <dgm:cxn modelId="{FE6C1135-63C4-44BB-A72A-20C3A4D6411C}" type="presParOf" srcId="{77B6BCBD-6EC2-4B00-848D-9EDEC1EE0874}" destId="{5B799E47-386B-42E6-B659-888B1688F75E}" srcOrd="1" destOrd="0" presId="urn:microsoft.com/office/officeart/2005/8/layout/venn1"/>
    <dgm:cxn modelId="{0AE1D74B-A4B9-4F58-B3B0-DAA302C8C194}" type="presParOf" srcId="{77B6BCBD-6EC2-4B00-848D-9EDEC1EE0874}" destId="{960E52E3-2919-4BA0-BED4-C846D9E5A9FC}" srcOrd="2" destOrd="0" presId="urn:microsoft.com/office/officeart/2005/8/layout/venn1"/>
    <dgm:cxn modelId="{636BD33F-3764-44DF-A48A-0504DF8D2D4C}" type="presParOf" srcId="{77B6BCBD-6EC2-4B00-848D-9EDEC1EE0874}" destId="{F54C373A-509D-482A-8C2F-BBAC98110C6D}" srcOrd="3" destOrd="0" presId="urn:microsoft.com/office/officeart/2005/8/layout/venn1"/>
    <dgm:cxn modelId="{F89D939C-943A-4BEE-8BC2-23153D86883F}" type="presParOf" srcId="{77B6BCBD-6EC2-4B00-848D-9EDEC1EE0874}" destId="{CBA8A427-A048-4B41-A49E-AB2F3971C1AC}" srcOrd="4" destOrd="0" presId="urn:microsoft.com/office/officeart/2005/8/layout/venn1"/>
    <dgm:cxn modelId="{6B11D756-E49B-47E5-B389-A34C497B2D13}" type="presParOf" srcId="{77B6BCBD-6EC2-4B00-848D-9EDEC1EE0874}" destId="{E28A737A-9923-44D7-A5DE-AC90EB9E9FBB}" srcOrd="5" destOrd="0" presId="urn:microsoft.com/office/officeart/2005/8/layout/venn1"/>
    <dgm:cxn modelId="{9E9C0740-788B-4EB4-B84E-41C736492A9A}" type="presParOf" srcId="{77B6BCBD-6EC2-4B00-848D-9EDEC1EE0874}" destId="{6EED5F4A-BA3F-4E83-96D9-912067289481}" srcOrd="6" destOrd="0" presId="urn:microsoft.com/office/officeart/2005/8/layout/venn1"/>
    <dgm:cxn modelId="{795532DA-25A7-4853-A1F9-31559B8BD40C}" type="presParOf" srcId="{77B6BCBD-6EC2-4B00-848D-9EDEC1EE0874}" destId="{7D2EE330-3B7D-474B-A4B6-83CF1BC9E0BF}" srcOrd="7" destOrd="0" presId="urn:microsoft.com/office/officeart/2005/8/layout/venn1"/>
    <dgm:cxn modelId="{94AA9585-4419-4448-955F-19DD2E9726EE}" type="presParOf" srcId="{77B6BCBD-6EC2-4B00-848D-9EDEC1EE0874}" destId="{639A6F82-D8C7-403A-AD1E-871F6891A806}" srcOrd="8" destOrd="0" presId="urn:microsoft.com/office/officeart/2005/8/layout/venn1"/>
    <dgm:cxn modelId="{99101223-8F86-4C31-BBF9-F4CD7D4149F0}" type="presParOf" srcId="{77B6BCBD-6EC2-4B00-848D-9EDEC1EE0874}" destId="{48460414-A8D5-41F1-8CE7-D20D984A43CE}" srcOrd="9" destOrd="0" presId="urn:microsoft.com/office/officeart/2005/8/layout/venn1"/>
    <dgm:cxn modelId="{A9B6FCB7-1594-4FB9-BB15-F45ADCA7D036}" type="presParOf" srcId="{77B6BCBD-6EC2-4B00-848D-9EDEC1EE0874}" destId="{83326F18-1A34-42B0-B4E2-5F2856C24947}" srcOrd="10" destOrd="0" presId="urn:microsoft.com/office/officeart/2005/8/layout/venn1"/>
    <dgm:cxn modelId="{33F48FFB-64DC-41C1-B0BB-05874DE70073}" type="presParOf" srcId="{77B6BCBD-6EC2-4B00-848D-9EDEC1EE0874}" destId="{5EA4EF01-A80D-4C71-AF3A-50B28FB6B7B2}" srcOrd="11"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E4BE9D4-F30F-45EC-A5F9-E6523DD7C12F}" type="doc">
      <dgm:prSet loTypeId="urn:microsoft.com/office/officeart/2005/8/layout/vList5" loCatId="list" qsTypeId="urn:microsoft.com/office/officeart/2005/8/quickstyle/simple1" qsCatId="simple" csTypeId="urn:microsoft.com/office/officeart/2005/8/colors/colorful4" csCatId="colorful" phldr="1"/>
      <dgm:spPr/>
      <dgm:t>
        <a:bodyPr/>
        <a:lstStyle/>
        <a:p>
          <a:endParaRPr lang="zh-CN" altLang="en-US"/>
        </a:p>
      </dgm:t>
    </dgm:pt>
    <dgm:pt modelId="{8D12B79C-B322-4F25-9113-D6E6D5FCE3D1}">
      <dgm:prSet/>
      <dgm:spPr/>
      <dgm:t>
        <a:bodyPr/>
        <a:lstStyle/>
        <a:p>
          <a:r>
            <a:rPr lang="zh-CN" altLang="en-US" dirty="0" smtClean="0"/>
            <a:t>高可用</a:t>
          </a:r>
          <a:r>
            <a:rPr lang="en-US" altLang="zh-CN" dirty="0" smtClean="0"/>
            <a:t>:</a:t>
          </a:r>
          <a:endParaRPr lang="zh-CN" altLang="en-US" dirty="0"/>
        </a:p>
      </dgm:t>
    </dgm:pt>
    <dgm:pt modelId="{D4285CC0-8843-4C1E-9117-C3FF5A5474BF}" type="parTrans" cxnId="{4CD01B5B-9AAE-43C4-BE5B-30BE2CA8CFBB}">
      <dgm:prSet/>
      <dgm:spPr/>
      <dgm:t>
        <a:bodyPr/>
        <a:lstStyle/>
        <a:p>
          <a:endParaRPr lang="zh-CN" altLang="en-US"/>
        </a:p>
      </dgm:t>
    </dgm:pt>
    <dgm:pt modelId="{9C16A590-F530-404B-B5B1-CEB9394CC4A3}" type="sibTrans" cxnId="{4CD01B5B-9AAE-43C4-BE5B-30BE2CA8CFBB}">
      <dgm:prSet/>
      <dgm:spPr/>
      <dgm:t>
        <a:bodyPr/>
        <a:lstStyle/>
        <a:p>
          <a:endParaRPr lang="zh-CN" altLang="en-US"/>
        </a:p>
      </dgm:t>
    </dgm:pt>
    <dgm:pt modelId="{E5EC85EB-6839-4D9D-9E1D-7E5A7C90DA8C}">
      <dgm:prSet/>
      <dgm:spPr/>
      <dgm:t>
        <a:bodyPr/>
        <a:lstStyle/>
        <a:p>
          <a:r>
            <a:rPr lang="zh-CN" altLang="en-US" dirty="0" smtClean="0"/>
            <a:t>高容量</a:t>
          </a:r>
          <a:r>
            <a:rPr lang="en-US" altLang="zh-CN" dirty="0" smtClean="0"/>
            <a:t>:</a:t>
          </a:r>
          <a:endParaRPr lang="zh-CN" altLang="en-US" dirty="0"/>
        </a:p>
      </dgm:t>
    </dgm:pt>
    <dgm:pt modelId="{64F4B332-2C5F-4AEF-BAFA-AA7586252D8C}" type="parTrans" cxnId="{FAAE8A50-A752-43D2-910E-3584FC30307D}">
      <dgm:prSet/>
      <dgm:spPr/>
      <dgm:t>
        <a:bodyPr/>
        <a:lstStyle/>
        <a:p>
          <a:endParaRPr lang="zh-CN" altLang="en-US"/>
        </a:p>
      </dgm:t>
    </dgm:pt>
    <dgm:pt modelId="{41B0CCCF-89BD-4401-8AC3-A4CF8B125870}" type="sibTrans" cxnId="{FAAE8A50-A752-43D2-910E-3584FC30307D}">
      <dgm:prSet/>
      <dgm:spPr/>
      <dgm:t>
        <a:bodyPr/>
        <a:lstStyle/>
        <a:p>
          <a:endParaRPr lang="zh-CN" altLang="en-US"/>
        </a:p>
      </dgm:t>
    </dgm:pt>
    <dgm:pt modelId="{F05ACBA8-85D0-4A4C-B2E1-D4F04D476F6B}">
      <dgm:prSet/>
      <dgm:spPr/>
      <dgm:t>
        <a:bodyPr/>
        <a:lstStyle/>
        <a:p>
          <a:r>
            <a:rPr lang="zh-CN" altLang="en-US" dirty="0" smtClean="0"/>
            <a:t>高性能</a:t>
          </a:r>
          <a:r>
            <a:rPr lang="en-US" altLang="zh-CN" dirty="0" smtClean="0"/>
            <a:t>:</a:t>
          </a:r>
          <a:endParaRPr lang="zh-CN" altLang="en-US" dirty="0"/>
        </a:p>
      </dgm:t>
    </dgm:pt>
    <dgm:pt modelId="{A67C43B0-5495-433A-863A-B43BA698D5B5}" type="parTrans" cxnId="{60D4FCEF-EF2D-40CD-ADFC-DA8F90843F02}">
      <dgm:prSet/>
      <dgm:spPr/>
      <dgm:t>
        <a:bodyPr/>
        <a:lstStyle/>
        <a:p>
          <a:endParaRPr lang="zh-CN" altLang="en-US"/>
        </a:p>
      </dgm:t>
    </dgm:pt>
    <dgm:pt modelId="{00EBE582-3C88-44B2-B70D-5FEA8C73EBA5}" type="sibTrans" cxnId="{60D4FCEF-EF2D-40CD-ADFC-DA8F90843F02}">
      <dgm:prSet/>
      <dgm:spPr/>
      <dgm:t>
        <a:bodyPr/>
        <a:lstStyle/>
        <a:p>
          <a:endParaRPr lang="zh-CN" altLang="en-US"/>
        </a:p>
      </dgm:t>
    </dgm:pt>
    <dgm:pt modelId="{E1C82B22-067F-4032-83DC-4812F727280E}">
      <dgm:prSet/>
      <dgm:spPr/>
      <dgm:t>
        <a:bodyPr/>
        <a:lstStyle/>
        <a:p>
          <a:r>
            <a:rPr lang="zh-CN" altLang="en-US" dirty="0" smtClean="0"/>
            <a:t>一致性</a:t>
          </a:r>
          <a:r>
            <a:rPr lang="en-US" altLang="zh-CN" dirty="0" smtClean="0"/>
            <a:t>:</a:t>
          </a:r>
          <a:endParaRPr lang="zh-CN" altLang="en-US" dirty="0"/>
        </a:p>
      </dgm:t>
    </dgm:pt>
    <dgm:pt modelId="{B26C59B0-DBBB-4CB1-A240-F178A1CE6AE9}" type="parTrans" cxnId="{99F63B63-EAFF-4F42-B7A3-4452DED29B27}">
      <dgm:prSet/>
      <dgm:spPr/>
      <dgm:t>
        <a:bodyPr/>
        <a:lstStyle/>
        <a:p>
          <a:endParaRPr lang="zh-CN" altLang="en-US"/>
        </a:p>
      </dgm:t>
    </dgm:pt>
    <dgm:pt modelId="{2D6950FD-9ED1-4A67-B239-A1DC3D3ECDB0}" type="sibTrans" cxnId="{99F63B63-EAFF-4F42-B7A3-4452DED29B27}">
      <dgm:prSet/>
      <dgm:spPr/>
      <dgm:t>
        <a:bodyPr/>
        <a:lstStyle/>
        <a:p>
          <a:endParaRPr lang="zh-CN" altLang="en-US"/>
        </a:p>
      </dgm:t>
    </dgm:pt>
    <dgm:pt modelId="{BF6F7DA2-A24C-46EA-A6BE-E8FFC6C9A10A}">
      <dgm:prSet/>
      <dgm:spPr/>
      <dgm:t>
        <a:bodyPr/>
        <a:lstStyle/>
        <a:p>
          <a:r>
            <a:rPr lang="zh-CN" altLang="en-US" dirty="0" smtClean="0"/>
            <a:t>友好性</a:t>
          </a:r>
          <a:r>
            <a:rPr lang="en-US" altLang="zh-CN" dirty="0" smtClean="0"/>
            <a:t>:</a:t>
          </a:r>
          <a:endParaRPr lang="zh-CN" altLang="en-US" dirty="0"/>
        </a:p>
      </dgm:t>
    </dgm:pt>
    <dgm:pt modelId="{71B0E204-33C1-4DB3-8564-2E139831FD10}" type="parTrans" cxnId="{AFE2B2A6-4DA2-4BFE-A36C-22C389FBCFC0}">
      <dgm:prSet/>
      <dgm:spPr/>
      <dgm:t>
        <a:bodyPr/>
        <a:lstStyle/>
        <a:p>
          <a:endParaRPr lang="zh-CN" altLang="en-US"/>
        </a:p>
      </dgm:t>
    </dgm:pt>
    <dgm:pt modelId="{16605940-7B88-4DE8-8243-ABAF9D9A0E91}" type="sibTrans" cxnId="{AFE2B2A6-4DA2-4BFE-A36C-22C389FBCFC0}">
      <dgm:prSet/>
      <dgm:spPr/>
      <dgm:t>
        <a:bodyPr/>
        <a:lstStyle/>
        <a:p>
          <a:endParaRPr lang="zh-CN" altLang="en-US"/>
        </a:p>
      </dgm:t>
    </dgm:pt>
    <dgm:pt modelId="{613DC668-19A6-4CEB-9FB6-E8BC3660EA22}">
      <dgm:prSet/>
      <dgm:spPr/>
      <dgm:t>
        <a:bodyPr/>
        <a:lstStyle/>
        <a:p>
          <a:r>
            <a:rPr lang="zh-CN" altLang="en-US" dirty="0" smtClean="0"/>
            <a:t>可用率</a:t>
          </a:r>
          <a:r>
            <a:rPr lang="en-US" altLang="en-US" dirty="0" smtClean="0"/>
            <a:t>99.99%</a:t>
          </a:r>
          <a:endParaRPr lang="zh-CN" altLang="en-US" dirty="0"/>
        </a:p>
      </dgm:t>
    </dgm:pt>
    <dgm:pt modelId="{5C29453E-075E-4A1E-B16F-F0E039057D79}" type="parTrans" cxnId="{584850BB-9EAB-4AF0-B750-3262613CF40B}">
      <dgm:prSet/>
      <dgm:spPr/>
      <dgm:t>
        <a:bodyPr/>
        <a:lstStyle/>
        <a:p>
          <a:endParaRPr lang="zh-CN" altLang="en-US"/>
        </a:p>
      </dgm:t>
    </dgm:pt>
    <dgm:pt modelId="{D352D657-739A-4755-A9F2-C8FA75269380}" type="sibTrans" cxnId="{584850BB-9EAB-4AF0-B750-3262613CF40B}">
      <dgm:prSet/>
      <dgm:spPr/>
      <dgm:t>
        <a:bodyPr/>
        <a:lstStyle/>
        <a:p>
          <a:endParaRPr lang="zh-CN" altLang="en-US"/>
        </a:p>
      </dgm:t>
    </dgm:pt>
    <dgm:pt modelId="{E81E3D1E-F81C-4033-AC3F-8BDE792560A6}">
      <dgm:prSet/>
      <dgm:spPr/>
      <dgm:t>
        <a:bodyPr/>
        <a:lstStyle/>
        <a:p>
          <a:r>
            <a:rPr lang="zh-CN" altLang="en-US" dirty="0" smtClean="0"/>
            <a:t>支持</a:t>
          </a:r>
          <a:r>
            <a:rPr lang="en-US" altLang="en-US" dirty="0" smtClean="0"/>
            <a:t>PB</a:t>
          </a:r>
          <a:r>
            <a:rPr lang="zh-CN" altLang="en-US" dirty="0" smtClean="0"/>
            <a:t>级数据存储，不停服分钟级扩缩容</a:t>
          </a:r>
          <a:endParaRPr lang="zh-CN" altLang="en-US" dirty="0"/>
        </a:p>
      </dgm:t>
    </dgm:pt>
    <dgm:pt modelId="{5AFC1860-FAFB-4512-A1E4-1AB26287C300}" type="parTrans" cxnId="{29FC7F70-E02F-43A2-942C-982335BD7369}">
      <dgm:prSet/>
      <dgm:spPr/>
      <dgm:t>
        <a:bodyPr/>
        <a:lstStyle/>
        <a:p>
          <a:endParaRPr lang="zh-CN" altLang="en-US"/>
        </a:p>
      </dgm:t>
    </dgm:pt>
    <dgm:pt modelId="{430041A0-ADFD-4DC0-81C9-92F6C112EB71}" type="sibTrans" cxnId="{29FC7F70-E02F-43A2-942C-982335BD7369}">
      <dgm:prSet/>
      <dgm:spPr/>
      <dgm:t>
        <a:bodyPr/>
        <a:lstStyle/>
        <a:p>
          <a:endParaRPr lang="zh-CN" altLang="en-US"/>
        </a:p>
      </dgm:t>
    </dgm:pt>
    <dgm:pt modelId="{01207299-2721-4C4C-863E-3ABBAD19B0C8}">
      <dgm:prSet/>
      <dgm:spPr/>
      <dgm:t>
        <a:bodyPr/>
        <a:lstStyle/>
        <a:p>
          <a:r>
            <a:rPr lang="zh-CN" altLang="en-US" dirty="0" smtClean="0"/>
            <a:t>单表</a:t>
          </a:r>
          <a:r>
            <a:rPr lang="en-US" altLang="en-US" dirty="0" smtClean="0"/>
            <a:t>1</a:t>
          </a:r>
          <a:r>
            <a:rPr lang="zh-CN" altLang="en-US" dirty="0" smtClean="0"/>
            <a:t>亿行，</a:t>
          </a:r>
          <a:r>
            <a:rPr lang="en-US" altLang="en-US" dirty="0" smtClean="0"/>
            <a:t>1</a:t>
          </a:r>
          <a:r>
            <a:rPr lang="zh-CN" altLang="en-US" dirty="0" smtClean="0"/>
            <a:t>百列情况下单节点</a:t>
          </a:r>
          <a:r>
            <a:rPr lang="en-US" altLang="zh-CN" dirty="0" smtClean="0"/>
            <a:t> </a:t>
          </a:r>
          <a:r>
            <a:rPr lang="en-US" altLang="en-US" dirty="0" smtClean="0"/>
            <a:t>QPS 5</a:t>
          </a:r>
          <a:r>
            <a:rPr lang="en-US" altLang="zh-CN" dirty="0" smtClean="0"/>
            <a:t>k</a:t>
          </a:r>
          <a:r>
            <a:rPr lang="en-US" altLang="en-US" dirty="0" smtClean="0"/>
            <a:t>+</a:t>
          </a:r>
          <a:r>
            <a:rPr lang="zh-CN" altLang="en-US" dirty="0" smtClean="0"/>
            <a:t>，低延迟：点查 </a:t>
          </a:r>
          <a:r>
            <a:rPr lang="en-US" altLang="en-US" dirty="0" smtClean="0"/>
            <a:t>P99 </a:t>
          </a:r>
          <a:r>
            <a:rPr lang="zh-CN" altLang="en-US" dirty="0" smtClean="0"/>
            <a:t>小于 </a:t>
          </a:r>
          <a:r>
            <a:rPr lang="en-US" altLang="en-US" dirty="0" smtClean="0"/>
            <a:t>20ms</a:t>
          </a:r>
          <a:endParaRPr lang="zh-CN" altLang="en-US" dirty="0"/>
        </a:p>
      </dgm:t>
    </dgm:pt>
    <dgm:pt modelId="{5D8120BA-C726-4C70-9A8A-F0BAF5594F24}" type="parTrans" cxnId="{30A5DAE3-A2EB-4226-B9F8-82CE250DCF7A}">
      <dgm:prSet/>
      <dgm:spPr/>
      <dgm:t>
        <a:bodyPr/>
        <a:lstStyle/>
        <a:p>
          <a:endParaRPr lang="zh-CN" altLang="en-US"/>
        </a:p>
      </dgm:t>
    </dgm:pt>
    <dgm:pt modelId="{4DDC868C-CA4B-48A9-B911-5F4D1DA05E62}" type="sibTrans" cxnId="{30A5DAE3-A2EB-4226-B9F8-82CE250DCF7A}">
      <dgm:prSet/>
      <dgm:spPr/>
      <dgm:t>
        <a:bodyPr/>
        <a:lstStyle/>
        <a:p>
          <a:endParaRPr lang="zh-CN" altLang="en-US"/>
        </a:p>
      </dgm:t>
    </dgm:pt>
    <dgm:pt modelId="{8F9190A6-D395-4D2E-9B0E-E248BF2956CB}">
      <dgm:prSet/>
      <dgm:spPr/>
      <dgm:t>
        <a:bodyPr/>
        <a:lstStyle/>
        <a:p>
          <a:r>
            <a:rPr lang="zh-CN" altLang="en-US" dirty="0" smtClean="0"/>
            <a:t>基于</a:t>
          </a:r>
          <a:r>
            <a:rPr lang="en-US" altLang="en-US" dirty="0" smtClean="0"/>
            <a:t>Multi Raft </a:t>
          </a:r>
          <a:r>
            <a:rPr lang="zh-CN" altLang="en-US" dirty="0" smtClean="0"/>
            <a:t>协议保障数据强一致性</a:t>
          </a:r>
          <a:endParaRPr lang="zh-CN" altLang="en-US" dirty="0"/>
        </a:p>
      </dgm:t>
    </dgm:pt>
    <dgm:pt modelId="{C16731E4-BBC5-4B00-972F-77DB6945366E}" type="parTrans" cxnId="{A519FD24-5DC7-4036-9B90-00432FD3839E}">
      <dgm:prSet/>
      <dgm:spPr/>
      <dgm:t>
        <a:bodyPr/>
        <a:lstStyle/>
        <a:p>
          <a:endParaRPr lang="zh-CN" altLang="en-US"/>
        </a:p>
      </dgm:t>
    </dgm:pt>
    <dgm:pt modelId="{19741D75-617D-42A6-9469-A4A3833B3EF2}" type="sibTrans" cxnId="{A519FD24-5DC7-4036-9B90-00432FD3839E}">
      <dgm:prSet/>
      <dgm:spPr/>
      <dgm:t>
        <a:bodyPr/>
        <a:lstStyle/>
        <a:p>
          <a:endParaRPr lang="zh-CN" altLang="en-US"/>
        </a:p>
      </dgm:t>
    </dgm:pt>
    <dgm:pt modelId="{6598CA34-64E3-4064-B882-77F88397153E}">
      <dgm:prSet/>
      <dgm:spPr/>
      <dgm:t>
        <a:bodyPr/>
        <a:lstStyle/>
        <a:p>
          <a:r>
            <a:rPr lang="zh-CN" altLang="en-US" smtClean="0"/>
            <a:t>兼容</a:t>
          </a:r>
          <a:r>
            <a:rPr lang="en-US" altLang="en-US" dirty="0" smtClean="0"/>
            <a:t>MySQL</a:t>
          </a:r>
          <a:r>
            <a:rPr lang="zh-CN" altLang="en-US" dirty="0" smtClean="0"/>
            <a:t>常见语法，业务平滑迁移；在线</a:t>
          </a:r>
          <a:r>
            <a:rPr lang="en-US" altLang="en-US" dirty="0" smtClean="0"/>
            <a:t>schema</a:t>
          </a:r>
          <a:r>
            <a:rPr lang="zh-CN" altLang="en-US" dirty="0" smtClean="0"/>
            <a:t>变更，秒级动态增加列</a:t>
          </a:r>
          <a:endParaRPr lang="zh-CN" altLang="en-US" dirty="0"/>
        </a:p>
      </dgm:t>
    </dgm:pt>
    <dgm:pt modelId="{F92C04DA-450E-4453-83E3-967D8CED5E90}" type="parTrans" cxnId="{2A7EC1B0-F443-4D6F-A605-AF9EBB976834}">
      <dgm:prSet/>
      <dgm:spPr/>
      <dgm:t>
        <a:bodyPr/>
        <a:lstStyle/>
        <a:p>
          <a:endParaRPr lang="zh-CN" altLang="en-US"/>
        </a:p>
      </dgm:t>
    </dgm:pt>
    <dgm:pt modelId="{AAA01BA4-2EA5-4EA5-98D9-F9611F80C4DC}" type="sibTrans" cxnId="{2A7EC1B0-F443-4D6F-A605-AF9EBB976834}">
      <dgm:prSet/>
      <dgm:spPr/>
      <dgm:t>
        <a:bodyPr/>
        <a:lstStyle/>
        <a:p>
          <a:endParaRPr lang="zh-CN" altLang="en-US"/>
        </a:p>
      </dgm:t>
    </dgm:pt>
    <dgm:pt modelId="{2482B266-B7B4-451B-9AF0-5563B202C49F}" type="pres">
      <dgm:prSet presAssocID="{3E4BE9D4-F30F-45EC-A5F9-E6523DD7C12F}" presName="Name0" presStyleCnt="0">
        <dgm:presLayoutVars>
          <dgm:dir/>
          <dgm:animLvl val="lvl"/>
          <dgm:resizeHandles val="exact"/>
        </dgm:presLayoutVars>
      </dgm:prSet>
      <dgm:spPr/>
      <dgm:t>
        <a:bodyPr/>
        <a:lstStyle/>
        <a:p>
          <a:endParaRPr lang="zh-CN" altLang="en-US"/>
        </a:p>
      </dgm:t>
    </dgm:pt>
    <dgm:pt modelId="{D89B19F5-205E-4CD4-8DCC-82DA39A40D45}" type="pres">
      <dgm:prSet presAssocID="{8D12B79C-B322-4F25-9113-D6E6D5FCE3D1}" presName="linNode" presStyleCnt="0"/>
      <dgm:spPr/>
      <dgm:t>
        <a:bodyPr/>
        <a:lstStyle/>
        <a:p>
          <a:endParaRPr lang="zh-CN" altLang="en-US"/>
        </a:p>
      </dgm:t>
    </dgm:pt>
    <dgm:pt modelId="{636A4C03-C026-4F99-A4E2-A5E94BF00717}" type="pres">
      <dgm:prSet presAssocID="{8D12B79C-B322-4F25-9113-D6E6D5FCE3D1}" presName="parentText" presStyleLbl="node1" presStyleIdx="0" presStyleCnt="5">
        <dgm:presLayoutVars>
          <dgm:chMax val="1"/>
          <dgm:bulletEnabled val="1"/>
        </dgm:presLayoutVars>
      </dgm:prSet>
      <dgm:spPr/>
      <dgm:t>
        <a:bodyPr/>
        <a:lstStyle/>
        <a:p>
          <a:endParaRPr lang="zh-CN" altLang="en-US"/>
        </a:p>
      </dgm:t>
    </dgm:pt>
    <dgm:pt modelId="{BA5EC979-E858-4FF1-B57C-2E8042F5CC06}" type="pres">
      <dgm:prSet presAssocID="{8D12B79C-B322-4F25-9113-D6E6D5FCE3D1}" presName="descendantText" presStyleLbl="alignAccFollowNode1" presStyleIdx="0" presStyleCnt="5">
        <dgm:presLayoutVars>
          <dgm:bulletEnabled val="1"/>
        </dgm:presLayoutVars>
      </dgm:prSet>
      <dgm:spPr/>
      <dgm:t>
        <a:bodyPr/>
        <a:lstStyle/>
        <a:p>
          <a:endParaRPr lang="zh-CN" altLang="en-US"/>
        </a:p>
      </dgm:t>
    </dgm:pt>
    <dgm:pt modelId="{057BE446-D797-4B5B-A41E-A55A10EA8535}" type="pres">
      <dgm:prSet presAssocID="{9C16A590-F530-404B-B5B1-CEB9394CC4A3}" presName="sp" presStyleCnt="0"/>
      <dgm:spPr/>
      <dgm:t>
        <a:bodyPr/>
        <a:lstStyle/>
        <a:p>
          <a:endParaRPr lang="zh-CN" altLang="en-US"/>
        </a:p>
      </dgm:t>
    </dgm:pt>
    <dgm:pt modelId="{F2E146F4-71A5-4111-856D-5BE9C986542D}" type="pres">
      <dgm:prSet presAssocID="{E5EC85EB-6839-4D9D-9E1D-7E5A7C90DA8C}" presName="linNode" presStyleCnt="0"/>
      <dgm:spPr/>
      <dgm:t>
        <a:bodyPr/>
        <a:lstStyle/>
        <a:p>
          <a:endParaRPr lang="zh-CN" altLang="en-US"/>
        </a:p>
      </dgm:t>
    </dgm:pt>
    <dgm:pt modelId="{93638684-6BD1-4F99-A0D6-B923C93F7DF0}" type="pres">
      <dgm:prSet presAssocID="{E5EC85EB-6839-4D9D-9E1D-7E5A7C90DA8C}" presName="parentText" presStyleLbl="node1" presStyleIdx="1" presStyleCnt="5">
        <dgm:presLayoutVars>
          <dgm:chMax val="1"/>
          <dgm:bulletEnabled val="1"/>
        </dgm:presLayoutVars>
      </dgm:prSet>
      <dgm:spPr/>
      <dgm:t>
        <a:bodyPr/>
        <a:lstStyle/>
        <a:p>
          <a:endParaRPr lang="zh-CN" altLang="en-US"/>
        </a:p>
      </dgm:t>
    </dgm:pt>
    <dgm:pt modelId="{24BF0B67-E546-4ADC-B440-47D80EC50AC9}" type="pres">
      <dgm:prSet presAssocID="{E5EC85EB-6839-4D9D-9E1D-7E5A7C90DA8C}" presName="descendantText" presStyleLbl="alignAccFollowNode1" presStyleIdx="1" presStyleCnt="5">
        <dgm:presLayoutVars>
          <dgm:bulletEnabled val="1"/>
        </dgm:presLayoutVars>
      </dgm:prSet>
      <dgm:spPr/>
      <dgm:t>
        <a:bodyPr/>
        <a:lstStyle/>
        <a:p>
          <a:endParaRPr lang="zh-CN" altLang="en-US"/>
        </a:p>
      </dgm:t>
    </dgm:pt>
    <dgm:pt modelId="{B78E9342-9F12-40A9-8F89-35A34989BE17}" type="pres">
      <dgm:prSet presAssocID="{41B0CCCF-89BD-4401-8AC3-A4CF8B125870}" presName="sp" presStyleCnt="0"/>
      <dgm:spPr/>
      <dgm:t>
        <a:bodyPr/>
        <a:lstStyle/>
        <a:p>
          <a:endParaRPr lang="zh-CN" altLang="en-US"/>
        </a:p>
      </dgm:t>
    </dgm:pt>
    <dgm:pt modelId="{B091E5C4-428F-4032-B591-E16E424AFFB6}" type="pres">
      <dgm:prSet presAssocID="{F05ACBA8-85D0-4A4C-B2E1-D4F04D476F6B}" presName="linNode" presStyleCnt="0"/>
      <dgm:spPr/>
      <dgm:t>
        <a:bodyPr/>
        <a:lstStyle/>
        <a:p>
          <a:endParaRPr lang="zh-CN" altLang="en-US"/>
        </a:p>
      </dgm:t>
    </dgm:pt>
    <dgm:pt modelId="{4C75D61B-86CD-4882-9473-66055EC5FA98}" type="pres">
      <dgm:prSet presAssocID="{F05ACBA8-85D0-4A4C-B2E1-D4F04D476F6B}" presName="parentText" presStyleLbl="node1" presStyleIdx="2" presStyleCnt="5">
        <dgm:presLayoutVars>
          <dgm:chMax val="1"/>
          <dgm:bulletEnabled val="1"/>
        </dgm:presLayoutVars>
      </dgm:prSet>
      <dgm:spPr/>
      <dgm:t>
        <a:bodyPr/>
        <a:lstStyle/>
        <a:p>
          <a:endParaRPr lang="zh-CN" altLang="en-US"/>
        </a:p>
      </dgm:t>
    </dgm:pt>
    <dgm:pt modelId="{ABEFCC87-6489-43D9-9692-6642BB036DB7}" type="pres">
      <dgm:prSet presAssocID="{F05ACBA8-85D0-4A4C-B2E1-D4F04D476F6B}" presName="descendantText" presStyleLbl="alignAccFollowNode1" presStyleIdx="2" presStyleCnt="5">
        <dgm:presLayoutVars>
          <dgm:bulletEnabled val="1"/>
        </dgm:presLayoutVars>
      </dgm:prSet>
      <dgm:spPr/>
      <dgm:t>
        <a:bodyPr/>
        <a:lstStyle/>
        <a:p>
          <a:endParaRPr lang="zh-CN" altLang="en-US"/>
        </a:p>
      </dgm:t>
    </dgm:pt>
    <dgm:pt modelId="{7CF35ECA-EBBB-442A-B442-C9535839FF13}" type="pres">
      <dgm:prSet presAssocID="{00EBE582-3C88-44B2-B70D-5FEA8C73EBA5}" presName="sp" presStyleCnt="0"/>
      <dgm:spPr/>
      <dgm:t>
        <a:bodyPr/>
        <a:lstStyle/>
        <a:p>
          <a:endParaRPr lang="zh-CN" altLang="en-US"/>
        </a:p>
      </dgm:t>
    </dgm:pt>
    <dgm:pt modelId="{4E4FFC78-CAD6-429E-B40C-F83A5D15DE75}" type="pres">
      <dgm:prSet presAssocID="{E1C82B22-067F-4032-83DC-4812F727280E}" presName="linNode" presStyleCnt="0"/>
      <dgm:spPr/>
      <dgm:t>
        <a:bodyPr/>
        <a:lstStyle/>
        <a:p>
          <a:endParaRPr lang="zh-CN" altLang="en-US"/>
        </a:p>
      </dgm:t>
    </dgm:pt>
    <dgm:pt modelId="{1B5BC894-A629-448E-93CF-62B95CBDF5F4}" type="pres">
      <dgm:prSet presAssocID="{E1C82B22-067F-4032-83DC-4812F727280E}" presName="parentText" presStyleLbl="node1" presStyleIdx="3" presStyleCnt="5">
        <dgm:presLayoutVars>
          <dgm:chMax val="1"/>
          <dgm:bulletEnabled val="1"/>
        </dgm:presLayoutVars>
      </dgm:prSet>
      <dgm:spPr/>
      <dgm:t>
        <a:bodyPr/>
        <a:lstStyle/>
        <a:p>
          <a:endParaRPr lang="zh-CN" altLang="en-US"/>
        </a:p>
      </dgm:t>
    </dgm:pt>
    <dgm:pt modelId="{92D988C5-1A86-4C92-B780-47E410F4EB99}" type="pres">
      <dgm:prSet presAssocID="{E1C82B22-067F-4032-83DC-4812F727280E}" presName="descendantText" presStyleLbl="alignAccFollowNode1" presStyleIdx="3" presStyleCnt="5">
        <dgm:presLayoutVars>
          <dgm:bulletEnabled val="1"/>
        </dgm:presLayoutVars>
      </dgm:prSet>
      <dgm:spPr/>
      <dgm:t>
        <a:bodyPr/>
        <a:lstStyle/>
        <a:p>
          <a:endParaRPr lang="zh-CN" altLang="en-US"/>
        </a:p>
      </dgm:t>
    </dgm:pt>
    <dgm:pt modelId="{03C4A2A8-BB0B-4524-9B48-4ED45ADCC73E}" type="pres">
      <dgm:prSet presAssocID="{2D6950FD-9ED1-4A67-B239-A1DC3D3ECDB0}" presName="sp" presStyleCnt="0"/>
      <dgm:spPr/>
      <dgm:t>
        <a:bodyPr/>
        <a:lstStyle/>
        <a:p>
          <a:endParaRPr lang="zh-CN" altLang="en-US"/>
        </a:p>
      </dgm:t>
    </dgm:pt>
    <dgm:pt modelId="{2BAFAF5B-FD2E-4889-942D-EB47C707FFD9}" type="pres">
      <dgm:prSet presAssocID="{BF6F7DA2-A24C-46EA-A6BE-E8FFC6C9A10A}" presName="linNode" presStyleCnt="0"/>
      <dgm:spPr/>
      <dgm:t>
        <a:bodyPr/>
        <a:lstStyle/>
        <a:p>
          <a:endParaRPr lang="zh-CN" altLang="en-US"/>
        </a:p>
      </dgm:t>
    </dgm:pt>
    <dgm:pt modelId="{FD769475-D005-4846-A9AF-A1E80232F062}" type="pres">
      <dgm:prSet presAssocID="{BF6F7DA2-A24C-46EA-A6BE-E8FFC6C9A10A}" presName="parentText" presStyleLbl="node1" presStyleIdx="4" presStyleCnt="5">
        <dgm:presLayoutVars>
          <dgm:chMax val="1"/>
          <dgm:bulletEnabled val="1"/>
        </dgm:presLayoutVars>
      </dgm:prSet>
      <dgm:spPr/>
      <dgm:t>
        <a:bodyPr/>
        <a:lstStyle/>
        <a:p>
          <a:endParaRPr lang="zh-CN" altLang="en-US"/>
        </a:p>
      </dgm:t>
    </dgm:pt>
    <dgm:pt modelId="{3F17D5E7-C56D-44C7-B42A-566A6A7C72E1}" type="pres">
      <dgm:prSet presAssocID="{BF6F7DA2-A24C-46EA-A6BE-E8FFC6C9A10A}" presName="descendantText" presStyleLbl="alignAccFollowNode1" presStyleIdx="4" presStyleCnt="5">
        <dgm:presLayoutVars>
          <dgm:bulletEnabled val="1"/>
        </dgm:presLayoutVars>
      </dgm:prSet>
      <dgm:spPr/>
      <dgm:t>
        <a:bodyPr/>
        <a:lstStyle/>
        <a:p>
          <a:endParaRPr lang="zh-CN" altLang="en-US"/>
        </a:p>
      </dgm:t>
    </dgm:pt>
  </dgm:ptLst>
  <dgm:cxnLst>
    <dgm:cxn modelId="{2A7EC1B0-F443-4D6F-A605-AF9EBB976834}" srcId="{BF6F7DA2-A24C-46EA-A6BE-E8FFC6C9A10A}" destId="{6598CA34-64E3-4064-B882-77F88397153E}" srcOrd="0" destOrd="0" parTransId="{F92C04DA-450E-4453-83E3-967D8CED5E90}" sibTransId="{AAA01BA4-2EA5-4EA5-98D9-F9611F80C4DC}"/>
    <dgm:cxn modelId="{AFE2B2A6-4DA2-4BFE-A36C-22C389FBCFC0}" srcId="{3E4BE9D4-F30F-45EC-A5F9-E6523DD7C12F}" destId="{BF6F7DA2-A24C-46EA-A6BE-E8FFC6C9A10A}" srcOrd="4" destOrd="0" parTransId="{71B0E204-33C1-4DB3-8564-2E139831FD10}" sibTransId="{16605940-7B88-4DE8-8243-ABAF9D9A0E91}"/>
    <dgm:cxn modelId="{4CD01B5B-9AAE-43C4-BE5B-30BE2CA8CFBB}" srcId="{3E4BE9D4-F30F-45EC-A5F9-E6523DD7C12F}" destId="{8D12B79C-B322-4F25-9113-D6E6D5FCE3D1}" srcOrd="0" destOrd="0" parTransId="{D4285CC0-8843-4C1E-9117-C3FF5A5474BF}" sibTransId="{9C16A590-F530-404B-B5B1-CEB9394CC4A3}"/>
    <dgm:cxn modelId="{FAAE8A50-A752-43D2-910E-3584FC30307D}" srcId="{3E4BE9D4-F30F-45EC-A5F9-E6523DD7C12F}" destId="{E5EC85EB-6839-4D9D-9E1D-7E5A7C90DA8C}" srcOrd="1" destOrd="0" parTransId="{64F4B332-2C5F-4AEF-BAFA-AA7586252D8C}" sibTransId="{41B0CCCF-89BD-4401-8AC3-A4CF8B125870}"/>
    <dgm:cxn modelId="{9E9DB05C-A599-4422-90D1-830B15D07E3A}" type="presOf" srcId="{F05ACBA8-85D0-4A4C-B2E1-D4F04D476F6B}" destId="{4C75D61B-86CD-4882-9473-66055EC5FA98}" srcOrd="0" destOrd="0" presId="urn:microsoft.com/office/officeart/2005/8/layout/vList5"/>
    <dgm:cxn modelId="{6A37E05F-FBE4-4157-AE52-0620F95155CF}" type="presOf" srcId="{01207299-2721-4C4C-863E-3ABBAD19B0C8}" destId="{ABEFCC87-6489-43D9-9692-6642BB036DB7}" srcOrd="0" destOrd="0" presId="urn:microsoft.com/office/officeart/2005/8/layout/vList5"/>
    <dgm:cxn modelId="{4F253A3A-0172-4CC2-9BCD-B0581BD4CAAD}" type="presOf" srcId="{E1C82B22-067F-4032-83DC-4812F727280E}" destId="{1B5BC894-A629-448E-93CF-62B95CBDF5F4}" srcOrd="0" destOrd="0" presId="urn:microsoft.com/office/officeart/2005/8/layout/vList5"/>
    <dgm:cxn modelId="{29FC7F70-E02F-43A2-942C-982335BD7369}" srcId="{E5EC85EB-6839-4D9D-9E1D-7E5A7C90DA8C}" destId="{E81E3D1E-F81C-4033-AC3F-8BDE792560A6}" srcOrd="0" destOrd="0" parTransId="{5AFC1860-FAFB-4512-A1E4-1AB26287C300}" sibTransId="{430041A0-ADFD-4DC0-81C9-92F6C112EB71}"/>
    <dgm:cxn modelId="{30A5DAE3-A2EB-4226-B9F8-82CE250DCF7A}" srcId="{F05ACBA8-85D0-4A4C-B2E1-D4F04D476F6B}" destId="{01207299-2721-4C4C-863E-3ABBAD19B0C8}" srcOrd="0" destOrd="0" parTransId="{5D8120BA-C726-4C70-9A8A-F0BAF5594F24}" sibTransId="{4DDC868C-CA4B-48A9-B911-5F4D1DA05E62}"/>
    <dgm:cxn modelId="{64A1D381-8742-4241-BE18-C9668944ACB7}" type="presOf" srcId="{8D12B79C-B322-4F25-9113-D6E6D5FCE3D1}" destId="{636A4C03-C026-4F99-A4E2-A5E94BF00717}" srcOrd="0" destOrd="0" presId="urn:microsoft.com/office/officeart/2005/8/layout/vList5"/>
    <dgm:cxn modelId="{0087093E-9E56-42FB-B9E2-5FE068C4EFF3}" type="presOf" srcId="{E5EC85EB-6839-4D9D-9E1D-7E5A7C90DA8C}" destId="{93638684-6BD1-4F99-A0D6-B923C93F7DF0}" srcOrd="0" destOrd="0" presId="urn:microsoft.com/office/officeart/2005/8/layout/vList5"/>
    <dgm:cxn modelId="{B9B41186-DC07-4886-A27A-599160337A45}" type="presOf" srcId="{613DC668-19A6-4CEB-9FB6-E8BC3660EA22}" destId="{BA5EC979-E858-4FF1-B57C-2E8042F5CC06}" srcOrd="0" destOrd="0" presId="urn:microsoft.com/office/officeart/2005/8/layout/vList5"/>
    <dgm:cxn modelId="{5D311364-2E00-46AB-B6CB-2D8C086C76A3}" type="presOf" srcId="{3E4BE9D4-F30F-45EC-A5F9-E6523DD7C12F}" destId="{2482B266-B7B4-451B-9AF0-5563B202C49F}" srcOrd="0" destOrd="0" presId="urn:microsoft.com/office/officeart/2005/8/layout/vList5"/>
    <dgm:cxn modelId="{A519FD24-5DC7-4036-9B90-00432FD3839E}" srcId="{E1C82B22-067F-4032-83DC-4812F727280E}" destId="{8F9190A6-D395-4D2E-9B0E-E248BF2956CB}" srcOrd="0" destOrd="0" parTransId="{C16731E4-BBC5-4B00-972F-77DB6945366E}" sibTransId="{19741D75-617D-42A6-9469-A4A3833B3EF2}"/>
    <dgm:cxn modelId="{60D4FCEF-EF2D-40CD-ADFC-DA8F90843F02}" srcId="{3E4BE9D4-F30F-45EC-A5F9-E6523DD7C12F}" destId="{F05ACBA8-85D0-4A4C-B2E1-D4F04D476F6B}" srcOrd="2" destOrd="0" parTransId="{A67C43B0-5495-433A-863A-B43BA698D5B5}" sibTransId="{00EBE582-3C88-44B2-B70D-5FEA8C73EBA5}"/>
    <dgm:cxn modelId="{BE9F9D9D-5E52-4A68-A230-0CCF4BC2F112}" type="presOf" srcId="{BF6F7DA2-A24C-46EA-A6BE-E8FFC6C9A10A}" destId="{FD769475-D005-4846-A9AF-A1E80232F062}" srcOrd="0" destOrd="0" presId="urn:microsoft.com/office/officeart/2005/8/layout/vList5"/>
    <dgm:cxn modelId="{7E11A5E9-9507-4DB7-BBF9-19B4FFBF7E91}" type="presOf" srcId="{8F9190A6-D395-4D2E-9B0E-E248BF2956CB}" destId="{92D988C5-1A86-4C92-B780-47E410F4EB99}" srcOrd="0" destOrd="0" presId="urn:microsoft.com/office/officeart/2005/8/layout/vList5"/>
    <dgm:cxn modelId="{5DBC52EF-01EB-428F-899C-49AB97087815}" type="presOf" srcId="{6598CA34-64E3-4064-B882-77F88397153E}" destId="{3F17D5E7-C56D-44C7-B42A-566A6A7C72E1}" srcOrd="0" destOrd="0" presId="urn:microsoft.com/office/officeart/2005/8/layout/vList5"/>
    <dgm:cxn modelId="{584850BB-9EAB-4AF0-B750-3262613CF40B}" srcId="{8D12B79C-B322-4F25-9113-D6E6D5FCE3D1}" destId="{613DC668-19A6-4CEB-9FB6-E8BC3660EA22}" srcOrd="0" destOrd="0" parTransId="{5C29453E-075E-4A1E-B16F-F0E039057D79}" sibTransId="{D352D657-739A-4755-A9F2-C8FA75269380}"/>
    <dgm:cxn modelId="{D6742927-9B92-4297-87E2-795C7498C894}" type="presOf" srcId="{E81E3D1E-F81C-4033-AC3F-8BDE792560A6}" destId="{24BF0B67-E546-4ADC-B440-47D80EC50AC9}" srcOrd="0" destOrd="0" presId="urn:microsoft.com/office/officeart/2005/8/layout/vList5"/>
    <dgm:cxn modelId="{99F63B63-EAFF-4F42-B7A3-4452DED29B27}" srcId="{3E4BE9D4-F30F-45EC-A5F9-E6523DD7C12F}" destId="{E1C82B22-067F-4032-83DC-4812F727280E}" srcOrd="3" destOrd="0" parTransId="{B26C59B0-DBBB-4CB1-A240-F178A1CE6AE9}" sibTransId="{2D6950FD-9ED1-4A67-B239-A1DC3D3ECDB0}"/>
    <dgm:cxn modelId="{C6DFF972-6886-4E82-9135-B17B399DE3C6}" type="presParOf" srcId="{2482B266-B7B4-451B-9AF0-5563B202C49F}" destId="{D89B19F5-205E-4CD4-8DCC-82DA39A40D45}" srcOrd="0" destOrd="0" presId="urn:microsoft.com/office/officeart/2005/8/layout/vList5"/>
    <dgm:cxn modelId="{377907CF-5E5B-4978-87AD-7433056675C7}" type="presParOf" srcId="{D89B19F5-205E-4CD4-8DCC-82DA39A40D45}" destId="{636A4C03-C026-4F99-A4E2-A5E94BF00717}" srcOrd="0" destOrd="0" presId="urn:microsoft.com/office/officeart/2005/8/layout/vList5"/>
    <dgm:cxn modelId="{B3024F48-2BF8-4E71-BFC7-D57D799947C5}" type="presParOf" srcId="{D89B19F5-205E-4CD4-8DCC-82DA39A40D45}" destId="{BA5EC979-E858-4FF1-B57C-2E8042F5CC06}" srcOrd="1" destOrd="0" presId="urn:microsoft.com/office/officeart/2005/8/layout/vList5"/>
    <dgm:cxn modelId="{557F1791-8A54-459A-9DDA-E1E605FF2F8F}" type="presParOf" srcId="{2482B266-B7B4-451B-9AF0-5563B202C49F}" destId="{057BE446-D797-4B5B-A41E-A55A10EA8535}" srcOrd="1" destOrd="0" presId="urn:microsoft.com/office/officeart/2005/8/layout/vList5"/>
    <dgm:cxn modelId="{37877B1C-72DF-42DA-9131-FABE0231A5C5}" type="presParOf" srcId="{2482B266-B7B4-451B-9AF0-5563B202C49F}" destId="{F2E146F4-71A5-4111-856D-5BE9C986542D}" srcOrd="2" destOrd="0" presId="urn:microsoft.com/office/officeart/2005/8/layout/vList5"/>
    <dgm:cxn modelId="{948367FA-49BF-41D6-B303-F1A0BE4FC4F3}" type="presParOf" srcId="{F2E146F4-71A5-4111-856D-5BE9C986542D}" destId="{93638684-6BD1-4F99-A0D6-B923C93F7DF0}" srcOrd="0" destOrd="0" presId="urn:microsoft.com/office/officeart/2005/8/layout/vList5"/>
    <dgm:cxn modelId="{83D6D373-03FA-43F1-B024-26241C7EECE3}" type="presParOf" srcId="{F2E146F4-71A5-4111-856D-5BE9C986542D}" destId="{24BF0B67-E546-4ADC-B440-47D80EC50AC9}" srcOrd="1" destOrd="0" presId="urn:microsoft.com/office/officeart/2005/8/layout/vList5"/>
    <dgm:cxn modelId="{F61C6C80-2F17-464B-88DE-078D4CDB5328}" type="presParOf" srcId="{2482B266-B7B4-451B-9AF0-5563B202C49F}" destId="{B78E9342-9F12-40A9-8F89-35A34989BE17}" srcOrd="3" destOrd="0" presId="urn:microsoft.com/office/officeart/2005/8/layout/vList5"/>
    <dgm:cxn modelId="{52EA1B76-551F-4A29-B9BC-37F7C1CC8A40}" type="presParOf" srcId="{2482B266-B7B4-451B-9AF0-5563B202C49F}" destId="{B091E5C4-428F-4032-B591-E16E424AFFB6}" srcOrd="4" destOrd="0" presId="urn:microsoft.com/office/officeart/2005/8/layout/vList5"/>
    <dgm:cxn modelId="{64D82B74-D11F-4056-B40E-0B8FB661AA06}" type="presParOf" srcId="{B091E5C4-428F-4032-B591-E16E424AFFB6}" destId="{4C75D61B-86CD-4882-9473-66055EC5FA98}" srcOrd="0" destOrd="0" presId="urn:microsoft.com/office/officeart/2005/8/layout/vList5"/>
    <dgm:cxn modelId="{A82E5916-A399-4382-BDBA-F7569D880300}" type="presParOf" srcId="{B091E5C4-428F-4032-B591-E16E424AFFB6}" destId="{ABEFCC87-6489-43D9-9692-6642BB036DB7}" srcOrd="1" destOrd="0" presId="urn:microsoft.com/office/officeart/2005/8/layout/vList5"/>
    <dgm:cxn modelId="{43AC7BEF-CC10-4468-945A-19E6025AF449}" type="presParOf" srcId="{2482B266-B7B4-451B-9AF0-5563B202C49F}" destId="{7CF35ECA-EBBB-442A-B442-C9535839FF13}" srcOrd="5" destOrd="0" presId="urn:microsoft.com/office/officeart/2005/8/layout/vList5"/>
    <dgm:cxn modelId="{A9FDDCA5-3755-4813-8CC4-AACA29318075}" type="presParOf" srcId="{2482B266-B7B4-451B-9AF0-5563B202C49F}" destId="{4E4FFC78-CAD6-429E-B40C-F83A5D15DE75}" srcOrd="6" destOrd="0" presId="urn:microsoft.com/office/officeart/2005/8/layout/vList5"/>
    <dgm:cxn modelId="{F96C9F52-959F-489B-9028-F842BBE50985}" type="presParOf" srcId="{4E4FFC78-CAD6-429E-B40C-F83A5D15DE75}" destId="{1B5BC894-A629-448E-93CF-62B95CBDF5F4}" srcOrd="0" destOrd="0" presId="urn:microsoft.com/office/officeart/2005/8/layout/vList5"/>
    <dgm:cxn modelId="{A0832DC9-175D-4DAD-90DF-A24AA4DF2216}" type="presParOf" srcId="{4E4FFC78-CAD6-429E-B40C-F83A5D15DE75}" destId="{92D988C5-1A86-4C92-B780-47E410F4EB99}" srcOrd="1" destOrd="0" presId="urn:microsoft.com/office/officeart/2005/8/layout/vList5"/>
    <dgm:cxn modelId="{B11833E8-BF00-428D-9A17-FC6521336E65}" type="presParOf" srcId="{2482B266-B7B4-451B-9AF0-5563B202C49F}" destId="{03C4A2A8-BB0B-4524-9B48-4ED45ADCC73E}" srcOrd="7" destOrd="0" presId="urn:microsoft.com/office/officeart/2005/8/layout/vList5"/>
    <dgm:cxn modelId="{6DD16DC0-D2B6-46F7-8929-0C37B743BF2C}" type="presParOf" srcId="{2482B266-B7B4-451B-9AF0-5563B202C49F}" destId="{2BAFAF5B-FD2E-4889-942D-EB47C707FFD9}" srcOrd="8" destOrd="0" presId="urn:microsoft.com/office/officeart/2005/8/layout/vList5"/>
    <dgm:cxn modelId="{4DD4B7A9-F9C6-4B60-A848-DE3CED0C4D29}" type="presParOf" srcId="{2BAFAF5B-FD2E-4889-942D-EB47C707FFD9}" destId="{FD769475-D005-4846-A9AF-A1E80232F062}" srcOrd="0" destOrd="0" presId="urn:microsoft.com/office/officeart/2005/8/layout/vList5"/>
    <dgm:cxn modelId="{25378D2C-17DA-4C5A-8338-4CC8024CF9ED}" type="presParOf" srcId="{2BAFAF5B-FD2E-4889-942D-EB47C707FFD9}" destId="{3F17D5E7-C56D-44C7-B42A-566A6A7C72E1}"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5.xml><?xml version="1.0" encoding="utf-8"?>
<dgm:dataModel xmlns:dgm="http://schemas.openxmlformats.org/drawingml/2006/diagram" xmlns:a="http://schemas.openxmlformats.org/drawingml/2006/main">
  <dgm:ptLst>
    <dgm:pt modelId="{65EC2C5E-5008-48FD-8357-33C81012B37F}"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zh-CN" altLang="en-US"/>
        </a:p>
      </dgm:t>
    </dgm:pt>
    <dgm:pt modelId="{08463BEB-FA21-400B-A9B5-EA4159BCE004}">
      <dgm:prSet/>
      <dgm:spPr/>
      <dgm:t>
        <a:bodyPr/>
        <a:lstStyle/>
        <a:p>
          <a:pPr rtl="0"/>
          <a:r>
            <a:rPr lang="zh-CN" smtClean="0"/>
            <a:t>第一个业务场景落地：替代支付订单</a:t>
          </a:r>
          <a:r>
            <a:rPr lang="en-US" dirty="0" err="1" smtClean="0"/>
            <a:t>tidb</a:t>
          </a:r>
          <a:r>
            <a:rPr lang="zh-CN" dirty="0" smtClean="0"/>
            <a:t>数据库，确保上线平稳运行</a:t>
          </a:r>
          <a:r>
            <a:rPr lang="zh-CN" altLang="en-US" dirty="0" smtClean="0"/>
            <a:t>：</a:t>
          </a:r>
          <a:r>
            <a:rPr lang="en-US" altLang="zh-CN" b="1" dirty="0" smtClean="0"/>
            <a:t>3</a:t>
          </a:r>
          <a:r>
            <a:rPr lang="zh-CN" altLang="en-US" b="1" dirty="0" smtClean="0"/>
            <a:t>月</a:t>
          </a:r>
          <a:r>
            <a:rPr lang="en-US" altLang="zh-CN" b="1" dirty="0" smtClean="0"/>
            <a:t>31</a:t>
          </a:r>
          <a:r>
            <a:rPr lang="zh-CN" altLang="en-US" b="1" dirty="0" smtClean="0"/>
            <a:t>号</a:t>
          </a:r>
          <a:endParaRPr lang="zh-CN" b="1" dirty="0"/>
        </a:p>
      </dgm:t>
    </dgm:pt>
    <dgm:pt modelId="{1DC259BA-63A0-493A-9607-46F6CF5A04DD}" type="parTrans" cxnId="{C4F1E3F3-BE2E-444D-A832-AA5F8EF5D224}">
      <dgm:prSet/>
      <dgm:spPr/>
      <dgm:t>
        <a:bodyPr/>
        <a:lstStyle/>
        <a:p>
          <a:endParaRPr lang="zh-CN" altLang="en-US"/>
        </a:p>
      </dgm:t>
    </dgm:pt>
    <dgm:pt modelId="{99D49220-2AA3-47A6-B637-273C6ECFE461}" type="sibTrans" cxnId="{C4F1E3F3-BE2E-444D-A832-AA5F8EF5D224}">
      <dgm:prSet/>
      <dgm:spPr/>
      <dgm:t>
        <a:bodyPr/>
        <a:lstStyle/>
        <a:p>
          <a:endParaRPr lang="zh-CN" altLang="en-US"/>
        </a:p>
      </dgm:t>
    </dgm:pt>
    <dgm:pt modelId="{06A09FE6-B577-4262-AD2D-4B5E801B3368}">
      <dgm:prSet/>
      <dgm:spPr/>
      <dgm:t>
        <a:bodyPr/>
        <a:lstStyle/>
        <a:p>
          <a:pPr rtl="0"/>
          <a:r>
            <a:rPr lang="zh-CN" smtClean="0"/>
            <a:t>交付性能基准和稳定性测试报告</a:t>
          </a:r>
          <a:r>
            <a:rPr lang="zh-CN" altLang="en-US" smtClean="0"/>
            <a:t>：</a:t>
          </a:r>
          <a:r>
            <a:rPr lang="en-US" altLang="zh-CN" b="1" smtClean="0"/>
            <a:t>4</a:t>
          </a:r>
          <a:r>
            <a:rPr lang="zh-CN" altLang="en-US" b="1" smtClean="0"/>
            <a:t>月</a:t>
          </a:r>
          <a:r>
            <a:rPr lang="en-US" altLang="zh-CN" b="1" smtClean="0"/>
            <a:t>30</a:t>
          </a:r>
          <a:r>
            <a:rPr lang="zh-CN" altLang="en-US" b="1" smtClean="0"/>
            <a:t>号</a:t>
          </a:r>
          <a:endParaRPr lang="zh-CN" b="1" dirty="0"/>
        </a:p>
      </dgm:t>
    </dgm:pt>
    <dgm:pt modelId="{ED18438A-85C6-4B83-A925-9A2E6942043A}" type="parTrans" cxnId="{A34C9F89-D7AB-453D-B617-C4871D0CC181}">
      <dgm:prSet/>
      <dgm:spPr/>
      <dgm:t>
        <a:bodyPr/>
        <a:lstStyle/>
        <a:p>
          <a:endParaRPr lang="zh-CN" altLang="en-US"/>
        </a:p>
      </dgm:t>
    </dgm:pt>
    <dgm:pt modelId="{427BCFBB-5403-457D-AD79-0D995B2F5090}" type="sibTrans" cxnId="{A34C9F89-D7AB-453D-B617-C4871D0CC181}">
      <dgm:prSet/>
      <dgm:spPr/>
      <dgm:t>
        <a:bodyPr/>
        <a:lstStyle/>
        <a:p>
          <a:endParaRPr lang="zh-CN" altLang="en-US"/>
        </a:p>
      </dgm:t>
    </dgm:pt>
    <dgm:pt modelId="{CF4CC3B3-C038-463C-9A7D-3D5669C5D58E}">
      <dgm:prSet/>
      <dgm:spPr/>
      <dgm:t>
        <a:bodyPr/>
        <a:lstStyle/>
        <a:p>
          <a:pPr rtl="0"/>
          <a:r>
            <a:rPr lang="zh-CN" smtClean="0"/>
            <a:t>完善监控和配套工具，依据</a:t>
          </a:r>
          <a:r>
            <a:rPr lang="en-US" smtClean="0"/>
            <a:t>DBA</a:t>
          </a:r>
          <a:r>
            <a:rPr lang="zh-CN" smtClean="0"/>
            <a:t>规范交付成熟度评估文档</a:t>
          </a:r>
          <a:r>
            <a:rPr lang="zh-CN" altLang="en-US" smtClean="0"/>
            <a:t>：</a:t>
          </a:r>
          <a:r>
            <a:rPr lang="en-US" altLang="zh-CN" b="1" smtClean="0"/>
            <a:t>4</a:t>
          </a:r>
          <a:r>
            <a:rPr lang="zh-CN" altLang="en-US" b="1" smtClean="0"/>
            <a:t>月</a:t>
          </a:r>
          <a:r>
            <a:rPr lang="en-US" altLang="zh-CN" b="1" smtClean="0"/>
            <a:t>15</a:t>
          </a:r>
          <a:r>
            <a:rPr lang="zh-CN" altLang="en-US" b="1" smtClean="0"/>
            <a:t>号</a:t>
          </a:r>
          <a:endParaRPr lang="zh-CN" b="1" dirty="0"/>
        </a:p>
      </dgm:t>
    </dgm:pt>
    <dgm:pt modelId="{FAAB9F63-66D3-45A6-AFBE-523E7AF92C81}" type="parTrans" cxnId="{119C862E-B959-4709-B254-0C398BAACAC8}">
      <dgm:prSet/>
      <dgm:spPr/>
      <dgm:t>
        <a:bodyPr/>
        <a:lstStyle/>
        <a:p>
          <a:endParaRPr lang="zh-CN" altLang="en-US"/>
        </a:p>
      </dgm:t>
    </dgm:pt>
    <dgm:pt modelId="{1DBE5AFB-2741-423E-84A8-F6DC83438DF3}" type="sibTrans" cxnId="{119C862E-B959-4709-B254-0C398BAACAC8}">
      <dgm:prSet/>
      <dgm:spPr/>
      <dgm:t>
        <a:bodyPr/>
        <a:lstStyle/>
        <a:p>
          <a:endParaRPr lang="zh-CN" altLang="en-US"/>
        </a:p>
      </dgm:t>
    </dgm:pt>
    <dgm:pt modelId="{99E06DF1-8D2D-4491-8977-A77390DE8070}">
      <dgm:prSet/>
      <dgm:spPr/>
      <dgm:t>
        <a:bodyPr/>
        <a:lstStyle/>
        <a:p>
          <a:pPr rtl="0"/>
          <a:r>
            <a:rPr lang="zh-CN" smtClean="0"/>
            <a:t>完成一个在线核心业务数据库场景落地可行性测试报告</a:t>
          </a:r>
          <a:r>
            <a:rPr lang="zh-CN" altLang="en-US" smtClean="0"/>
            <a:t>：</a:t>
          </a:r>
          <a:r>
            <a:rPr lang="en-US" altLang="zh-CN" b="1" smtClean="0"/>
            <a:t>4</a:t>
          </a:r>
          <a:r>
            <a:rPr lang="zh-CN" altLang="en-US" b="1" smtClean="0"/>
            <a:t>月</a:t>
          </a:r>
          <a:r>
            <a:rPr lang="en-US" altLang="zh-CN" b="1" smtClean="0"/>
            <a:t>30</a:t>
          </a:r>
          <a:r>
            <a:rPr lang="zh-CN" altLang="en-US" b="1" smtClean="0"/>
            <a:t>号</a:t>
          </a:r>
          <a:endParaRPr lang="zh-CN" b="1" dirty="0"/>
        </a:p>
      </dgm:t>
    </dgm:pt>
    <dgm:pt modelId="{A9514523-F1C0-488A-A400-CFA8600D3878}" type="parTrans" cxnId="{558766A0-A528-49FC-A6EB-E3D8822A2050}">
      <dgm:prSet/>
      <dgm:spPr/>
      <dgm:t>
        <a:bodyPr/>
        <a:lstStyle/>
        <a:p>
          <a:endParaRPr lang="zh-CN" altLang="en-US"/>
        </a:p>
      </dgm:t>
    </dgm:pt>
    <dgm:pt modelId="{6C896C0A-8C98-45CC-BAF0-A9E828638257}" type="sibTrans" cxnId="{558766A0-A528-49FC-A6EB-E3D8822A2050}">
      <dgm:prSet/>
      <dgm:spPr/>
      <dgm:t>
        <a:bodyPr/>
        <a:lstStyle/>
        <a:p>
          <a:endParaRPr lang="zh-CN" altLang="en-US"/>
        </a:p>
      </dgm:t>
    </dgm:pt>
    <dgm:pt modelId="{E304CC35-5E28-41CA-B602-41FB3C29DC49}">
      <dgm:prSet/>
      <dgm:spPr/>
      <dgm:t>
        <a:bodyPr/>
        <a:lstStyle/>
        <a:p>
          <a:pPr rtl="0"/>
          <a:r>
            <a:rPr lang="zh-CN" altLang="en-US" dirty="0" smtClean="0"/>
            <a:t>杨华丽：集群部署与运维，数据同步</a:t>
          </a:r>
          <a:endParaRPr lang="zh-CN" dirty="0"/>
        </a:p>
      </dgm:t>
    </dgm:pt>
    <dgm:pt modelId="{2F03A05A-537B-4F2C-8651-D128A316A06E}" type="parTrans" cxnId="{FA937FA8-B1C6-421E-BC7D-92C33E0B0D14}">
      <dgm:prSet/>
      <dgm:spPr/>
      <dgm:t>
        <a:bodyPr/>
        <a:lstStyle/>
        <a:p>
          <a:endParaRPr lang="zh-CN" altLang="en-US"/>
        </a:p>
      </dgm:t>
    </dgm:pt>
    <dgm:pt modelId="{BA1BB0C8-B070-4B1D-A5DF-B811827E4AA6}" type="sibTrans" cxnId="{FA937FA8-B1C6-421E-BC7D-92C33E0B0D14}">
      <dgm:prSet/>
      <dgm:spPr/>
      <dgm:t>
        <a:bodyPr/>
        <a:lstStyle/>
        <a:p>
          <a:endParaRPr lang="zh-CN" altLang="en-US"/>
        </a:p>
      </dgm:t>
    </dgm:pt>
    <dgm:pt modelId="{620BDA1F-D3D3-4C06-9478-6EE8B0451ABF}">
      <dgm:prSet/>
      <dgm:spPr/>
      <dgm:t>
        <a:bodyPr/>
        <a:lstStyle/>
        <a:p>
          <a:pPr rtl="0"/>
          <a:r>
            <a:rPr lang="zh-CN" altLang="en-US" dirty="0" smtClean="0"/>
            <a:t>段志军：业务测试与验证</a:t>
          </a:r>
          <a:endParaRPr lang="zh-CN" dirty="0"/>
        </a:p>
      </dgm:t>
    </dgm:pt>
    <dgm:pt modelId="{85535674-F81D-4244-9DB0-915443B93AD2}" type="parTrans" cxnId="{AE961026-6C8F-41EB-B571-472D342FF7F3}">
      <dgm:prSet/>
      <dgm:spPr/>
      <dgm:t>
        <a:bodyPr/>
        <a:lstStyle/>
        <a:p>
          <a:endParaRPr lang="zh-CN" altLang="en-US"/>
        </a:p>
      </dgm:t>
    </dgm:pt>
    <dgm:pt modelId="{8C9529AB-C4ED-45E9-BFF8-C2F644E19DCD}" type="sibTrans" cxnId="{AE961026-6C8F-41EB-B571-472D342FF7F3}">
      <dgm:prSet/>
      <dgm:spPr/>
      <dgm:t>
        <a:bodyPr/>
        <a:lstStyle/>
        <a:p>
          <a:endParaRPr lang="zh-CN" altLang="en-US"/>
        </a:p>
      </dgm:t>
    </dgm:pt>
    <dgm:pt modelId="{6ECD225B-6665-4CC7-825F-C52242C421FE}">
      <dgm:prSet/>
      <dgm:spPr/>
      <dgm:t>
        <a:bodyPr/>
        <a:lstStyle/>
        <a:p>
          <a:pPr rtl="0"/>
          <a:r>
            <a:rPr lang="zh-CN" altLang="en-US" dirty="0" smtClean="0"/>
            <a:t>唐丽敏：基准测试，高可用，运维性，稳定性</a:t>
          </a:r>
          <a:endParaRPr lang="zh-CN" dirty="0"/>
        </a:p>
      </dgm:t>
    </dgm:pt>
    <dgm:pt modelId="{1414B08B-7D8F-4C01-B3E3-D42A1FCDCDE9}" type="parTrans" cxnId="{0915CC8A-3C20-4FA5-A5E3-A300B412B53D}">
      <dgm:prSet/>
      <dgm:spPr/>
      <dgm:t>
        <a:bodyPr/>
        <a:lstStyle/>
        <a:p>
          <a:endParaRPr lang="zh-CN" altLang="en-US"/>
        </a:p>
      </dgm:t>
    </dgm:pt>
    <dgm:pt modelId="{9B4603C3-18D3-4363-B820-433012368078}" type="sibTrans" cxnId="{0915CC8A-3C20-4FA5-A5E3-A300B412B53D}">
      <dgm:prSet/>
      <dgm:spPr/>
      <dgm:t>
        <a:bodyPr/>
        <a:lstStyle/>
        <a:p>
          <a:endParaRPr lang="zh-CN" altLang="en-US"/>
        </a:p>
      </dgm:t>
    </dgm:pt>
    <dgm:pt modelId="{6F0F0269-998F-486D-9D8F-3FB1D4C669E0}">
      <dgm:prSet/>
      <dgm:spPr/>
      <dgm:t>
        <a:bodyPr/>
        <a:lstStyle/>
        <a:p>
          <a:pPr rtl="0"/>
          <a:r>
            <a:rPr lang="zh-CN" altLang="en-US" b="0" smtClean="0"/>
            <a:t>吕鑫：监控与数据导入导出工具：</a:t>
          </a:r>
          <a:r>
            <a:rPr lang="en-US" altLang="zh-CN" b="0" smtClean="0"/>
            <a:t>4</a:t>
          </a:r>
          <a:r>
            <a:rPr lang="zh-CN" altLang="en-US" b="0" smtClean="0"/>
            <a:t>月</a:t>
          </a:r>
          <a:r>
            <a:rPr lang="en-US" altLang="zh-CN" b="0" smtClean="0"/>
            <a:t>15</a:t>
          </a:r>
          <a:r>
            <a:rPr lang="zh-CN" altLang="en-US" b="0" smtClean="0"/>
            <a:t>号</a:t>
          </a:r>
          <a:endParaRPr lang="zh-CN" b="0" dirty="0"/>
        </a:p>
      </dgm:t>
    </dgm:pt>
    <dgm:pt modelId="{4A57C155-C197-48CB-9847-526B8B57A5D9}" type="parTrans" cxnId="{4BF3FA85-FC5A-4AD2-A7B7-C73BC6B7ACD3}">
      <dgm:prSet/>
      <dgm:spPr/>
      <dgm:t>
        <a:bodyPr/>
        <a:lstStyle/>
        <a:p>
          <a:endParaRPr lang="zh-CN" altLang="en-US"/>
        </a:p>
      </dgm:t>
    </dgm:pt>
    <dgm:pt modelId="{6ABFB707-A91E-4EC3-9849-F62E905E5939}" type="sibTrans" cxnId="{4BF3FA85-FC5A-4AD2-A7B7-C73BC6B7ACD3}">
      <dgm:prSet/>
      <dgm:spPr/>
      <dgm:t>
        <a:bodyPr/>
        <a:lstStyle/>
        <a:p>
          <a:endParaRPr lang="zh-CN" altLang="en-US"/>
        </a:p>
      </dgm:t>
    </dgm:pt>
    <dgm:pt modelId="{0495F137-F8C6-4143-8782-0CB9687E7206}">
      <dgm:prSet/>
      <dgm:spPr/>
      <dgm:t>
        <a:bodyPr/>
        <a:lstStyle/>
        <a:p>
          <a:pPr rtl="0"/>
          <a:r>
            <a:rPr lang="zh-CN" altLang="en-US" b="0" smtClean="0"/>
            <a:t>刘勇：</a:t>
          </a:r>
          <a:r>
            <a:rPr lang="en-US" altLang="zh-CN" b="0" smtClean="0"/>
            <a:t>sst</a:t>
          </a:r>
          <a:r>
            <a:rPr lang="zh-CN" altLang="en-US" b="0" smtClean="0"/>
            <a:t>远程备份与还原工具：</a:t>
          </a:r>
          <a:r>
            <a:rPr lang="en-US" altLang="zh-CN" b="0" smtClean="0"/>
            <a:t>3</a:t>
          </a:r>
          <a:r>
            <a:rPr lang="zh-CN" altLang="en-US" b="0" smtClean="0"/>
            <a:t>月</a:t>
          </a:r>
          <a:r>
            <a:rPr lang="en-US" altLang="zh-CN" b="0" smtClean="0"/>
            <a:t>20</a:t>
          </a:r>
          <a:r>
            <a:rPr lang="zh-CN" altLang="en-US" b="0" smtClean="0"/>
            <a:t>号</a:t>
          </a:r>
          <a:endParaRPr lang="zh-CN" b="0" dirty="0"/>
        </a:p>
      </dgm:t>
    </dgm:pt>
    <dgm:pt modelId="{1F94D26E-8DC4-4594-83B2-99BA9798EAFE}" type="parTrans" cxnId="{1A20F4CA-4E5E-4DCA-8B30-8878ACCB7DC0}">
      <dgm:prSet/>
      <dgm:spPr/>
      <dgm:t>
        <a:bodyPr/>
        <a:lstStyle/>
        <a:p>
          <a:endParaRPr lang="zh-CN" altLang="en-US"/>
        </a:p>
      </dgm:t>
    </dgm:pt>
    <dgm:pt modelId="{E2E7D8A0-AB6C-4E1A-B766-C4C4C9852F2F}" type="sibTrans" cxnId="{1A20F4CA-4E5E-4DCA-8B30-8878ACCB7DC0}">
      <dgm:prSet/>
      <dgm:spPr/>
      <dgm:t>
        <a:bodyPr/>
        <a:lstStyle/>
        <a:p>
          <a:endParaRPr lang="zh-CN" altLang="en-US"/>
        </a:p>
      </dgm:t>
    </dgm:pt>
    <dgm:pt modelId="{8A060A59-015C-41C4-841E-F5A2C8ED8B6D}">
      <dgm:prSet/>
      <dgm:spPr/>
      <dgm:t>
        <a:bodyPr/>
        <a:lstStyle/>
        <a:p>
          <a:pPr rtl="0"/>
          <a:r>
            <a:rPr lang="zh-CN" altLang="en-US" b="0" smtClean="0"/>
            <a:t>杨华丽：数据同步检测与校验工具：</a:t>
          </a:r>
          <a:r>
            <a:rPr lang="en-US" altLang="zh-CN" b="0" smtClean="0"/>
            <a:t>3</a:t>
          </a:r>
          <a:r>
            <a:rPr lang="zh-CN" altLang="en-US" b="0" smtClean="0"/>
            <a:t>月</a:t>
          </a:r>
          <a:r>
            <a:rPr lang="en-US" altLang="zh-CN" b="0" smtClean="0"/>
            <a:t>20</a:t>
          </a:r>
          <a:r>
            <a:rPr lang="zh-CN" altLang="en-US" b="0" smtClean="0"/>
            <a:t>号</a:t>
          </a:r>
          <a:endParaRPr lang="zh-CN" b="0" dirty="0"/>
        </a:p>
      </dgm:t>
    </dgm:pt>
    <dgm:pt modelId="{EDC547C9-AEEA-4B74-BF48-67A693196759}" type="parTrans" cxnId="{4E3776AF-2444-43BB-A503-8C51D15A8E21}">
      <dgm:prSet/>
      <dgm:spPr/>
      <dgm:t>
        <a:bodyPr/>
        <a:lstStyle/>
        <a:p>
          <a:endParaRPr lang="zh-CN" altLang="en-US"/>
        </a:p>
      </dgm:t>
    </dgm:pt>
    <dgm:pt modelId="{F1A87E03-C758-4150-800E-D8AE5BC666B2}" type="sibTrans" cxnId="{4E3776AF-2444-43BB-A503-8C51D15A8E21}">
      <dgm:prSet/>
      <dgm:spPr/>
      <dgm:t>
        <a:bodyPr/>
        <a:lstStyle/>
        <a:p>
          <a:endParaRPr lang="zh-CN" altLang="en-US"/>
        </a:p>
      </dgm:t>
    </dgm:pt>
    <dgm:pt modelId="{A1F56906-BA88-4E54-85B6-4E2B90038218}">
      <dgm:prSet/>
      <dgm:spPr/>
      <dgm:t>
        <a:bodyPr/>
        <a:lstStyle/>
        <a:p>
          <a:pPr rtl="0"/>
          <a:r>
            <a:rPr lang="zh-CN" altLang="en-US" b="0" smtClean="0"/>
            <a:t>王勇：</a:t>
          </a:r>
          <a:r>
            <a:rPr lang="en-US" altLang="zh-CN" b="0" smtClean="0"/>
            <a:t>DCDB</a:t>
          </a:r>
          <a:r>
            <a:rPr lang="zh-CN" altLang="en-US" b="0" smtClean="0"/>
            <a:t>代码开发，成熟度评估报告：</a:t>
          </a:r>
          <a:r>
            <a:rPr lang="en-US" altLang="zh-CN" b="0" smtClean="0"/>
            <a:t>4</a:t>
          </a:r>
          <a:r>
            <a:rPr lang="zh-CN" altLang="en-US" b="0" smtClean="0"/>
            <a:t>月</a:t>
          </a:r>
          <a:r>
            <a:rPr lang="en-US" altLang="zh-CN" b="0" smtClean="0"/>
            <a:t>15</a:t>
          </a:r>
          <a:r>
            <a:rPr lang="zh-CN" altLang="en-US" b="0" smtClean="0"/>
            <a:t>号</a:t>
          </a:r>
          <a:endParaRPr lang="zh-CN" b="0" dirty="0"/>
        </a:p>
      </dgm:t>
    </dgm:pt>
    <dgm:pt modelId="{8059C3AA-B999-42A6-8B55-165E18582435}" type="parTrans" cxnId="{4936B862-BEA3-4ACD-B2BB-6E30239E0F07}">
      <dgm:prSet/>
      <dgm:spPr/>
      <dgm:t>
        <a:bodyPr/>
        <a:lstStyle/>
        <a:p>
          <a:endParaRPr lang="zh-CN" altLang="en-US"/>
        </a:p>
      </dgm:t>
    </dgm:pt>
    <dgm:pt modelId="{CD09FC75-0B82-4B60-99A4-3746ED195C42}" type="sibTrans" cxnId="{4936B862-BEA3-4ACD-B2BB-6E30239E0F07}">
      <dgm:prSet/>
      <dgm:spPr/>
      <dgm:t>
        <a:bodyPr/>
        <a:lstStyle/>
        <a:p>
          <a:endParaRPr lang="zh-CN" altLang="en-US"/>
        </a:p>
      </dgm:t>
    </dgm:pt>
    <dgm:pt modelId="{E6A8438D-B293-4FFF-B544-5E1398A4163E}">
      <dgm:prSet/>
      <dgm:spPr/>
      <dgm:t>
        <a:bodyPr/>
        <a:lstStyle/>
        <a:p>
          <a:pPr rtl="0"/>
          <a:r>
            <a:rPr lang="zh-CN" altLang="en-US" b="0" smtClean="0"/>
            <a:t>段志军：针对支付订单库主库场景进行可行测试并出具报告</a:t>
          </a:r>
          <a:endParaRPr lang="en-US" altLang="zh-CN" b="0" dirty="0" smtClean="0"/>
        </a:p>
      </dgm:t>
    </dgm:pt>
    <dgm:pt modelId="{3B5AE2A2-2C6F-42ED-9AA0-421F67528412}" type="parTrans" cxnId="{2DA64F92-4991-4859-922D-74B1A9C737A3}">
      <dgm:prSet/>
      <dgm:spPr/>
      <dgm:t>
        <a:bodyPr/>
        <a:lstStyle/>
        <a:p>
          <a:endParaRPr lang="zh-CN" altLang="en-US"/>
        </a:p>
      </dgm:t>
    </dgm:pt>
    <dgm:pt modelId="{3D6CC86D-7B7F-4C4B-90C5-1400AD412CB4}" type="sibTrans" cxnId="{2DA64F92-4991-4859-922D-74B1A9C737A3}">
      <dgm:prSet/>
      <dgm:spPr/>
      <dgm:t>
        <a:bodyPr/>
        <a:lstStyle/>
        <a:p>
          <a:endParaRPr lang="zh-CN" altLang="en-US"/>
        </a:p>
      </dgm:t>
    </dgm:pt>
    <dgm:pt modelId="{B45D5D18-61C7-489F-A0DC-AA054C30AB24}" type="pres">
      <dgm:prSet presAssocID="{65EC2C5E-5008-48FD-8357-33C81012B37F}" presName="linear" presStyleCnt="0">
        <dgm:presLayoutVars>
          <dgm:dir/>
          <dgm:animLvl val="lvl"/>
          <dgm:resizeHandles val="exact"/>
        </dgm:presLayoutVars>
      </dgm:prSet>
      <dgm:spPr/>
      <dgm:t>
        <a:bodyPr/>
        <a:lstStyle/>
        <a:p>
          <a:endParaRPr lang="zh-CN" altLang="en-US"/>
        </a:p>
      </dgm:t>
    </dgm:pt>
    <dgm:pt modelId="{402AF810-C87F-4DE7-9CE9-FF44439EA084}" type="pres">
      <dgm:prSet presAssocID="{08463BEB-FA21-400B-A9B5-EA4159BCE004}" presName="parentLin" presStyleCnt="0"/>
      <dgm:spPr/>
      <dgm:t>
        <a:bodyPr/>
        <a:lstStyle/>
        <a:p>
          <a:endParaRPr lang="zh-CN" altLang="en-US"/>
        </a:p>
      </dgm:t>
    </dgm:pt>
    <dgm:pt modelId="{F2A92475-AB6D-4478-8A58-43F5B08C03A8}" type="pres">
      <dgm:prSet presAssocID="{08463BEB-FA21-400B-A9B5-EA4159BCE004}" presName="parentLeftMargin" presStyleLbl="node1" presStyleIdx="0" presStyleCnt="4"/>
      <dgm:spPr/>
      <dgm:t>
        <a:bodyPr/>
        <a:lstStyle/>
        <a:p>
          <a:endParaRPr lang="zh-CN" altLang="en-US"/>
        </a:p>
      </dgm:t>
    </dgm:pt>
    <dgm:pt modelId="{E69D361A-9418-4125-9A7A-7D57BF3E0527}" type="pres">
      <dgm:prSet presAssocID="{08463BEB-FA21-400B-A9B5-EA4159BCE004}" presName="parentText" presStyleLbl="node1" presStyleIdx="0" presStyleCnt="4">
        <dgm:presLayoutVars>
          <dgm:chMax val="0"/>
          <dgm:bulletEnabled val="1"/>
        </dgm:presLayoutVars>
      </dgm:prSet>
      <dgm:spPr/>
      <dgm:t>
        <a:bodyPr/>
        <a:lstStyle/>
        <a:p>
          <a:endParaRPr lang="zh-CN" altLang="en-US"/>
        </a:p>
      </dgm:t>
    </dgm:pt>
    <dgm:pt modelId="{A693FB73-FDD9-4E17-A23E-2EF35D93E0E9}" type="pres">
      <dgm:prSet presAssocID="{08463BEB-FA21-400B-A9B5-EA4159BCE004}" presName="negativeSpace" presStyleCnt="0"/>
      <dgm:spPr/>
      <dgm:t>
        <a:bodyPr/>
        <a:lstStyle/>
        <a:p>
          <a:endParaRPr lang="zh-CN" altLang="en-US"/>
        </a:p>
      </dgm:t>
    </dgm:pt>
    <dgm:pt modelId="{CF5872E1-0FA7-4740-B1CB-1A3D144A2613}" type="pres">
      <dgm:prSet presAssocID="{08463BEB-FA21-400B-A9B5-EA4159BCE004}" presName="childText" presStyleLbl="conFgAcc1" presStyleIdx="0" presStyleCnt="4">
        <dgm:presLayoutVars>
          <dgm:bulletEnabled val="1"/>
        </dgm:presLayoutVars>
      </dgm:prSet>
      <dgm:spPr/>
      <dgm:t>
        <a:bodyPr/>
        <a:lstStyle/>
        <a:p>
          <a:endParaRPr lang="zh-CN" altLang="en-US"/>
        </a:p>
      </dgm:t>
    </dgm:pt>
    <dgm:pt modelId="{F96712B5-C0ED-4CC1-BDDE-983540230092}" type="pres">
      <dgm:prSet presAssocID="{99D49220-2AA3-47A6-B637-273C6ECFE461}" presName="spaceBetweenRectangles" presStyleCnt="0"/>
      <dgm:spPr/>
      <dgm:t>
        <a:bodyPr/>
        <a:lstStyle/>
        <a:p>
          <a:endParaRPr lang="zh-CN" altLang="en-US"/>
        </a:p>
      </dgm:t>
    </dgm:pt>
    <dgm:pt modelId="{6B981BA8-5681-41BC-B2D8-B1FB259C51A6}" type="pres">
      <dgm:prSet presAssocID="{06A09FE6-B577-4262-AD2D-4B5E801B3368}" presName="parentLin" presStyleCnt="0"/>
      <dgm:spPr/>
      <dgm:t>
        <a:bodyPr/>
        <a:lstStyle/>
        <a:p>
          <a:endParaRPr lang="zh-CN" altLang="en-US"/>
        </a:p>
      </dgm:t>
    </dgm:pt>
    <dgm:pt modelId="{A6A8AF39-4E63-43C2-98A6-A491CCE96606}" type="pres">
      <dgm:prSet presAssocID="{06A09FE6-B577-4262-AD2D-4B5E801B3368}" presName="parentLeftMargin" presStyleLbl="node1" presStyleIdx="0" presStyleCnt="4"/>
      <dgm:spPr/>
      <dgm:t>
        <a:bodyPr/>
        <a:lstStyle/>
        <a:p>
          <a:endParaRPr lang="zh-CN" altLang="en-US"/>
        </a:p>
      </dgm:t>
    </dgm:pt>
    <dgm:pt modelId="{16E09F2F-DA07-4F33-B014-98725B9FBCA0}" type="pres">
      <dgm:prSet presAssocID="{06A09FE6-B577-4262-AD2D-4B5E801B3368}" presName="parentText" presStyleLbl="node1" presStyleIdx="1" presStyleCnt="4">
        <dgm:presLayoutVars>
          <dgm:chMax val="0"/>
          <dgm:bulletEnabled val="1"/>
        </dgm:presLayoutVars>
      </dgm:prSet>
      <dgm:spPr/>
      <dgm:t>
        <a:bodyPr/>
        <a:lstStyle/>
        <a:p>
          <a:endParaRPr lang="zh-CN" altLang="en-US"/>
        </a:p>
      </dgm:t>
    </dgm:pt>
    <dgm:pt modelId="{B70BA92C-8A43-468F-A711-A8C22D39433B}" type="pres">
      <dgm:prSet presAssocID="{06A09FE6-B577-4262-AD2D-4B5E801B3368}" presName="negativeSpace" presStyleCnt="0"/>
      <dgm:spPr/>
      <dgm:t>
        <a:bodyPr/>
        <a:lstStyle/>
        <a:p>
          <a:endParaRPr lang="zh-CN" altLang="en-US"/>
        </a:p>
      </dgm:t>
    </dgm:pt>
    <dgm:pt modelId="{61F5CC4D-D9F6-4DFC-B9C6-8C612E2340F0}" type="pres">
      <dgm:prSet presAssocID="{06A09FE6-B577-4262-AD2D-4B5E801B3368}" presName="childText" presStyleLbl="conFgAcc1" presStyleIdx="1" presStyleCnt="4">
        <dgm:presLayoutVars>
          <dgm:bulletEnabled val="1"/>
        </dgm:presLayoutVars>
      </dgm:prSet>
      <dgm:spPr/>
      <dgm:t>
        <a:bodyPr/>
        <a:lstStyle/>
        <a:p>
          <a:endParaRPr lang="zh-CN" altLang="en-US"/>
        </a:p>
      </dgm:t>
    </dgm:pt>
    <dgm:pt modelId="{85E6E9F7-5CFC-4450-91AF-247D575EC20D}" type="pres">
      <dgm:prSet presAssocID="{427BCFBB-5403-457D-AD79-0D995B2F5090}" presName="spaceBetweenRectangles" presStyleCnt="0"/>
      <dgm:spPr/>
      <dgm:t>
        <a:bodyPr/>
        <a:lstStyle/>
        <a:p>
          <a:endParaRPr lang="zh-CN" altLang="en-US"/>
        </a:p>
      </dgm:t>
    </dgm:pt>
    <dgm:pt modelId="{FB23C22A-5F6E-4F3C-8316-9CEA42607C57}" type="pres">
      <dgm:prSet presAssocID="{CF4CC3B3-C038-463C-9A7D-3D5669C5D58E}" presName="parentLin" presStyleCnt="0"/>
      <dgm:spPr/>
      <dgm:t>
        <a:bodyPr/>
        <a:lstStyle/>
        <a:p>
          <a:endParaRPr lang="zh-CN" altLang="en-US"/>
        </a:p>
      </dgm:t>
    </dgm:pt>
    <dgm:pt modelId="{EC75909C-975E-4958-876D-4C1FD0BDA598}" type="pres">
      <dgm:prSet presAssocID="{CF4CC3B3-C038-463C-9A7D-3D5669C5D58E}" presName="parentLeftMargin" presStyleLbl="node1" presStyleIdx="1" presStyleCnt="4"/>
      <dgm:spPr/>
      <dgm:t>
        <a:bodyPr/>
        <a:lstStyle/>
        <a:p>
          <a:endParaRPr lang="zh-CN" altLang="en-US"/>
        </a:p>
      </dgm:t>
    </dgm:pt>
    <dgm:pt modelId="{6505D7A1-59E6-4BFA-ABA5-70011C8108ED}" type="pres">
      <dgm:prSet presAssocID="{CF4CC3B3-C038-463C-9A7D-3D5669C5D58E}" presName="parentText" presStyleLbl="node1" presStyleIdx="2" presStyleCnt="4">
        <dgm:presLayoutVars>
          <dgm:chMax val="0"/>
          <dgm:bulletEnabled val="1"/>
        </dgm:presLayoutVars>
      </dgm:prSet>
      <dgm:spPr/>
      <dgm:t>
        <a:bodyPr/>
        <a:lstStyle/>
        <a:p>
          <a:endParaRPr lang="zh-CN" altLang="en-US"/>
        </a:p>
      </dgm:t>
    </dgm:pt>
    <dgm:pt modelId="{0400F49F-F81C-46B1-A8F1-CAE0026B7492}" type="pres">
      <dgm:prSet presAssocID="{CF4CC3B3-C038-463C-9A7D-3D5669C5D58E}" presName="negativeSpace" presStyleCnt="0"/>
      <dgm:spPr/>
      <dgm:t>
        <a:bodyPr/>
        <a:lstStyle/>
        <a:p>
          <a:endParaRPr lang="zh-CN" altLang="en-US"/>
        </a:p>
      </dgm:t>
    </dgm:pt>
    <dgm:pt modelId="{1C1F08E4-8611-4A56-9BB8-31AF19E11C06}" type="pres">
      <dgm:prSet presAssocID="{CF4CC3B3-C038-463C-9A7D-3D5669C5D58E}" presName="childText" presStyleLbl="conFgAcc1" presStyleIdx="2" presStyleCnt="4">
        <dgm:presLayoutVars>
          <dgm:bulletEnabled val="1"/>
        </dgm:presLayoutVars>
      </dgm:prSet>
      <dgm:spPr/>
      <dgm:t>
        <a:bodyPr/>
        <a:lstStyle/>
        <a:p>
          <a:endParaRPr lang="zh-CN" altLang="en-US"/>
        </a:p>
      </dgm:t>
    </dgm:pt>
    <dgm:pt modelId="{B2AF8964-CC01-4EED-931E-D0B1ABAC84AF}" type="pres">
      <dgm:prSet presAssocID="{1DBE5AFB-2741-423E-84A8-F6DC83438DF3}" presName="spaceBetweenRectangles" presStyleCnt="0"/>
      <dgm:spPr/>
      <dgm:t>
        <a:bodyPr/>
        <a:lstStyle/>
        <a:p>
          <a:endParaRPr lang="zh-CN" altLang="en-US"/>
        </a:p>
      </dgm:t>
    </dgm:pt>
    <dgm:pt modelId="{11F7A063-1535-42FA-9D19-C47E36D5C375}" type="pres">
      <dgm:prSet presAssocID="{99E06DF1-8D2D-4491-8977-A77390DE8070}" presName="parentLin" presStyleCnt="0"/>
      <dgm:spPr/>
      <dgm:t>
        <a:bodyPr/>
        <a:lstStyle/>
        <a:p>
          <a:endParaRPr lang="zh-CN" altLang="en-US"/>
        </a:p>
      </dgm:t>
    </dgm:pt>
    <dgm:pt modelId="{1E717B7C-25D9-45BB-A542-337D1DD85879}" type="pres">
      <dgm:prSet presAssocID="{99E06DF1-8D2D-4491-8977-A77390DE8070}" presName="parentLeftMargin" presStyleLbl="node1" presStyleIdx="2" presStyleCnt="4"/>
      <dgm:spPr/>
      <dgm:t>
        <a:bodyPr/>
        <a:lstStyle/>
        <a:p>
          <a:endParaRPr lang="zh-CN" altLang="en-US"/>
        </a:p>
      </dgm:t>
    </dgm:pt>
    <dgm:pt modelId="{6ADD0ACC-8F51-4FC6-B7DA-D8852E174FC2}" type="pres">
      <dgm:prSet presAssocID="{99E06DF1-8D2D-4491-8977-A77390DE8070}" presName="parentText" presStyleLbl="node1" presStyleIdx="3" presStyleCnt="4">
        <dgm:presLayoutVars>
          <dgm:chMax val="0"/>
          <dgm:bulletEnabled val="1"/>
        </dgm:presLayoutVars>
      </dgm:prSet>
      <dgm:spPr/>
      <dgm:t>
        <a:bodyPr/>
        <a:lstStyle/>
        <a:p>
          <a:endParaRPr lang="zh-CN" altLang="en-US"/>
        </a:p>
      </dgm:t>
    </dgm:pt>
    <dgm:pt modelId="{AABD583F-142F-486F-BF27-F21D989C7E98}" type="pres">
      <dgm:prSet presAssocID="{99E06DF1-8D2D-4491-8977-A77390DE8070}" presName="negativeSpace" presStyleCnt="0"/>
      <dgm:spPr/>
      <dgm:t>
        <a:bodyPr/>
        <a:lstStyle/>
        <a:p>
          <a:endParaRPr lang="zh-CN" altLang="en-US"/>
        </a:p>
      </dgm:t>
    </dgm:pt>
    <dgm:pt modelId="{03E32559-8ED7-46B3-8EEB-8748DCBE3251}" type="pres">
      <dgm:prSet presAssocID="{99E06DF1-8D2D-4491-8977-A77390DE8070}" presName="childText" presStyleLbl="conFgAcc1" presStyleIdx="3" presStyleCnt="4">
        <dgm:presLayoutVars>
          <dgm:bulletEnabled val="1"/>
        </dgm:presLayoutVars>
      </dgm:prSet>
      <dgm:spPr/>
      <dgm:t>
        <a:bodyPr/>
        <a:lstStyle/>
        <a:p>
          <a:endParaRPr lang="zh-CN" altLang="en-US"/>
        </a:p>
      </dgm:t>
    </dgm:pt>
  </dgm:ptLst>
  <dgm:cxnLst>
    <dgm:cxn modelId="{D4460964-FC02-4B62-99E3-681B3311FA59}" type="presOf" srcId="{0495F137-F8C6-4143-8782-0CB9687E7206}" destId="{1C1F08E4-8611-4A56-9BB8-31AF19E11C06}" srcOrd="0" destOrd="1" presId="urn:microsoft.com/office/officeart/2005/8/layout/list1"/>
    <dgm:cxn modelId="{E98DE667-743D-44F8-AD55-D4020DBE132F}" type="presOf" srcId="{65EC2C5E-5008-48FD-8357-33C81012B37F}" destId="{B45D5D18-61C7-489F-A0DC-AA054C30AB24}" srcOrd="0" destOrd="0" presId="urn:microsoft.com/office/officeart/2005/8/layout/list1"/>
    <dgm:cxn modelId="{778906AF-7FE9-4569-AB83-0C7BE3071338}" type="presOf" srcId="{E6A8438D-B293-4FFF-B544-5E1398A4163E}" destId="{03E32559-8ED7-46B3-8EEB-8748DCBE3251}" srcOrd="0" destOrd="0" presId="urn:microsoft.com/office/officeart/2005/8/layout/list1"/>
    <dgm:cxn modelId="{2CE5A18C-E583-4434-A492-99B4F6A5EB43}" type="presOf" srcId="{99E06DF1-8D2D-4491-8977-A77390DE8070}" destId="{6ADD0ACC-8F51-4FC6-B7DA-D8852E174FC2}" srcOrd="1" destOrd="0" presId="urn:microsoft.com/office/officeart/2005/8/layout/list1"/>
    <dgm:cxn modelId="{558766A0-A528-49FC-A6EB-E3D8822A2050}" srcId="{65EC2C5E-5008-48FD-8357-33C81012B37F}" destId="{99E06DF1-8D2D-4491-8977-A77390DE8070}" srcOrd="3" destOrd="0" parTransId="{A9514523-F1C0-488A-A400-CFA8600D3878}" sibTransId="{6C896C0A-8C98-45CC-BAF0-A9E828638257}"/>
    <dgm:cxn modelId="{C4F1E3F3-BE2E-444D-A832-AA5F8EF5D224}" srcId="{65EC2C5E-5008-48FD-8357-33C81012B37F}" destId="{08463BEB-FA21-400B-A9B5-EA4159BCE004}" srcOrd="0" destOrd="0" parTransId="{1DC259BA-63A0-493A-9607-46F6CF5A04DD}" sibTransId="{99D49220-2AA3-47A6-B637-273C6ECFE461}"/>
    <dgm:cxn modelId="{1FB8552C-75E8-47C8-8E63-935DC6B427B1}" type="presOf" srcId="{06A09FE6-B577-4262-AD2D-4B5E801B3368}" destId="{A6A8AF39-4E63-43C2-98A6-A491CCE96606}" srcOrd="0" destOrd="0" presId="urn:microsoft.com/office/officeart/2005/8/layout/list1"/>
    <dgm:cxn modelId="{1A20F4CA-4E5E-4DCA-8B30-8878ACCB7DC0}" srcId="{CF4CC3B3-C038-463C-9A7D-3D5669C5D58E}" destId="{0495F137-F8C6-4143-8782-0CB9687E7206}" srcOrd="1" destOrd="0" parTransId="{1F94D26E-8DC4-4594-83B2-99BA9798EAFE}" sibTransId="{E2E7D8A0-AB6C-4E1A-B766-C4C4C9852F2F}"/>
    <dgm:cxn modelId="{119C862E-B959-4709-B254-0C398BAACAC8}" srcId="{65EC2C5E-5008-48FD-8357-33C81012B37F}" destId="{CF4CC3B3-C038-463C-9A7D-3D5669C5D58E}" srcOrd="2" destOrd="0" parTransId="{FAAB9F63-66D3-45A6-AFBE-523E7AF92C81}" sibTransId="{1DBE5AFB-2741-423E-84A8-F6DC83438DF3}"/>
    <dgm:cxn modelId="{23844CE5-1A2E-4D7B-AC1E-9B93DBDF158A}" type="presOf" srcId="{99E06DF1-8D2D-4491-8977-A77390DE8070}" destId="{1E717B7C-25D9-45BB-A542-337D1DD85879}" srcOrd="0" destOrd="0" presId="urn:microsoft.com/office/officeart/2005/8/layout/list1"/>
    <dgm:cxn modelId="{F72F3B43-7121-4A14-A11A-A4FCDCD9A756}" type="presOf" srcId="{08463BEB-FA21-400B-A9B5-EA4159BCE004}" destId="{F2A92475-AB6D-4478-8A58-43F5B08C03A8}" srcOrd="0" destOrd="0" presId="urn:microsoft.com/office/officeart/2005/8/layout/list1"/>
    <dgm:cxn modelId="{A34C9F89-D7AB-453D-B617-C4871D0CC181}" srcId="{65EC2C5E-5008-48FD-8357-33C81012B37F}" destId="{06A09FE6-B577-4262-AD2D-4B5E801B3368}" srcOrd="1" destOrd="0" parTransId="{ED18438A-85C6-4B83-A925-9A2E6942043A}" sibTransId="{427BCFBB-5403-457D-AD79-0D995B2F5090}"/>
    <dgm:cxn modelId="{C24A1209-B13F-44F2-AD5F-AB2420B1FE4C}" type="presOf" srcId="{E304CC35-5E28-41CA-B602-41FB3C29DC49}" destId="{CF5872E1-0FA7-4740-B1CB-1A3D144A2613}" srcOrd="0" destOrd="0" presId="urn:microsoft.com/office/officeart/2005/8/layout/list1"/>
    <dgm:cxn modelId="{C38FD297-7806-4302-8DF8-DD32F5A2D5C6}" type="presOf" srcId="{6ECD225B-6665-4CC7-825F-C52242C421FE}" destId="{61F5CC4D-D9F6-4DFC-B9C6-8C612E2340F0}" srcOrd="0" destOrd="0" presId="urn:microsoft.com/office/officeart/2005/8/layout/list1"/>
    <dgm:cxn modelId="{C7F992E0-FCFE-4828-8C23-AA1FD2677953}" type="presOf" srcId="{06A09FE6-B577-4262-AD2D-4B5E801B3368}" destId="{16E09F2F-DA07-4F33-B014-98725B9FBCA0}" srcOrd="1" destOrd="0" presId="urn:microsoft.com/office/officeart/2005/8/layout/list1"/>
    <dgm:cxn modelId="{2DA64F92-4991-4859-922D-74B1A9C737A3}" srcId="{99E06DF1-8D2D-4491-8977-A77390DE8070}" destId="{E6A8438D-B293-4FFF-B544-5E1398A4163E}" srcOrd="0" destOrd="0" parTransId="{3B5AE2A2-2C6F-42ED-9AA0-421F67528412}" sibTransId="{3D6CC86D-7B7F-4C4B-90C5-1400AD412CB4}"/>
    <dgm:cxn modelId="{AE961026-6C8F-41EB-B571-472D342FF7F3}" srcId="{08463BEB-FA21-400B-A9B5-EA4159BCE004}" destId="{620BDA1F-D3D3-4C06-9478-6EE8B0451ABF}" srcOrd="1" destOrd="0" parTransId="{85535674-F81D-4244-9DB0-915443B93AD2}" sibTransId="{8C9529AB-C4ED-45E9-BFF8-C2F644E19DCD}"/>
    <dgm:cxn modelId="{FA937FA8-B1C6-421E-BC7D-92C33E0B0D14}" srcId="{08463BEB-FA21-400B-A9B5-EA4159BCE004}" destId="{E304CC35-5E28-41CA-B602-41FB3C29DC49}" srcOrd="0" destOrd="0" parTransId="{2F03A05A-537B-4F2C-8651-D128A316A06E}" sibTransId="{BA1BB0C8-B070-4B1D-A5DF-B811827E4AA6}"/>
    <dgm:cxn modelId="{0915CC8A-3C20-4FA5-A5E3-A300B412B53D}" srcId="{06A09FE6-B577-4262-AD2D-4B5E801B3368}" destId="{6ECD225B-6665-4CC7-825F-C52242C421FE}" srcOrd="0" destOrd="0" parTransId="{1414B08B-7D8F-4C01-B3E3-D42A1FCDCDE9}" sibTransId="{9B4603C3-18D3-4363-B820-433012368078}"/>
    <dgm:cxn modelId="{E3E2026D-5E20-4863-A5E3-FC18EB90FAEB}" type="presOf" srcId="{08463BEB-FA21-400B-A9B5-EA4159BCE004}" destId="{E69D361A-9418-4125-9A7A-7D57BF3E0527}" srcOrd="1" destOrd="0" presId="urn:microsoft.com/office/officeart/2005/8/layout/list1"/>
    <dgm:cxn modelId="{4936B862-BEA3-4ACD-B2BB-6E30239E0F07}" srcId="{CF4CC3B3-C038-463C-9A7D-3D5669C5D58E}" destId="{A1F56906-BA88-4E54-85B6-4E2B90038218}" srcOrd="3" destOrd="0" parTransId="{8059C3AA-B999-42A6-8B55-165E18582435}" sibTransId="{CD09FC75-0B82-4B60-99A4-3746ED195C42}"/>
    <dgm:cxn modelId="{F60DCA88-2791-4ACF-BB9A-F5F12B1DAC64}" type="presOf" srcId="{8A060A59-015C-41C4-841E-F5A2C8ED8B6D}" destId="{1C1F08E4-8611-4A56-9BB8-31AF19E11C06}" srcOrd="0" destOrd="2" presId="urn:microsoft.com/office/officeart/2005/8/layout/list1"/>
    <dgm:cxn modelId="{4BF3FA85-FC5A-4AD2-A7B7-C73BC6B7ACD3}" srcId="{CF4CC3B3-C038-463C-9A7D-3D5669C5D58E}" destId="{6F0F0269-998F-486D-9D8F-3FB1D4C669E0}" srcOrd="0" destOrd="0" parTransId="{4A57C155-C197-48CB-9847-526B8B57A5D9}" sibTransId="{6ABFB707-A91E-4EC3-9849-F62E905E5939}"/>
    <dgm:cxn modelId="{8780545C-B44C-444C-B399-D0D60F161858}" type="presOf" srcId="{CF4CC3B3-C038-463C-9A7D-3D5669C5D58E}" destId="{6505D7A1-59E6-4BFA-ABA5-70011C8108ED}" srcOrd="1" destOrd="0" presId="urn:microsoft.com/office/officeart/2005/8/layout/list1"/>
    <dgm:cxn modelId="{3590DCA3-0CC1-47EB-918B-672244842986}" type="presOf" srcId="{620BDA1F-D3D3-4C06-9478-6EE8B0451ABF}" destId="{CF5872E1-0FA7-4740-B1CB-1A3D144A2613}" srcOrd="0" destOrd="1" presId="urn:microsoft.com/office/officeart/2005/8/layout/list1"/>
    <dgm:cxn modelId="{AB1A3F46-11EE-44D3-B0A1-2EC46C2B8177}" type="presOf" srcId="{A1F56906-BA88-4E54-85B6-4E2B90038218}" destId="{1C1F08E4-8611-4A56-9BB8-31AF19E11C06}" srcOrd="0" destOrd="3" presId="urn:microsoft.com/office/officeart/2005/8/layout/list1"/>
    <dgm:cxn modelId="{4E3776AF-2444-43BB-A503-8C51D15A8E21}" srcId="{CF4CC3B3-C038-463C-9A7D-3D5669C5D58E}" destId="{8A060A59-015C-41C4-841E-F5A2C8ED8B6D}" srcOrd="2" destOrd="0" parTransId="{EDC547C9-AEEA-4B74-BF48-67A693196759}" sibTransId="{F1A87E03-C758-4150-800E-D8AE5BC666B2}"/>
    <dgm:cxn modelId="{2EE620EA-2ACD-450E-950E-020FF19EED6D}" type="presOf" srcId="{CF4CC3B3-C038-463C-9A7D-3D5669C5D58E}" destId="{EC75909C-975E-4958-876D-4C1FD0BDA598}" srcOrd="0" destOrd="0" presId="urn:microsoft.com/office/officeart/2005/8/layout/list1"/>
    <dgm:cxn modelId="{8CF8FA7B-F8FB-41F9-AB46-98F2DD2C8ED1}" type="presOf" srcId="{6F0F0269-998F-486D-9D8F-3FB1D4C669E0}" destId="{1C1F08E4-8611-4A56-9BB8-31AF19E11C06}" srcOrd="0" destOrd="0" presId="urn:microsoft.com/office/officeart/2005/8/layout/list1"/>
    <dgm:cxn modelId="{6077074C-D0C6-4006-8BBA-90934C6C2101}" type="presParOf" srcId="{B45D5D18-61C7-489F-A0DC-AA054C30AB24}" destId="{402AF810-C87F-4DE7-9CE9-FF44439EA084}" srcOrd="0" destOrd="0" presId="urn:microsoft.com/office/officeart/2005/8/layout/list1"/>
    <dgm:cxn modelId="{4C708295-8A41-44B6-91A2-14F7FB85B9F3}" type="presParOf" srcId="{402AF810-C87F-4DE7-9CE9-FF44439EA084}" destId="{F2A92475-AB6D-4478-8A58-43F5B08C03A8}" srcOrd="0" destOrd="0" presId="urn:microsoft.com/office/officeart/2005/8/layout/list1"/>
    <dgm:cxn modelId="{E19207B8-2802-41EA-AF02-3092F2DDD797}" type="presParOf" srcId="{402AF810-C87F-4DE7-9CE9-FF44439EA084}" destId="{E69D361A-9418-4125-9A7A-7D57BF3E0527}" srcOrd="1" destOrd="0" presId="urn:microsoft.com/office/officeart/2005/8/layout/list1"/>
    <dgm:cxn modelId="{1D91AB92-22FE-4A0F-AC40-0CA3069E3417}" type="presParOf" srcId="{B45D5D18-61C7-489F-A0DC-AA054C30AB24}" destId="{A693FB73-FDD9-4E17-A23E-2EF35D93E0E9}" srcOrd="1" destOrd="0" presId="urn:microsoft.com/office/officeart/2005/8/layout/list1"/>
    <dgm:cxn modelId="{9BA57D0F-C73F-4BBF-BC55-5509B91DF980}" type="presParOf" srcId="{B45D5D18-61C7-489F-A0DC-AA054C30AB24}" destId="{CF5872E1-0FA7-4740-B1CB-1A3D144A2613}" srcOrd="2" destOrd="0" presId="urn:microsoft.com/office/officeart/2005/8/layout/list1"/>
    <dgm:cxn modelId="{191B1DDC-1010-4C98-812A-69BD1943574A}" type="presParOf" srcId="{B45D5D18-61C7-489F-A0DC-AA054C30AB24}" destId="{F96712B5-C0ED-4CC1-BDDE-983540230092}" srcOrd="3" destOrd="0" presId="urn:microsoft.com/office/officeart/2005/8/layout/list1"/>
    <dgm:cxn modelId="{2617BD9D-6639-4858-AB69-53EB412575AD}" type="presParOf" srcId="{B45D5D18-61C7-489F-A0DC-AA054C30AB24}" destId="{6B981BA8-5681-41BC-B2D8-B1FB259C51A6}" srcOrd="4" destOrd="0" presId="urn:microsoft.com/office/officeart/2005/8/layout/list1"/>
    <dgm:cxn modelId="{37879993-6FF9-42C6-810F-B8F485258ABD}" type="presParOf" srcId="{6B981BA8-5681-41BC-B2D8-B1FB259C51A6}" destId="{A6A8AF39-4E63-43C2-98A6-A491CCE96606}" srcOrd="0" destOrd="0" presId="urn:microsoft.com/office/officeart/2005/8/layout/list1"/>
    <dgm:cxn modelId="{64EA7CB8-B2F1-441C-B192-609A01940556}" type="presParOf" srcId="{6B981BA8-5681-41BC-B2D8-B1FB259C51A6}" destId="{16E09F2F-DA07-4F33-B014-98725B9FBCA0}" srcOrd="1" destOrd="0" presId="urn:microsoft.com/office/officeart/2005/8/layout/list1"/>
    <dgm:cxn modelId="{9E0D088A-3959-404E-A466-83DE39EA23C5}" type="presParOf" srcId="{B45D5D18-61C7-489F-A0DC-AA054C30AB24}" destId="{B70BA92C-8A43-468F-A711-A8C22D39433B}" srcOrd="5" destOrd="0" presId="urn:microsoft.com/office/officeart/2005/8/layout/list1"/>
    <dgm:cxn modelId="{0B3F2AD1-4B8F-45D7-8A9F-7E78B9EDE48B}" type="presParOf" srcId="{B45D5D18-61C7-489F-A0DC-AA054C30AB24}" destId="{61F5CC4D-D9F6-4DFC-B9C6-8C612E2340F0}" srcOrd="6" destOrd="0" presId="urn:microsoft.com/office/officeart/2005/8/layout/list1"/>
    <dgm:cxn modelId="{0837A073-6231-4C03-9CB1-D009A52AC6FE}" type="presParOf" srcId="{B45D5D18-61C7-489F-A0DC-AA054C30AB24}" destId="{85E6E9F7-5CFC-4450-91AF-247D575EC20D}" srcOrd="7" destOrd="0" presId="urn:microsoft.com/office/officeart/2005/8/layout/list1"/>
    <dgm:cxn modelId="{955A1ACB-CA9D-404E-ADBE-536C45623F92}" type="presParOf" srcId="{B45D5D18-61C7-489F-A0DC-AA054C30AB24}" destId="{FB23C22A-5F6E-4F3C-8316-9CEA42607C57}" srcOrd="8" destOrd="0" presId="urn:microsoft.com/office/officeart/2005/8/layout/list1"/>
    <dgm:cxn modelId="{EF1756F3-6E16-422B-9213-9A598861639A}" type="presParOf" srcId="{FB23C22A-5F6E-4F3C-8316-9CEA42607C57}" destId="{EC75909C-975E-4958-876D-4C1FD0BDA598}" srcOrd="0" destOrd="0" presId="urn:microsoft.com/office/officeart/2005/8/layout/list1"/>
    <dgm:cxn modelId="{FA1FAC8C-0E67-42E6-835B-6D394049D1C4}" type="presParOf" srcId="{FB23C22A-5F6E-4F3C-8316-9CEA42607C57}" destId="{6505D7A1-59E6-4BFA-ABA5-70011C8108ED}" srcOrd="1" destOrd="0" presId="urn:microsoft.com/office/officeart/2005/8/layout/list1"/>
    <dgm:cxn modelId="{3E622586-18F6-471D-86F3-2EB5016C2EA7}" type="presParOf" srcId="{B45D5D18-61C7-489F-A0DC-AA054C30AB24}" destId="{0400F49F-F81C-46B1-A8F1-CAE0026B7492}" srcOrd="9" destOrd="0" presId="urn:microsoft.com/office/officeart/2005/8/layout/list1"/>
    <dgm:cxn modelId="{113D0914-BCB8-4B42-BBBB-5F5416BBE038}" type="presParOf" srcId="{B45D5D18-61C7-489F-A0DC-AA054C30AB24}" destId="{1C1F08E4-8611-4A56-9BB8-31AF19E11C06}" srcOrd="10" destOrd="0" presId="urn:microsoft.com/office/officeart/2005/8/layout/list1"/>
    <dgm:cxn modelId="{81453F8F-32E7-4EBD-B535-AC7B4030D493}" type="presParOf" srcId="{B45D5D18-61C7-489F-A0DC-AA054C30AB24}" destId="{B2AF8964-CC01-4EED-931E-D0B1ABAC84AF}" srcOrd="11" destOrd="0" presId="urn:microsoft.com/office/officeart/2005/8/layout/list1"/>
    <dgm:cxn modelId="{C38B6059-6D08-4960-906F-047039DFE269}" type="presParOf" srcId="{B45D5D18-61C7-489F-A0DC-AA054C30AB24}" destId="{11F7A063-1535-42FA-9D19-C47E36D5C375}" srcOrd="12" destOrd="0" presId="urn:microsoft.com/office/officeart/2005/8/layout/list1"/>
    <dgm:cxn modelId="{8B261DC7-487B-41DF-AF12-660254A9F69A}" type="presParOf" srcId="{11F7A063-1535-42FA-9D19-C47E36D5C375}" destId="{1E717B7C-25D9-45BB-A542-337D1DD85879}" srcOrd="0" destOrd="0" presId="urn:microsoft.com/office/officeart/2005/8/layout/list1"/>
    <dgm:cxn modelId="{92805C2B-2DC6-4163-BBA1-2EEC63DFA0AA}" type="presParOf" srcId="{11F7A063-1535-42FA-9D19-C47E36D5C375}" destId="{6ADD0ACC-8F51-4FC6-B7DA-D8852E174FC2}" srcOrd="1" destOrd="0" presId="urn:microsoft.com/office/officeart/2005/8/layout/list1"/>
    <dgm:cxn modelId="{F087151C-071E-4A8F-ABC0-81093BEDD795}" type="presParOf" srcId="{B45D5D18-61C7-489F-A0DC-AA054C30AB24}" destId="{AABD583F-142F-486F-BF27-F21D989C7E98}" srcOrd="13" destOrd="0" presId="urn:microsoft.com/office/officeart/2005/8/layout/list1"/>
    <dgm:cxn modelId="{99F586C8-0937-4254-BCF5-531D83BE0662}" type="presParOf" srcId="{B45D5D18-61C7-489F-A0DC-AA054C30AB24}" destId="{03E32559-8ED7-46B3-8EEB-8748DCBE3251}"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63FE6EE-F5FC-4D84-84AD-C39B5EAAE48A}" type="doc">
      <dgm:prSet loTypeId="urn:microsoft.com/office/officeart/2005/8/layout/cycle4" loCatId="matrix" qsTypeId="urn:microsoft.com/office/officeart/2005/8/quickstyle/simple1" qsCatId="simple" csTypeId="urn:microsoft.com/office/officeart/2005/8/colors/accent1_2" csCatId="accent1" phldr="1"/>
      <dgm:spPr/>
      <dgm:t>
        <a:bodyPr/>
        <a:lstStyle/>
        <a:p>
          <a:endParaRPr lang="zh-CN" altLang="en-US"/>
        </a:p>
      </dgm:t>
    </dgm:pt>
    <dgm:pt modelId="{B4D27B20-3D67-47F8-B49B-41BCA9DAECA3}">
      <dgm:prSet phldrT="[文本]"/>
      <dgm:spPr/>
      <dgm:t>
        <a:bodyPr/>
        <a:lstStyle/>
        <a:p>
          <a:r>
            <a:rPr lang="zh-CN" altLang="en-US" dirty="0" smtClean="0"/>
            <a:t>可用性</a:t>
          </a:r>
          <a:endParaRPr lang="zh-CN" altLang="en-US" dirty="0"/>
        </a:p>
      </dgm:t>
    </dgm:pt>
    <dgm:pt modelId="{6E6A7CA4-F6E1-4460-958B-A453C8E4411F}" type="parTrans" cxnId="{C6BFFDE4-99C4-4E7F-906C-066BEA1F0771}">
      <dgm:prSet/>
      <dgm:spPr/>
      <dgm:t>
        <a:bodyPr/>
        <a:lstStyle/>
        <a:p>
          <a:endParaRPr lang="zh-CN" altLang="en-US"/>
        </a:p>
      </dgm:t>
    </dgm:pt>
    <dgm:pt modelId="{47344FAA-C0A6-4745-B7C7-E47550B3BB1F}" type="sibTrans" cxnId="{C6BFFDE4-99C4-4E7F-906C-066BEA1F0771}">
      <dgm:prSet/>
      <dgm:spPr/>
      <dgm:t>
        <a:bodyPr/>
        <a:lstStyle/>
        <a:p>
          <a:endParaRPr lang="zh-CN" altLang="en-US"/>
        </a:p>
      </dgm:t>
    </dgm:pt>
    <dgm:pt modelId="{45F91366-7D3B-46B5-8811-0BAD961A1F47}">
      <dgm:prSet phldrT="[文本]"/>
      <dgm:spPr/>
      <dgm:t>
        <a:bodyPr/>
        <a:lstStyle/>
        <a:p>
          <a:r>
            <a:rPr lang="zh-CN" altLang="en-US" dirty="0" smtClean="0"/>
            <a:t>流程规范</a:t>
          </a:r>
          <a:endParaRPr lang="zh-CN" altLang="en-US" dirty="0"/>
        </a:p>
      </dgm:t>
    </dgm:pt>
    <dgm:pt modelId="{F20F3893-6382-4CA1-9597-838210FB089A}" type="parTrans" cxnId="{68773BBB-3596-4CF5-A8E2-F16C6C12A5EC}">
      <dgm:prSet/>
      <dgm:spPr/>
      <dgm:t>
        <a:bodyPr/>
        <a:lstStyle/>
        <a:p>
          <a:endParaRPr lang="zh-CN" altLang="en-US"/>
        </a:p>
      </dgm:t>
    </dgm:pt>
    <dgm:pt modelId="{186DD160-837B-4457-9C8E-2E36CF252BF0}" type="sibTrans" cxnId="{68773BBB-3596-4CF5-A8E2-F16C6C12A5EC}">
      <dgm:prSet/>
      <dgm:spPr/>
      <dgm:t>
        <a:bodyPr/>
        <a:lstStyle/>
        <a:p>
          <a:endParaRPr lang="zh-CN" altLang="en-US"/>
        </a:p>
      </dgm:t>
    </dgm:pt>
    <dgm:pt modelId="{CFF61A1B-6457-4D4B-B3D9-3CCFC42B614C}">
      <dgm:prSet phldrT="[文本]"/>
      <dgm:spPr/>
      <dgm:t>
        <a:bodyPr/>
        <a:lstStyle/>
        <a:p>
          <a:r>
            <a:rPr lang="zh-CN" altLang="en-US" dirty="0" smtClean="0"/>
            <a:t>效率提升</a:t>
          </a:r>
          <a:endParaRPr lang="zh-CN" altLang="en-US" dirty="0"/>
        </a:p>
      </dgm:t>
    </dgm:pt>
    <dgm:pt modelId="{604C83F7-BBB3-461B-B335-EF7C8B594CE9}" type="parTrans" cxnId="{0B41473D-A07B-4F0E-9007-3C8250D61010}">
      <dgm:prSet/>
      <dgm:spPr/>
      <dgm:t>
        <a:bodyPr/>
        <a:lstStyle/>
        <a:p>
          <a:endParaRPr lang="zh-CN" altLang="en-US"/>
        </a:p>
      </dgm:t>
    </dgm:pt>
    <dgm:pt modelId="{5CE2337C-BD10-454A-B945-7FC4D86E0345}" type="sibTrans" cxnId="{0B41473D-A07B-4F0E-9007-3C8250D61010}">
      <dgm:prSet/>
      <dgm:spPr/>
      <dgm:t>
        <a:bodyPr/>
        <a:lstStyle/>
        <a:p>
          <a:endParaRPr lang="zh-CN" altLang="en-US"/>
        </a:p>
      </dgm:t>
    </dgm:pt>
    <dgm:pt modelId="{44526C76-1D35-457B-A681-77EB1D08B777}">
      <dgm:prSet phldrT="[文本]"/>
      <dgm:spPr/>
      <dgm:t>
        <a:bodyPr/>
        <a:lstStyle/>
        <a:p>
          <a:r>
            <a:rPr lang="zh-CN" altLang="en-US" dirty="0" smtClean="0"/>
            <a:t>守护进程</a:t>
          </a:r>
          <a:endParaRPr lang="zh-CN" altLang="en-US" dirty="0"/>
        </a:p>
      </dgm:t>
    </dgm:pt>
    <dgm:pt modelId="{031F6A95-F76D-488E-A5A4-D551EA359D00}" type="parTrans" cxnId="{C92FCDE2-9092-48CB-92B7-8CC9B85547D9}">
      <dgm:prSet/>
      <dgm:spPr/>
      <dgm:t>
        <a:bodyPr/>
        <a:lstStyle/>
        <a:p>
          <a:endParaRPr lang="zh-CN" altLang="en-US"/>
        </a:p>
      </dgm:t>
    </dgm:pt>
    <dgm:pt modelId="{55AF95EA-A97B-4972-B305-1FADA3D8CFD0}" type="sibTrans" cxnId="{C92FCDE2-9092-48CB-92B7-8CC9B85547D9}">
      <dgm:prSet/>
      <dgm:spPr/>
      <dgm:t>
        <a:bodyPr/>
        <a:lstStyle/>
        <a:p>
          <a:endParaRPr lang="zh-CN" altLang="en-US"/>
        </a:p>
      </dgm:t>
    </dgm:pt>
    <dgm:pt modelId="{277C4A05-3468-49B0-86D2-8BB89607D4CE}">
      <dgm:prSet phldrT="[文本]"/>
      <dgm:spPr/>
      <dgm:t>
        <a:bodyPr/>
        <a:lstStyle/>
        <a:p>
          <a:r>
            <a:rPr lang="zh-CN" altLang="en-US" dirty="0" smtClean="0"/>
            <a:t>虚拟</a:t>
          </a:r>
          <a:r>
            <a:rPr lang="en-US" altLang="zh-CN" dirty="0" smtClean="0"/>
            <a:t>IP</a:t>
          </a:r>
          <a:endParaRPr lang="zh-CN" altLang="en-US" dirty="0"/>
        </a:p>
      </dgm:t>
    </dgm:pt>
    <dgm:pt modelId="{D8296171-4594-4CA5-8D70-054693A8FCA5}" type="parTrans" cxnId="{AFE4A9DA-7359-42AF-81E7-FC829B8A542B}">
      <dgm:prSet/>
      <dgm:spPr/>
      <dgm:t>
        <a:bodyPr/>
        <a:lstStyle/>
        <a:p>
          <a:endParaRPr lang="zh-CN" altLang="en-US"/>
        </a:p>
      </dgm:t>
    </dgm:pt>
    <dgm:pt modelId="{F258F6B4-2917-4AF6-A868-5D5ECB052AC8}" type="sibTrans" cxnId="{AFE4A9DA-7359-42AF-81E7-FC829B8A542B}">
      <dgm:prSet/>
      <dgm:spPr/>
      <dgm:t>
        <a:bodyPr/>
        <a:lstStyle/>
        <a:p>
          <a:endParaRPr lang="zh-CN" altLang="en-US"/>
        </a:p>
      </dgm:t>
    </dgm:pt>
    <dgm:pt modelId="{387E6213-9B4C-4B2D-8BCD-EC6837FE32D4}">
      <dgm:prSet phldrT="[文本]"/>
      <dgm:spPr/>
      <dgm:t>
        <a:bodyPr/>
        <a:lstStyle/>
        <a:p>
          <a:r>
            <a:rPr lang="zh-CN" altLang="en-US" dirty="0" smtClean="0"/>
            <a:t>监控报警</a:t>
          </a:r>
          <a:endParaRPr lang="zh-CN" altLang="en-US" dirty="0"/>
        </a:p>
      </dgm:t>
    </dgm:pt>
    <dgm:pt modelId="{253B7123-5D5F-47A4-AF47-D7DFF9B9247F}" type="parTrans" cxnId="{2F94EC40-110D-4587-81E7-ABEA328299FE}">
      <dgm:prSet/>
      <dgm:spPr/>
      <dgm:t>
        <a:bodyPr/>
        <a:lstStyle/>
        <a:p>
          <a:endParaRPr lang="zh-CN" altLang="en-US"/>
        </a:p>
      </dgm:t>
    </dgm:pt>
    <dgm:pt modelId="{32AD21D1-23DD-45D4-AC17-C51A694D0C80}" type="sibTrans" cxnId="{2F94EC40-110D-4587-81E7-ABEA328299FE}">
      <dgm:prSet/>
      <dgm:spPr/>
      <dgm:t>
        <a:bodyPr/>
        <a:lstStyle/>
        <a:p>
          <a:endParaRPr lang="zh-CN" altLang="en-US"/>
        </a:p>
      </dgm:t>
    </dgm:pt>
    <dgm:pt modelId="{A5B2230C-BBC1-40D7-835E-02FC4FE6B1DF}">
      <dgm:prSet phldrT="[文本]"/>
      <dgm:spPr/>
      <dgm:t>
        <a:bodyPr/>
        <a:lstStyle/>
        <a:p>
          <a:r>
            <a:rPr lang="zh-CN" altLang="en-US" dirty="0" smtClean="0"/>
            <a:t>数据安全</a:t>
          </a:r>
          <a:endParaRPr lang="zh-CN" altLang="en-US" dirty="0"/>
        </a:p>
      </dgm:t>
    </dgm:pt>
    <dgm:pt modelId="{E72B7A83-987D-457C-85B6-34AB5C2C6FAD}" type="parTrans" cxnId="{D3C4F248-B2FC-45DB-9663-728DBFAF2A27}">
      <dgm:prSet/>
      <dgm:spPr/>
      <dgm:t>
        <a:bodyPr/>
        <a:lstStyle/>
        <a:p>
          <a:endParaRPr lang="zh-CN" altLang="en-US"/>
        </a:p>
      </dgm:t>
    </dgm:pt>
    <dgm:pt modelId="{4ABE37A4-7EEB-40EE-8916-2B05B9D2F1D0}" type="sibTrans" cxnId="{D3C4F248-B2FC-45DB-9663-728DBFAF2A27}">
      <dgm:prSet/>
      <dgm:spPr/>
      <dgm:t>
        <a:bodyPr/>
        <a:lstStyle/>
        <a:p>
          <a:endParaRPr lang="zh-CN" altLang="en-US"/>
        </a:p>
      </dgm:t>
    </dgm:pt>
    <dgm:pt modelId="{D15F7002-7D42-49A0-B809-7C3EA2AAECF1}">
      <dgm:prSet phldrT="[文本]"/>
      <dgm:spPr/>
      <dgm:t>
        <a:bodyPr/>
        <a:lstStyle/>
        <a:p>
          <a:r>
            <a:rPr lang="zh-CN" altLang="en-US" dirty="0" smtClean="0"/>
            <a:t>热备：</a:t>
          </a:r>
          <a:r>
            <a:rPr lang="en-US" altLang="zh-CN" dirty="0" err="1" smtClean="0"/>
            <a:t>SstBackup</a:t>
          </a:r>
          <a:endParaRPr lang="zh-CN" altLang="en-US" dirty="0"/>
        </a:p>
      </dgm:t>
    </dgm:pt>
    <dgm:pt modelId="{B4ADE22F-08B4-49C3-AD40-D67A20840446}" type="parTrans" cxnId="{A66653DD-2238-4975-86B5-74BA4E76970D}">
      <dgm:prSet/>
      <dgm:spPr/>
      <dgm:t>
        <a:bodyPr/>
        <a:lstStyle/>
        <a:p>
          <a:endParaRPr lang="zh-CN" altLang="en-US"/>
        </a:p>
      </dgm:t>
    </dgm:pt>
    <dgm:pt modelId="{C5B6D4A4-CBB3-4BE4-9C0C-702F47D02300}" type="sibTrans" cxnId="{A66653DD-2238-4975-86B5-74BA4E76970D}">
      <dgm:prSet/>
      <dgm:spPr/>
      <dgm:t>
        <a:bodyPr/>
        <a:lstStyle/>
        <a:p>
          <a:endParaRPr lang="zh-CN" altLang="en-US"/>
        </a:p>
      </dgm:t>
    </dgm:pt>
    <dgm:pt modelId="{0A84726B-F0D9-49F7-9788-66C00BEA82D4}">
      <dgm:prSet phldrT="[文本]"/>
      <dgm:spPr/>
      <dgm:t>
        <a:bodyPr/>
        <a:lstStyle/>
        <a:p>
          <a:r>
            <a:rPr lang="zh-CN" altLang="en-US" dirty="0" smtClean="0"/>
            <a:t>冷备：</a:t>
          </a:r>
          <a:r>
            <a:rPr lang="en-US" altLang="zh-CN" dirty="0" err="1" smtClean="0"/>
            <a:t>BaikalDumper</a:t>
          </a:r>
          <a:endParaRPr lang="zh-CN" altLang="en-US" dirty="0"/>
        </a:p>
      </dgm:t>
    </dgm:pt>
    <dgm:pt modelId="{79086913-E3E1-48A1-9C2C-3E0AE8025B22}" type="parTrans" cxnId="{EFFA114F-FB83-4D89-93A3-365FC0E2A24D}">
      <dgm:prSet/>
      <dgm:spPr/>
      <dgm:t>
        <a:bodyPr/>
        <a:lstStyle/>
        <a:p>
          <a:endParaRPr lang="zh-CN" altLang="en-US"/>
        </a:p>
      </dgm:t>
    </dgm:pt>
    <dgm:pt modelId="{02594A93-3E84-4252-9ABB-BBE0F02A0FB5}" type="sibTrans" cxnId="{EFFA114F-FB83-4D89-93A3-365FC0E2A24D}">
      <dgm:prSet/>
      <dgm:spPr/>
      <dgm:t>
        <a:bodyPr/>
        <a:lstStyle/>
        <a:p>
          <a:endParaRPr lang="zh-CN" altLang="en-US"/>
        </a:p>
      </dgm:t>
    </dgm:pt>
    <dgm:pt modelId="{B64C95C5-FFF0-46E7-8AF4-61203F9B8FBB}">
      <dgm:prSet phldrT="[文本]"/>
      <dgm:spPr/>
      <dgm:t>
        <a:bodyPr/>
        <a:lstStyle/>
        <a:p>
          <a:r>
            <a:rPr lang="zh-CN" altLang="en-US" dirty="0" smtClean="0"/>
            <a:t>值班制度</a:t>
          </a:r>
          <a:endParaRPr lang="zh-CN" altLang="en-US" dirty="0"/>
        </a:p>
      </dgm:t>
    </dgm:pt>
    <dgm:pt modelId="{715B01BF-94DE-4C90-BEB4-AB1BDCA0F787}" type="parTrans" cxnId="{98F29DC9-AB3C-43D5-8C6B-0DEC18DAF29C}">
      <dgm:prSet/>
      <dgm:spPr/>
      <dgm:t>
        <a:bodyPr/>
        <a:lstStyle/>
        <a:p>
          <a:endParaRPr lang="zh-CN" altLang="en-US"/>
        </a:p>
      </dgm:t>
    </dgm:pt>
    <dgm:pt modelId="{FFF98B96-86F9-404E-AA57-A9BC1C8F3C60}" type="sibTrans" cxnId="{98F29DC9-AB3C-43D5-8C6B-0DEC18DAF29C}">
      <dgm:prSet/>
      <dgm:spPr/>
      <dgm:t>
        <a:bodyPr/>
        <a:lstStyle/>
        <a:p>
          <a:endParaRPr lang="zh-CN" altLang="en-US"/>
        </a:p>
      </dgm:t>
    </dgm:pt>
    <dgm:pt modelId="{93E606FB-1EDA-44C3-9016-2E077C67D8CC}">
      <dgm:prSet phldrT="[文本]"/>
      <dgm:spPr/>
      <dgm:t>
        <a:bodyPr/>
        <a:lstStyle/>
        <a:p>
          <a:r>
            <a:rPr lang="zh-CN" altLang="en-US" dirty="0" smtClean="0"/>
            <a:t>应急预案</a:t>
          </a:r>
          <a:endParaRPr lang="zh-CN" altLang="en-US" dirty="0"/>
        </a:p>
      </dgm:t>
    </dgm:pt>
    <dgm:pt modelId="{1A150770-60BF-44F7-A48F-9DDE7783D376}" type="parTrans" cxnId="{994F94CD-26D8-422C-8653-D0BB22C62B27}">
      <dgm:prSet/>
      <dgm:spPr/>
      <dgm:t>
        <a:bodyPr/>
        <a:lstStyle/>
        <a:p>
          <a:endParaRPr lang="zh-CN" altLang="en-US"/>
        </a:p>
      </dgm:t>
    </dgm:pt>
    <dgm:pt modelId="{4619AFA4-F3C8-4C2C-A260-67F1C37F1F53}" type="sibTrans" cxnId="{994F94CD-26D8-422C-8653-D0BB22C62B27}">
      <dgm:prSet/>
      <dgm:spPr/>
      <dgm:t>
        <a:bodyPr/>
        <a:lstStyle/>
        <a:p>
          <a:endParaRPr lang="zh-CN" altLang="en-US"/>
        </a:p>
      </dgm:t>
    </dgm:pt>
    <dgm:pt modelId="{1514FA82-B7EF-40BF-9CDF-448C3766BA62}">
      <dgm:prSet phldrT="[文本]"/>
      <dgm:spPr/>
      <dgm:t>
        <a:bodyPr/>
        <a:lstStyle/>
        <a:p>
          <a:r>
            <a:rPr lang="zh-CN" altLang="en-US" dirty="0" smtClean="0"/>
            <a:t>部署：</a:t>
          </a:r>
          <a:r>
            <a:rPr lang="en-US" altLang="zh-CN" dirty="0" smtClean="0"/>
            <a:t>Double Check</a:t>
          </a:r>
          <a:endParaRPr lang="zh-CN" altLang="en-US" dirty="0"/>
        </a:p>
      </dgm:t>
    </dgm:pt>
    <dgm:pt modelId="{2EE2E8E8-EC78-4D93-AB7D-91FEAD64D3B0}" type="parTrans" cxnId="{E2E1B687-C82F-475C-98DB-96080F122014}">
      <dgm:prSet/>
      <dgm:spPr/>
      <dgm:t>
        <a:bodyPr/>
        <a:lstStyle/>
        <a:p>
          <a:endParaRPr lang="zh-CN" altLang="en-US"/>
        </a:p>
      </dgm:t>
    </dgm:pt>
    <dgm:pt modelId="{C46FCF95-58AB-47DF-8251-15F0C3BE389A}" type="sibTrans" cxnId="{E2E1B687-C82F-475C-98DB-96080F122014}">
      <dgm:prSet/>
      <dgm:spPr/>
      <dgm:t>
        <a:bodyPr/>
        <a:lstStyle/>
        <a:p>
          <a:endParaRPr lang="zh-CN" altLang="en-US"/>
        </a:p>
      </dgm:t>
    </dgm:pt>
    <dgm:pt modelId="{5D98BBAB-8FE1-4603-8EC2-58E9920EDF03}">
      <dgm:prSet phldrT="[文本]"/>
      <dgm:spPr/>
      <dgm:t>
        <a:bodyPr/>
        <a:lstStyle/>
        <a:p>
          <a:r>
            <a:rPr lang="zh-CN" altLang="en-US" dirty="0" smtClean="0"/>
            <a:t>监控：</a:t>
          </a:r>
          <a:r>
            <a:rPr lang="en-US" altLang="zh-CN" dirty="0" smtClean="0"/>
            <a:t>Prometheus</a:t>
          </a:r>
          <a:endParaRPr lang="zh-CN" altLang="en-US" dirty="0"/>
        </a:p>
      </dgm:t>
    </dgm:pt>
    <dgm:pt modelId="{7A4A33AB-3FD9-478F-93B1-73A18FD55413}" type="parTrans" cxnId="{4544048F-80F7-4B43-92F5-7C09E6D5E2DE}">
      <dgm:prSet/>
      <dgm:spPr/>
      <dgm:t>
        <a:bodyPr/>
        <a:lstStyle/>
        <a:p>
          <a:endParaRPr lang="zh-CN" altLang="en-US"/>
        </a:p>
      </dgm:t>
    </dgm:pt>
    <dgm:pt modelId="{D48738EF-1CEF-42C1-8488-256394EEB6D6}" type="sibTrans" cxnId="{4544048F-80F7-4B43-92F5-7C09E6D5E2DE}">
      <dgm:prSet/>
      <dgm:spPr/>
      <dgm:t>
        <a:bodyPr/>
        <a:lstStyle/>
        <a:p>
          <a:endParaRPr lang="zh-CN" altLang="en-US"/>
        </a:p>
      </dgm:t>
    </dgm:pt>
    <dgm:pt modelId="{B8D0C488-2F28-4245-88E2-4A73D3427D00}">
      <dgm:prSet phldrT="[文本]"/>
      <dgm:spPr/>
      <dgm:t>
        <a:bodyPr/>
        <a:lstStyle/>
        <a:p>
          <a:r>
            <a:rPr lang="zh-CN" altLang="en-US" dirty="0" smtClean="0"/>
            <a:t>上线自动化</a:t>
          </a:r>
          <a:endParaRPr lang="zh-CN" altLang="en-US" dirty="0"/>
        </a:p>
      </dgm:t>
    </dgm:pt>
    <dgm:pt modelId="{16DCB52D-2D7D-4213-B8B5-D6C153B4BFD6}" type="parTrans" cxnId="{4E584B83-A4EE-425E-886C-4188467A76EF}">
      <dgm:prSet/>
      <dgm:spPr/>
      <dgm:t>
        <a:bodyPr/>
        <a:lstStyle/>
        <a:p>
          <a:endParaRPr lang="zh-CN" altLang="en-US"/>
        </a:p>
      </dgm:t>
    </dgm:pt>
    <dgm:pt modelId="{CBB76019-8FCB-4F44-9643-94A1777412DA}" type="sibTrans" cxnId="{4E584B83-A4EE-425E-886C-4188467A76EF}">
      <dgm:prSet/>
      <dgm:spPr/>
      <dgm:t>
        <a:bodyPr/>
        <a:lstStyle/>
        <a:p>
          <a:endParaRPr lang="zh-CN" altLang="en-US"/>
        </a:p>
      </dgm:t>
    </dgm:pt>
    <dgm:pt modelId="{36C70F57-D2B9-4829-89F7-7B0549EF5750}">
      <dgm:prSet phldrT="[文本]"/>
      <dgm:spPr/>
      <dgm:t>
        <a:bodyPr/>
        <a:lstStyle/>
        <a:p>
          <a:r>
            <a:rPr lang="zh-CN" altLang="en-US" dirty="0" smtClean="0"/>
            <a:t>监控可视化</a:t>
          </a:r>
          <a:endParaRPr lang="zh-CN" altLang="en-US" dirty="0"/>
        </a:p>
      </dgm:t>
    </dgm:pt>
    <dgm:pt modelId="{84D6D7E0-8550-402E-9110-6C3DFE580455}" type="parTrans" cxnId="{E51CDD7E-F258-4B29-9678-294C7C2E0030}">
      <dgm:prSet/>
      <dgm:spPr/>
      <dgm:t>
        <a:bodyPr/>
        <a:lstStyle/>
        <a:p>
          <a:endParaRPr lang="zh-CN" altLang="en-US"/>
        </a:p>
      </dgm:t>
    </dgm:pt>
    <dgm:pt modelId="{E2186A29-641F-4964-A18B-E3589F73E9F2}" type="sibTrans" cxnId="{E51CDD7E-F258-4B29-9678-294C7C2E0030}">
      <dgm:prSet/>
      <dgm:spPr/>
      <dgm:t>
        <a:bodyPr/>
        <a:lstStyle/>
        <a:p>
          <a:endParaRPr lang="zh-CN" altLang="en-US"/>
        </a:p>
      </dgm:t>
    </dgm:pt>
    <dgm:pt modelId="{F44534F1-7B43-47B5-AFF9-B0DC1E6C4699}">
      <dgm:prSet phldrT="[文本]"/>
      <dgm:spPr/>
      <dgm:t>
        <a:bodyPr/>
        <a:lstStyle/>
        <a:p>
          <a:r>
            <a:rPr lang="zh-CN" altLang="en-US" dirty="0" smtClean="0"/>
            <a:t>运维工具化</a:t>
          </a:r>
          <a:endParaRPr lang="zh-CN" altLang="en-US" dirty="0"/>
        </a:p>
      </dgm:t>
    </dgm:pt>
    <dgm:pt modelId="{A55B4EE6-4B25-48B5-8BA0-1BE13FBA991F}" type="parTrans" cxnId="{269C6F51-7CB4-4818-ABED-DEC963E47ED5}">
      <dgm:prSet/>
      <dgm:spPr/>
      <dgm:t>
        <a:bodyPr/>
        <a:lstStyle/>
        <a:p>
          <a:endParaRPr lang="zh-CN" altLang="en-US"/>
        </a:p>
      </dgm:t>
    </dgm:pt>
    <dgm:pt modelId="{58684EA9-A227-4760-A8EA-7E240D75C24B}" type="sibTrans" cxnId="{269C6F51-7CB4-4818-ABED-DEC963E47ED5}">
      <dgm:prSet/>
      <dgm:spPr/>
      <dgm:t>
        <a:bodyPr/>
        <a:lstStyle/>
        <a:p>
          <a:endParaRPr lang="zh-CN" altLang="en-US"/>
        </a:p>
      </dgm:t>
    </dgm:pt>
    <dgm:pt modelId="{0C438CDD-1E29-4CC1-BA26-36AC37C0B4C9}" type="pres">
      <dgm:prSet presAssocID="{963FE6EE-F5FC-4D84-84AD-C39B5EAAE48A}" presName="cycleMatrixDiagram" presStyleCnt="0">
        <dgm:presLayoutVars>
          <dgm:chMax val="1"/>
          <dgm:dir/>
          <dgm:animLvl val="lvl"/>
          <dgm:resizeHandles val="exact"/>
        </dgm:presLayoutVars>
      </dgm:prSet>
      <dgm:spPr/>
      <dgm:t>
        <a:bodyPr/>
        <a:lstStyle/>
        <a:p>
          <a:endParaRPr lang="zh-CN" altLang="en-US"/>
        </a:p>
      </dgm:t>
    </dgm:pt>
    <dgm:pt modelId="{9562B7A9-0D9D-4EAD-84F3-9D1736B2C518}" type="pres">
      <dgm:prSet presAssocID="{963FE6EE-F5FC-4D84-84AD-C39B5EAAE48A}" presName="children" presStyleCnt="0"/>
      <dgm:spPr/>
    </dgm:pt>
    <dgm:pt modelId="{7468397B-2AB4-4EBD-B298-032B440E834C}" type="pres">
      <dgm:prSet presAssocID="{963FE6EE-F5FC-4D84-84AD-C39B5EAAE48A}" presName="child1group" presStyleCnt="0"/>
      <dgm:spPr/>
    </dgm:pt>
    <dgm:pt modelId="{5BD8F026-7E15-418A-92AC-3B73607004D7}" type="pres">
      <dgm:prSet presAssocID="{963FE6EE-F5FC-4D84-84AD-C39B5EAAE48A}" presName="child1" presStyleLbl="bgAcc1" presStyleIdx="0" presStyleCnt="4"/>
      <dgm:spPr/>
      <dgm:t>
        <a:bodyPr/>
        <a:lstStyle/>
        <a:p>
          <a:endParaRPr lang="zh-CN" altLang="en-US"/>
        </a:p>
      </dgm:t>
    </dgm:pt>
    <dgm:pt modelId="{72DA6C9A-885D-4B70-97D7-67B1CB690872}" type="pres">
      <dgm:prSet presAssocID="{963FE6EE-F5FC-4D84-84AD-C39B5EAAE48A}" presName="child1Text" presStyleLbl="bgAcc1" presStyleIdx="0" presStyleCnt="4">
        <dgm:presLayoutVars>
          <dgm:bulletEnabled val="1"/>
        </dgm:presLayoutVars>
      </dgm:prSet>
      <dgm:spPr/>
      <dgm:t>
        <a:bodyPr/>
        <a:lstStyle/>
        <a:p>
          <a:endParaRPr lang="zh-CN" altLang="en-US"/>
        </a:p>
      </dgm:t>
    </dgm:pt>
    <dgm:pt modelId="{D6A86016-DBA2-4581-8ECE-98AB0925602B}" type="pres">
      <dgm:prSet presAssocID="{963FE6EE-F5FC-4D84-84AD-C39B5EAAE48A}" presName="child2group" presStyleCnt="0"/>
      <dgm:spPr/>
    </dgm:pt>
    <dgm:pt modelId="{F1E49F11-3048-4795-87E4-45782A9301D1}" type="pres">
      <dgm:prSet presAssocID="{963FE6EE-F5FC-4D84-84AD-C39B5EAAE48A}" presName="child2" presStyleLbl="bgAcc1" presStyleIdx="1" presStyleCnt="4" custScaleX="111228"/>
      <dgm:spPr/>
      <dgm:t>
        <a:bodyPr/>
        <a:lstStyle/>
        <a:p>
          <a:endParaRPr lang="zh-CN" altLang="en-US"/>
        </a:p>
      </dgm:t>
    </dgm:pt>
    <dgm:pt modelId="{B12CB208-3513-4F3D-9ABF-31347C806265}" type="pres">
      <dgm:prSet presAssocID="{963FE6EE-F5FC-4D84-84AD-C39B5EAAE48A}" presName="child2Text" presStyleLbl="bgAcc1" presStyleIdx="1" presStyleCnt="4">
        <dgm:presLayoutVars>
          <dgm:bulletEnabled val="1"/>
        </dgm:presLayoutVars>
      </dgm:prSet>
      <dgm:spPr/>
      <dgm:t>
        <a:bodyPr/>
        <a:lstStyle/>
        <a:p>
          <a:endParaRPr lang="zh-CN" altLang="en-US"/>
        </a:p>
      </dgm:t>
    </dgm:pt>
    <dgm:pt modelId="{0C943BA5-7A64-4563-91C9-5B2EB0491BCE}" type="pres">
      <dgm:prSet presAssocID="{963FE6EE-F5FC-4D84-84AD-C39B5EAAE48A}" presName="child3group" presStyleCnt="0"/>
      <dgm:spPr/>
    </dgm:pt>
    <dgm:pt modelId="{57193F50-C720-497E-870B-D8F469BFA2F5}" type="pres">
      <dgm:prSet presAssocID="{963FE6EE-F5FC-4D84-84AD-C39B5EAAE48A}" presName="child3" presStyleLbl="bgAcc1" presStyleIdx="2" presStyleCnt="4"/>
      <dgm:spPr/>
      <dgm:t>
        <a:bodyPr/>
        <a:lstStyle/>
        <a:p>
          <a:endParaRPr lang="zh-CN" altLang="en-US"/>
        </a:p>
      </dgm:t>
    </dgm:pt>
    <dgm:pt modelId="{FC00B292-8B04-4E9B-BDC2-B90B54DA5899}" type="pres">
      <dgm:prSet presAssocID="{963FE6EE-F5FC-4D84-84AD-C39B5EAAE48A}" presName="child3Text" presStyleLbl="bgAcc1" presStyleIdx="2" presStyleCnt="4">
        <dgm:presLayoutVars>
          <dgm:bulletEnabled val="1"/>
        </dgm:presLayoutVars>
      </dgm:prSet>
      <dgm:spPr/>
      <dgm:t>
        <a:bodyPr/>
        <a:lstStyle/>
        <a:p>
          <a:endParaRPr lang="zh-CN" altLang="en-US"/>
        </a:p>
      </dgm:t>
    </dgm:pt>
    <dgm:pt modelId="{E407DABF-8B5C-4990-B97C-7BA9D10C19FD}" type="pres">
      <dgm:prSet presAssocID="{963FE6EE-F5FC-4D84-84AD-C39B5EAAE48A}" presName="child4group" presStyleCnt="0"/>
      <dgm:spPr/>
    </dgm:pt>
    <dgm:pt modelId="{13C70641-5340-4E47-B74C-7C8EBF943787}" type="pres">
      <dgm:prSet presAssocID="{963FE6EE-F5FC-4D84-84AD-C39B5EAAE48A}" presName="child4" presStyleLbl="bgAcc1" presStyleIdx="3" presStyleCnt="4"/>
      <dgm:spPr/>
      <dgm:t>
        <a:bodyPr/>
        <a:lstStyle/>
        <a:p>
          <a:endParaRPr lang="zh-CN" altLang="en-US"/>
        </a:p>
      </dgm:t>
    </dgm:pt>
    <dgm:pt modelId="{CEC215D2-E138-43E3-8A48-A7D8F18B2074}" type="pres">
      <dgm:prSet presAssocID="{963FE6EE-F5FC-4D84-84AD-C39B5EAAE48A}" presName="child4Text" presStyleLbl="bgAcc1" presStyleIdx="3" presStyleCnt="4">
        <dgm:presLayoutVars>
          <dgm:bulletEnabled val="1"/>
        </dgm:presLayoutVars>
      </dgm:prSet>
      <dgm:spPr/>
      <dgm:t>
        <a:bodyPr/>
        <a:lstStyle/>
        <a:p>
          <a:endParaRPr lang="zh-CN" altLang="en-US"/>
        </a:p>
      </dgm:t>
    </dgm:pt>
    <dgm:pt modelId="{651DDC0E-E385-4C81-B24B-C94FDF046286}" type="pres">
      <dgm:prSet presAssocID="{963FE6EE-F5FC-4D84-84AD-C39B5EAAE48A}" presName="childPlaceholder" presStyleCnt="0"/>
      <dgm:spPr/>
    </dgm:pt>
    <dgm:pt modelId="{6E63F95B-1A50-4358-8F2B-6943B7A53EA7}" type="pres">
      <dgm:prSet presAssocID="{963FE6EE-F5FC-4D84-84AD-C39B5EAAE48A}" presName="circle" presStyleCnt="0"/>
      <dgm:spPr/>
    </dgm:pt>
    <dgm:pt modelId="{12ED3000-2CCF-429F-A599-7D429292F108}" type="pres">
      <dgm:prSet presAssocID="{963FE6EE-F5FC-4D84-84AD-C39B5EAAE48A}" presName="quadrant1" presStyleLbl="node1" presStyleIdx="0" presStyleCnt="4">
        <dgm:presLayoutVars>
          <dgm:chMax val="1"/>
          <dgm:bulletEnabled val="1"/>
        </dgm:presLayoutVars>
      </dgm:prSet>
      <dgm:spPr/>
      <dgm:t>
        <a:bodyPr/>
        <a:lstStyle/>
        <a:p>
          <a:endParaRPr lang="zh-CN" altLang="en-US"/>
        </a:p>
      </dgm:t>
    </dgm:pt>
    <dgm:pt modelId="{316AE4E1-9C39-41CC-ACD2-7BD0C51ADB82}" type="pres">
      <dgm:prSet presAssocID="{963FE6EE-F5FC-4D84-84AD-C39B5EAAE48A}" presName="quadrant2" presStyleLbl="node1" presStyleIdx="1" presStyleCnt="4">
        <dgm:presLayoutVars>
          <dgm:chMax val="1"/>
          <dgm:bulletEnabled val="1"/>
        </dgm:presLayoutVars>
      </dgm:prSet>
      <dgm:spPr/>
      <dgm:t>
        <a:bodyPr/>
        <a:lstStyle/>
        <a:p>
          <a:endParaRPr lang="zh-CN" altLang="en-US"/>
        </a:p>
      </dgm:t>
    </dgm:pt>
    <dgm:pt modelId="{093C7D24-9F4D-458F-9B24-E13D399B0A49}" type="pres">
      <dgm:prSet presAssocID="{963FE6EE-F5FC-4D84-84AD-C39B5EAAE48A}" presName="quadrant3" presStyleLbl="node1" presStyleIdx="2" presStyleCnt="4">
        <dgm:presLayoutVars>
          <dgm:chMax val="1"/>
          <dgm:bulletEnabled val="1"/>
        </dgm:presLayoutVars>
      </dgm:prSet>
      <dgm:spPr/>
      <dgm:t>
        <a:bodyPr/>
        <a:lstStyle/>
        <a:p>
          <a:endParaRPr lang="zh-CN" altLang="en-US"/>
        </a:p>
      </dgm:t>
    </dgm:pt>
    <dgm:pt modelId="{1A774423-9F22-452B-BC9D-F3C9B3B415A1}" type="pres">
      <dgm:prSet presAssocID="{963FE6EE-F5FC-4D84-84AD-C39B5EAAE48A}" presName="quadrant4" presStyleLbl="node1" presStyleIdx="3" presStyleCnt="4">
        <dgm:presLayoutVars>
          <dgm:chMax val="1"/>
          <dgm:bulletEnabled val="1"/>
        </dgm:presLayoutVars>
      </dgm:prSet>
      <dgm:spPr/>
      <dgm:t>
        <a:bodyPr/>
        <a:lstStyle/>
        <a:p>
          <a:endParaRPr lang="zh-CN" altLang="en-US"/>
        </a:p>
      </dgm:t>
    </dgm:pt>
    <dgm:pt modelId="{D64ACF2E-F443-4325-881B-BCEFDD4A83F3}" type="pres">
      <dgm:prSet presAssocID="{963FE6EE-F5FC-4D84-84AD-C39B5EAAE48A}" presName="quadrantPlaceholder" presStyleCnt="0"/>
      <dgm:spPr/>
    </dgm:pt>
    <dgm:pt modelId="{4F2FB590-5FA3-470E-94BD-206740361D53}" type="pres">
      <dgm:prSet presAssocID="{963FE6EE-F5FC-4D84-84AD-C39B5EAAE48A}" presName="center1" presStyleLbl="fgShp" presStyleIdx="0" presStyleCnt="2"/>
      <dgm:spPr/>
    </dgm:pt>
    <dgm:pt modelId="{5E9F2510-4385-4C69-AFF5-30D68F63D61B}" type="pres">
      <dgm:prSet presAssocID="{963FE6EE-F5FC-4D84-84AD-C39B5EAAE48A}" presName="center2" presStyleLbl="fgShp" presStyleIdx="1" presStyleCnt="2"/>
      <dgm:spPr/>
    </dgm:pt>
  </dgm:ptLst>
  <dgm:cxnLst>
    <dgm:cxn modelId="{C92FCDE2-9092-48CB-92B7-8CC9B85547D9}" srcId="{B4D27B20-3D67-47F8-B49B-41BCA9DAECA3}" destId="{44526C76-1D35-457B-A681-77EB1D08B777}" srcOrd="1" destOrd="0" parTransId="{031F6A95-F76D-488E-A5A4-D551EA359D00}" sibTransId="{55AF95EA-A97B-4972-B305-1FADA3D8CFD0}"/>
    <dgm:cxn modelId="{C9BF28CC-4232-4583-A216-57CE0B34741F}" type="presOf" srcId="{5D98BBAB-8FE1-4603-8EC2-58E9920EDF03}" destId="{57193F50-C720-497E-870B-D8F469BFA2F5}" srcOrd="0" destOrd="1" presId="urn:microsoft.com/office/officeart/2005/8/layout/cycle4"/>
    <dgm:cxn modelId="{837FC6C3-FC15-4985-88DA-ABA911C0D914}" type="presOf" srcId="{B8D0C488-2F28-4245-88E2-4A73D3427D00}" destId="{13C70641-5340-4E47-B74C-7C8EBF943787}" srcOrd="0" destOrd="0" presId="urn:microsoft.com/office/officeart/2005/8/layout/cycle4"/>
    <dgm:cxn modelId="{AFE4A9DA-7359-42AF-81E7-FC829B8A542B}" srcId="{B4D27B20-3D67-47F8-B49B-41BCA9DAECA3}" destId="{277C4A05-3468-49B0-86D2-8BB89607D4CE}" srcOrd="2" destOrd="0" parTransId="{D8296171-4594-4CA5-8D70-054693A8FCA5}" sibTransId="{F258F6B4-2917-4AF6-A868-5D5ECB052AC8}"/>
    <dgm:cxn modelId="{B57D9BE7-C830-4CF0-B1A9-81C7F588DC5B}" type="presOf" srcId="{0A84726B-F0D9-49F7-9788-66C00BEA82D4}" destId="{F1E49F11-3048-4795-87E4-45782A9301D1}" srcOrd="0" destOrd="1" presId="urn:microsoft.com/office/officeart/2005/8/layout/cycle4"/>
    <dgm:cxn modelId="{EFFA114F-FB83-4D89-93A3-365FC0E2A24D}" srcId="{A5B2230C-BBC1-40D7-835E-02FC4FE6B1DF}" destId="{0A84726B-F0D9-49F7-9788-66C00BEA82D4}" srcOrd="1" destOrd="0" parTransId="{79086913-E3E1-48A1-9C2C-3E0AE8025B22}" sibTransId="{02594A93-3E84-4252-9ABB-BBE0F02A0FB5}"/>
    <dgm:cxn modelId="{994F94CD-26D8-422C-8653-D0BB22C62B27}" srcId="{45F91366-7D3B-46B5-8811-0BAD961A1F47}" destId="{93E606FB-1EDA-44C3-9016-2E077C67D8CC}" srcOrd="3" destOrd="0" parTransId="{1A150770-60BF-44F7-A48F-9DDE7783D376}" sibTransId="{4619AFA4-F3C8-4C2C-A260-67F1C37F1F53}"/>
    <dgm:cxn modelId="{4544048F-80F7-4B43-92F5-7C09E6D5E2DE}" srcId="{45F91366-7D3B-46B5-8811-0BAD961A1F47}" destId="{5D98BBAB-8FE1-4603-8EC2-58E9920EDF03}" srcOrd="1" destOrd="0" parTransId="{7A4A33AB-3FD9-478F-93B1-73A18FD55413}" sibTransId="{D48738EF-1CEF-42C1-8488-256394EEB6D6}"/>
    <dgm:cxn modelId="{B3880834-421E-43FB-A055-360ECC5B7FB8}" type="presOf" srcId="{93E606FB-1EDA-44C3-9016-2E077C67D8CC}" destId="{57193F50-C720-497E-870B-D8F469BFA2F5}" srcOrd="0" destOrd="3" presId="urn:microsoft.com/office/officeart/2005/8/layout/cycle4"/>
    <dgm:cxn modelId="{103FA956-BE9F-4DC5-BBBC-99E8F8A9CE5C}" type="presOf" srcId="{D15F7002-7D42-49A0-B809-7C3EA2AAECF1}" destId="{F1E49F11-3048-4795-87E4-45782A9301D1}" srcOrd="0" destOrd="0" presId="urn:microsoft.com/office/officeart/2005/8/layout/cycle4"/>
    <dgm:cxn modelId="{CCEE95F8-21DD-459B-9647-F62CBF8E2E6F}" type="presOf" srcId="{277C4A05-3468-49B0-86D2-8BB89607D4CE}" destId="{5BD8F026-7E15-418A-92AC-3B73607004D7}" srcOrd="0" destOrd="2" presId="urn:microsoft.com/office/officeart/2005/8/layout/cycle4"/>
    <dgm:cxn modelId="{B61F4458-BC68-41B6-B7A4-452F6A63A046}" type="presOf" srcId="{1514FA82-B7EF-40BF-9CDF-448C3766BA62}" destId="{57193F50-C720-497E-870B-D8F469BFA2F5}" srcOrd="0" destOrd="0" presId="urn:microsoft.com/office/officeart/2005/8/layout/cycle4"/>
    <dgm:cxn modelId="{20B5592A-8B31-4584-A99B-4B09862499B5}" type="presOf" srcId="{B4D27B20-3D67-47F8-B49B-41BCA9DAECA3}" destId="{12ED3000-2CCF-429F-A599-7D429292F108}" srcOrd="0" destOrd="0" presId="urn:microsoft.com/office/officeart/2005/8/layout/cycle4"/>
    <dgm:cxn modelId="{A66653DD-2238-4975-86B5-74BA4E76970D}" srcId="{A5B2230C-BBC1-40D7-835E-02FC4FE6B1DF}" destId="{D15F7002-7D42-49A0-B809-7C3EA2AAECF1}" srcOrd="0" destOrd="0" parTransId="{B4ADE22F-08B4-49C3-AD40-D67A20840446}" sibTransId="{C5B6D4A4-CBB3-4BE4-9C0C-702F47D02300}"/>
    <dgm:cxn modelId="{7FAA0472-FA38-4E14-8C2C-CDDB506145B2}" type="presOf" srcId="{B64C95C5-FFF0-46E7-8AF4-61203F9B8FBB}" destId="{57193F50-C720-497E-870B-D8F469BFA2F5}" srcOrd="0" destOrd="2" presId="urn:microsoft.com/office/officeart/2005/8/layout/cycle4"/>
    <dgm:cxn modelId="{2F94EC40-110D-4587-81E7-ABEA328299FE}" srcId="{B4D27B20-3D67-47F8-B49B-41BCA9DAECA3}" destId="{387E6213-9B4C-4B2D-8BCD-EC6837FE32D4}" srcOrd="0" destOrd="0" parTransId="{253B7123-5D5F-47A4-AF47-D7DFF9B9247F}" sibTransId="{32AD21D1-23DD-45D4-AC17-C51A694D0C80}"/>
    <dgm:cxn modelId="{68773BBB-3596-4CF5-A8E2-F16C6C12A5EC}" srcId="{963FE6EE-F5FC-4D84-84AD-C39B5EAAE48A}" destId="{45F91366-7D3B-46B5-8811-0BAD961A1F47}" srcOrd="2" destOrd="0" parTransId="{F20F3893-6382-4CA1-9597-838210FB089A}" sibTransId="{186DD160-837B-4457-9C8E-2E36CF252BF0}"/>
    <dgm:cxn modelId="{FFA49C4C-D48E-4A23-BE78-047C94DE699C}" type="presOf" srcId="{B8D0C488-2F28-4245-88E2-4A73D3427D00}" destId="{CEC215D2-E138-43E3-8A48-A7D8F18B2074}" srcOrd="1" destOrd="0" presId="urn:microsoft.com/office/officeart/2005/8/layout/cycle4"/>
    <dgm:cxn modelId="{4E584B83-A4EE-425E-886C-4188467A76EF}" srcId="{CFF61A1B-6457-4D4B-B3D9-3CCFC42B614C}" destId="{B8D0C488-2F28-4245-88E2-4A73D3427D00}" srcOrd="0" destOrd="0" parTransId="{16DCB52D-2D7D-4213-B8B5-D6C153B4BFD6}" sibTransId="{CBB76019-8FCB-4F44-9643-94A1777412DA}"/>
    <dgm:cxn modelId="{60AACA78-29FF-4D52-ACE1-C3E494D84FA5}" type="presOf" srcId="{CFF61A1B-6457-4D4B-B3D9-3CCFC42B614C}" destId="{1A774423-9F22-452B-BC9D-F3C9B3B415A1}" srcOrd="0" destOrd="0" presId="urn:microsoft.com/office/officeart/2005/8/layout/cycle4"/>
    <dgm:cxn modelId="{915B33B0-D366-4048-8B9F-F4061F075EA7}" type="presOf" srcId="{36C70F57-D2B9-4829-89F7-7B0549EF5750}" destId="{CEC215D2-E138-43E3-8A48-A7D8F18B2074}" srcOrd="1" destOrd="1" presId="urn:microsoft.com/office/officeart/2005/8/layout/cycle4"/>
    <dgm:cxn modelId="{7BB1ED5F-0845-49ED-A062-1596A2257E7F}" type="presOf" srcId="{277C4A05-3468-49B0-86D2-8BB89607D4CE}" destId="{72DA6C9A-885D-4B70-97D7-67B1CB690872}" srcOrd="1" destOrd="2" presId="urn:microsoft.com/office/officeart/2005/8/layout/cycle4"/>
    <dgm:cxn modelId="{0B41473D-A07B-4F0E-9007-3C8250D61010}" srcId="{963FE6EE-F5FC-4D84-84AD-C39B5EAAE48A}" destId="{CFF61A1B-6457-4D4B-B3D9-3CCFC42B614C}" srcOrd="3" destOrd="0" parTransId="{604C83F7-BBB3-461B-B335-EF7C8B594CE9}" sibTransId="{5CE2337C-BD10-454A-B945-7FC4D86E0345}"/>
    <dgm:cxn modelId="{B17FDF38-BDCF-4295-9FB4-A6C6D1AEEC3D}" type="presOf" srcId="{B64C95C5-FFF0-46E7-8AF4-61203F9B8FBB}" destId="{FC00B292-8B04-4E9B-BDC2-B90B54DA5899}" srcOrd="1" destOrd="2" presId="urn:microsoft.com/office/officeart/2005/8/layout/cycle4"/>
    <dgm:cxn modelId="{2BAEF2F9-8200-40DC-9639-DAE89AF35DEC}" type="presOf" srcId="{0A84726B-F0D9-49F7-9788-66C00BEA82D4}" destId="{B12CB208-3513-4F3D-9ABF-31347C806265}" srcOrd="1" destOrd="1" presId="urn:microsoft.com/office/officeart/2005/8/layout/cycle4"/>
    <dgm:cxn modelId="{F1EA0050-9518-4473-A872-FE05624A011F}" type="presOf" srcId="{44526C76-1D35-457B-A681-77EB1D08B777}" destId="{72DA6C9A-885D-4B70-97D7-67B1CB690872}" srcOrd="1" destOrd="1" presId="urn:microsoft.com/office/officeart/2005/8/layout/cycle4"/>
    <dgm:cxn modelId="{FE8831C1-56EE-4168-B2D0-6D7C3AF54918}" type="presOf" srcId="{D15F7002-7D42-49A0-B809-7C3EA2AAECF1}" destId="{B12CB208-3513-4F3D-9ABF-31347C806265}" srcOrd="1" destOrd="0" presId="urn:microsoft.com/office/officeart/2005/8/layout/cycle4"/>
    <dgm:cxn modelId="{98F29DC9-AB3C-43D5-8C6B-0DEC18DAF29C}" srcId="{45F91366-7D3B-46B5-8811-0BAD961A1F47}" destId="{B64C95C5-FFF0-46E7-8AF4-61203F9B8FBB}" srcOrd="2" destOrd="0" parTransId="{715B01BF-94DE-4C90-BEB4-AB1BDCA0F787}" sibTransId="{FFF98B96-86F9-404E-AA57-A9BC1C8F3C60}"/>
    <dgm:cxn modelId="{40B6CCC1-7553-433B-84C3-5CB4003136D6}" type="presOf" srcId="{F44534F1-7B43-47B5-AFF9-B0DC1E6C4699}" destId="{CEC215D2-E138-43E3-8A48-A7D8F18B2074}" srcOrd="1" destOrd="2" presId="urn:microsoft.com/office/officeart/2005/8/layout/cycle4"/>
    <dgm:cxn modelId="{D3C4F248-B2FC-45DB-9663-728DBFAF2A27}" srcId="{963FE6EE-F5FC-4D84-84AD-C39B5EAAE48A}" destId="{A5B2230C-BBC1-40D7-835E-02FC4FE6B1DF}" srcOrd="1" destOrd="0" parTransId="{E72B7A83-987D-457C-85B6-34AB5C2C6FAD}" sibTransId="{4ABE37A4-7EEB-40EE-8916-2B05B9D2F1D0}"/>
    <dgm:cxn modelId="{C6BFFDE4-99C4-4E7F-906C-066BEA1F0771}" srcId="{963FE6EE-F5FC-4D84-84AD-C39B5EAAE48A}" destId="{B4D27B20-3D67-47F8-B49B-41BCA9DAECA3}" srcOrd="0" destOrd="0" parTransId="{6E6A7CA4-F6E1-4460-958B-A453C8E4411F}" sibTransId="{47344FAA-C0A6-4745-B7C7-E47550B3BB1F}"/>
    <dgm:cxn modelId="{E3AEA13F-4777-4078-AB6B-C8FAC644F412}" type="presOf" srcId="{45F91366-7D3B-46B5-8811-0BAD961A1F47}" destId="{093C7D24-9F4D-458F-9B24-E13D399B0A49}" srcOrd="0" destOrd="0" presId="urn:microsoft.com/office/officeart/2005/8/layout/cycle4"/>
    <dgm:cxn modelId="{E61865C1-B972-4EA5-9177-024D5356DFB0}" type="presOf" srcId="{963FE6EE-F5FC-4D84-84AD-C39B5EAAE48A}" destId="{0C438CDD-1E29-4CC1-BA26-36AC37C0B4C9}" srcOrd="0" destOrd="0" presId="urn:microsoft.com/office/officeart/2005/8/layout/cycle4"/>
    <dgm:cxn modelId="{E51CDD7E-F258-4B29-9678-294C7C2E0030}" srcId="{CFF61A1B-6457-4D4B-B3D9-3CCFC42B614C}" destId="{36C70F57-D2B9-4829-89F7-7B0549EF5750}" srcOrd="1" destOrd="0" parTransId="{84D6D7E0-8550-402E-9110-6C3DFE580455}" sibTransId="{E2186A29-641F-4964-A18B-E3589F73E9F2}"/>
    <dgm:cxn modelId="{8A89FBC9-8A30-4EC0-BAFC-60BBC6D75F77}" type="presOf" srcId="{36C70F57-D2B9-4829-89F7-7B0549EF5750}" destId="{13C70641-5340-4E47-B74C-7C8EBF943787}" srcOrd="0" destOrd="1" presId="urn:microsoft.com/office/officeart/2005/8/layout/cycle4"/>
    <dgm:cxn modelId="{269C6F51-7CB4-4818-ABED-DEC963E47ED5}" srcId="{CFF61A1B-6457-4D4B-B3D9-3CCFC42B614C}" destId="{F44534F1-7B43-47B5-AFF9-B0DC1E6C4699}" srcOrd="2" destOrd="0" parTransId="{A55B4EE6-4B25-48B5-8BA0-1BE13FBA991F}" sibTransId="{58684EA9-A227-4760-A8EA-7E240D75C24B}"/>
    <dgm:cxn modelId="{5D9C4971-CB66-433B-A8C3-6C85D75C995D}" type="presOf" srcId="{93E606FB-1EDA-44C3-9016-2E077C67D8CC}" destId="{FC00B292-8B04-4E9B-BDC2-B90B54DA5899}" srcOrd="1" destOrd="3" presId="urn:microsoft.com/office/officeart/2005/8/layout/cycle4"/>
    <dgm:cxn modelId="{541C0E0F-553A-4728-B4DF-6EDEED964B22}" type="presOf" srcId="{A5B2230C-BBC1-40D7-835E-02FC4FE6B1DF}" destId="{316AE4E1-9C39-41CC-ACD2-7BD0C51ADB82}" srcOrd="0" destOrd="0" presId="urn:microsoft.com/office/officeart/2005/8/layout/cycle4"/>
    <dgm:cxn modelId="{45A66725-4C99-4B3E-A9FE-12EEE82D81E3}" type="presOf" srcId="{5D98BBAB-8FE1-4603-8EC2-58E9920EDF03}" destId="{FC00B292-8B04-4E9B-BDC2-B90B54DA5899}" srcOrd="1" destOrd="1" presId="urn:microsoft.com/office/officeart/2005/8/layout/cycle4"/>
    <dgm:cxn modelId="{94702CF7-F806-4F7E-9E03-B093D486E88A}" type="presOf" srcId="{1514FA82-B7EF-40BF-9CDF-448C3766BA62}" destId="{FC00B292-8B04-4E9B-BDC2-B90B54DA5899}" srcOrd="1" destOrd="0" presId="urn:microsoft.com/office/officeart/2005/8/layout/cycle4"/>
    <dgm:cxn modelId="{98715EAA-5898-4F40-9DA8-29DD67E50A55}" type="presOf" srcId="{387E6213-9B4C-4B2D-8BCD-EC6837FE32D4}" destId="{5BD8F026-7E15-418A-92AC-3B73607004D7}" srcOrd="0" destOrd="0" presId="urn:microsoft.com/office/officeart/2005/8/layout/cycle4"/>
    <dgm:cxn modelId="{1A31DC77-DE17-48F3-8EAB-C17128D8C2CB}" type="presOf" srcId="{44526C76-1D35-457B-A681-77EB1D08B777}" destId="{5BD8F026-7E15-418A-92AC-3B73607004D7}" srcOrd="0" destOrd="1" presId="urn:microsoft.com/office/officeart/2005/8/layout/cycle4"/>
    <dgm:cxn modelId="{E3FA6171-B256-4B35-8FBA-A9F04A0EB00A}" type="presOf" srcId="{387E6213-9B4C-4B2D-8BCD-EC6837FE32D4}" destId="{72DA6C9A-885D-4B70-97D7-67B1CB690872}" srcOrd="1" destOrd="0" presId="urn:microsoft.com/office/officeart/2005/8/layout/cycle4"/>
    <dgm:cxn modelId="{E2E1B687-C82F-475C-98DB-96080F122014}" srcId="{45F91366-7D3B-46B5-8811-0BAD961A1F47}" destId="{1514FA82-B7EF-40BF-9CDF-448C3766BA62}" srcOrd="0" destOrd="0" parTransId="{2EE2E8E8-EC78-4D93-AB7D-91FEAD64D3B0}" sibTransId="{C46FCF95-58AB-47DF-8251-15F0C3BE389A}"/>
    <dgm:cxn modelId="{C51C07AE-D6BE-4A2B-8E75-071F51A4875F}" type="presOf" srcId="{F44534F1-7B43-47B5-AFF9-B0DC1E6C4699}" destId="{13C70641-5340-4E47-B74C-7C8EBF943787}" srcOrd="0" destOrd="2" presId="urn:microsoft.com/office/officeart/2005/8/layout/cycle4"/>
    <dgm:cxn modelId="{53B826B9-B444-4E1B-B3D5-FF01F9A12C91}" type="presParOf" srcId="{0C438CDD-1E29-4CC1-BA26-36AC37C0B4C9}" destId="{9562B7A9-0D9D-4EAD-84F3-9D1736B2C518}" srcOrd="0" destOrd="0" presId="urn:microsoft.com/office/officeart/2005/8/layout/cycle4"/>
    <dgm:cxn modelId="{31C84064-A59A-4506-821C-C2FE3FD10D3A}" type="presParOf" srcId="{9562B7A9-0D9D-4EAD-84F3-9D1736B2C518}" destId="{7468397B-2AB4-4EBD-B298-032B440E834C}" srcOrd="0" destOrd="0" presId="urn:microsoft.com/office/officeart/2005/8/layout/cycle4"/>
    <dgm:cxn modelId="{1515A640-A06F-4A73-86B5-35DAB873B3F5}" type="presParOf" srcId="{7468397B-2AB4-4EBD-B298-032B440E834C}" destId="{5BD8F026-7E15-418A-92AC-3B73607004D7}" srcOrd="0" destOrd="0" presId="urn:microsoft.com/office/officeart/2005/8/layout/cycle4"/>
    <dgm:cxn modelId="{BC61E72F-31A9-4F88-80F5-9F5256A16C26}" type="presParOf" srcId="{7468397B-2AB4-4EBD-B298-032B440E834C}" destId="{72DA6C9A-885D-4B70-97D7-67B1CB690872}" srcOrd="1" destOrd="0" presId="urn:microsoft.com/office/officeart/2005/8/layout/cycle4"/>
    <dgm:cxn modelId="{B8851E79-424B-4586-AE1A-5720B4AE4B1A}" type="presParOf" srcId="{9562B7A9-0D9D-4EAD-84F3-9D1736B2C518}" destId="{D6A86016-DBA2-4581-8ECE-98AB0925602B}" srcOrd="1" destOrd="0" presId="urn:microsoft.com/office/officeart/2005/8/layout/cycle4"/>
    <dgm:cxn modelId="{2EF52B65-2E5A-4ED7-AF4F-B7544C37BE01}" type="presParOf" srcId="{D6A86016-DBA2-4581-8ECE-98AB0925602B}" destId="{F1E49F11-3048-4795-87E4-45782A9301D1}" srcOrd="0" destOrd="0" presId="urn:microsoft.com/office/officeart/2005/8/layout/cycle4"/>
    <dgm:cxn modelId="{E13003DF-910C-403D-8C26-0ECBE1DAC5B7}" type="presParOf" srcId="{D6A86016-DBA2-4581-8ECE-98AB0925602B}" destId="{B12CB208-3513-4F3D-9ABF-31347C806265}" srcOrd="1" destOrd="0" presId="urn:microsoft.com/office/officeart/2005/8/layout/cycle4"/>
    <dgm:cxn modelId="{4B94C761-70D4-4570-8993-A4960AC970AC}" type="presParOf" srcId="{9562B7A9-0D9D-4EAD-84F3-9D1736B2C518}" destId="{0C943BA5-7A64-4563-91C9-5B2EB0491BCE}" srcOrd="2" destOrd="0" presId="urn:microsoft.com/office/officeart/2005/8/layout/cycle4"/>
    <dgm:cxn modelId="{FF37E736-51AE-442B-935C-800749DEB23C}" type="presParOf" srcId="{0C943BA5-7A64-4563-91C9-5B2EB0491BCE}" destId="{57193F50-C720-497E-870B-D8F469BFA2F5}" srcOrd="0" destOrd="0" presId="urn:microsoft.com/office/officeart/2005/8/layout/cycle4"/>
    <dgm:cxn modelId="{9CBC2808-5C4F-4548-A938-89180EB3140E}" type="presParOf" srcId="{0C943BA5-7A64-4563-91C9-5B2EB0491BCE}" destId="{FC00B292-8B04-4E9B-BDC2-B90B54DA5899}" srcOrd="1" destOrd="0" presId="urn:microsoft.com/office/officeart/2005/8/layout/cycle4"/>
    <dgm:cxn modelId="{BBDFE8AB-C599-43C9-8683-CD28A27EC309}" type="presParOf" srcId="{9562B7A9-0D9D-4EAD-84F3-9D1736B2C518}" destId="{E407DABF-8B5C-4990-B97C-7BA9D10C19FD}" srcOrd="3" destOrd="0" presId="urn:microsoft.com/office/officeart/2005/8/layout/cycle4"/>
    <dgm:cxn modelId="{C8DC97B0-0288-4711-97E0-B693C1F296A8}" type="presParOf" srcId="{E407DABF-8B5C-4990-B97C-7BA9D10C19FD}" destId="{13C70641-5340-4E47-B74C-7C8EBF943787}" srcOrd="0" destOrd="0" presId="urn:microsoft.com/office/officeart/2005/8/layout/cycle4"/>
    <dgm:cxn modelId="{007D3C62-4BBB-4F80-8A56-A6D78F9B6807}" type="presParOf" srcId="{E407DABF-8B5C-4990-B97C-7BA9D10C19FD}" destId="{CEC215D2-E138-43E3-8A48-A7D8F18B2074}" srcOrd="1" destOrd="0" presId="urn:microsoft.com/office/officeart/2005/8/layout/cycle4"/>
    <dgm:cxn modelId="{7968AF8F-2DD4-4EE9-B2F8-2DF7D7829E91}" type="presParOf" srcId="{9562B7A9-0D9D-4EAD-84F3-9D1736B2C518}" destId="{651DDC0E-E385-4C81-B24B-C94FDF046286}" srcOrd="4" destOrd="0" presId="urn:microsoft.com/office/officeart/2005/8/layout/cycle4"/>
    <dgm:cxn modelId="{A15B86F9-A649-47AA-8879-4736F1A1C7BA}" type="presParOf" srcId="{0C438CDD-1E29-4CC1-BA26-36AC37C0B4C9}" destId="{6E63F95B-1A50-4358-8F2B-6943B7A53EA7}" srcOrd="1" destOrd="0" presId="urn:microsoft.com/office/officeart/2005/8/layout/cycle4"/>
    <dgm:cxn modelId="{6CB8980C-374E-4013-A8DC-5482BED1F45D}" type="presParOf" srcId="{6E63F95B-1A50-4358-8F2B-6943B7A53EA7}" destId="{12ED3000-2CCF-429F-A599-7D429292F108}" srcOrd="0" destOrd="0" presId="urn:microsoft.com/office/officeart/2005/8/layout/cycle4"/>
    <dgm:cxn modelId="{27F70FF2-BFBF-4794-8D88-5CD45CA3B9A1}" type="presParOf" srcId="{6E63F95B-1A50-4358-8F2B-6943B7A53EA7}" destId="{316AE4E1-9C39-41CC-ACD2-7BD0C51ADB82}" srcOrd="1" destOrd="0" presId="urn:microsoft.com/office/officeart/2005/8/layout/cycle4"/>
    <dgm:cxn modelId="{DD406498-8967-4F3C-B779-D8293C12F36A}" type="presParOf" srcId="{6E63F95B-1A50-4358-8F2B-6943B7A53EA7}" destId="{093C7D24-9F4D-458F-9B24-E13D399B0A49}" srcOrd="2" destOrd="0" presId="urn:microsoft.com/office/officeart/2005/8/layout/cycle4"/>
    <dgm:cxn modelId="{06F99BDB-236F-47E4-A4EC-0CE4191E94B1}" type="presParOf" srcId="{6E63F95B-1A50-4358-8F2B-6943B7A53EA7}" destId="{1A774423-9F22-452B-BC9D-F3C9B3B415A1}" srcOrd="3" destOrd="0" presId="urn:microsoft.com/office/officeart/2005/8/layout/cycle4"/>
    <dgm:cxn modelId="{ECA69EDE-A674-40A7-B348-B0E535DF46AA}" type="presParOf" srcId="{6E63F95B-1A50-4358-8F2B-6943B7A53EA7}" destId="{D64ACF2E-F443-4325-881B-BCEFDD4A83F3}" srcOrd="4" destOrd="0" presId="urn:microsoft.com/office/officeart/2005/8/layout/cycle4"/>
    <dgm:cxn modelId="{C855E076-5734-4ABA-98F5-4DA8C222776A}" type="presParOf" srcId="{0C438CDD-1E29-4CC1-BA26-36AC37C0B4C9}" destId="{4F2FB590-5FA3-470E-94BD-206740361D53}" srcOrd="2" destOrd="0" presId="urn:microsoft.com/office/officeart/2005/8/layout/cycle4"/>
    <dgm:cxn modelId="{E52E0851-6848-4CA9-9E95-B9D96B6FDF08}" type="presParOf" srcId="{0C438CDD-1E29-4CC1-BA26-36AC37C0B4C9}" destId="{5E9F2510-4385-4C69-AFF5-30D68F63D61B}" srcOrd="3" destOrd="0" presId="urn:microsoft.com/office/officeart/2005/8/layout/cycle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AA80FF1-02E2-41EB-8E2C-0FA551E319B7}"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BCEC449A-5A2B-4239-B66E-4DA229A1C0E6}">
      <dgm:prSet/>
      <dgm:spPr/>
      <dgm:t>
        <a:bodyPr/>
        <a:lstStyle/>
        <a:p>
          <a:pPr rtl="0"/>
          <a:r>
            <a:rPr lang="zh-CN" dirty="0" smtClean="0">
              <a:latin typeface="微软雅黑" panose="020B0503020204020204" pitchFamily="34" charset="-122"/>
              <a:ea typeface="微软雅黑" panose="020B0503020204020204" pitchFamily="34" charset="-122"/>
            </a:rPr>
            <a:t>性能测试</a:t>
          </a:r>
          <a:endParaRPr lang="zh-CN" dirty="0">
            <a:latin typeface="微软雅黑" panose="020B0503020204020204" pitchFamily="34" charset="-122"/>
            <a:ea typeface="微软雅黑" panose="020B0503020204020204" pitchFamily="34" charset="-122"/>
          </a:endParaRPr>
        </a:p>
      </dgm:t>
    </dgm:pt>
    <dgm:pt modelId="{ED98DB18-A8EC-4520-88A2-510852908468}" type="parTrans" cxnId="{F9478898-352A-459E-A419-751F00821B55}">
      <dgm:prSet/>
      <dgm:spPr/>
      <dgm:t>
        <a:bodyPr/>
        <a:lstStyle/>
        <a:p>
          <a:endParaRPr lang="zh-CN" altLang="en-US"/>
        </a:p>
      </dgm:t>
    </dgm:pt>
    <dgm:pt modelId="{91039A74-B8F0-4B8E-8440-F5EF402A3917}" type="sibTrans" cxnId="{F9478898-352A-459E-A419-751F00821B55}">
      <dgm:prSet/>
      <dgm:spPr/>
      <dgm:t>
        <a:bodyPr/>
        <a:lstStyle/>
        <a:p>
          <a:endParaRPr lang="zh-CN" altLang="en-US"/>
        </a:p>
      </dgm:t>
    </dgm:pt>
    <dgm:pt modelId="{60D45D4D-563A-4CC9-828D-065C244923C5}">
      <dgm:prSet/>
      <dgm:spPr/>
      <dgm:t>
        <a:bodyPr/>
        <a:lstStyle/>
        <a:p>
          <a:pPr rtl="0"/>
          <a:r>
            <a:rPr lang="zh-CN" dirty="0" smtClean="0">
              <a:latin typeface="微软雅黑" panose="020B0503020204020204" pitchFamily="34" charset="-122"/>
              <a:ea typeface="微软雅黑" panose="020B0503020204020204" pitchFamily="34" charset="-122"/>
            </a:rPr>
            <a:t>读： </a:t>
          </a:r>
          <a:r>
            <a:rPr lang="en-US" dirty="0" smtClean="0">
              <a:latin typeface="微软雅黑" panose="020B0503020204020204" pitchFamily="34" charset="-122"/>
              <a:ea typeface="微软雅黑" panose="020B0503020204020204" pitchFamily="34" charset="-122"/>
            </a:rPr>
            <a:t>5</a:t>
          </a:r>
          <a:r>
            <a:rPr lang="zh-CN" dirty="0" smtClean="0">
              <a:latin typeface="微软雅黑" panose="020B0503020204020204" pitchFamily="34" charset="-122"/>
              <a:ea typeface="微软雅黑" panose="020B0503020204020204" pitchFamily="34" charset="-122"/>
            </a:rPr>
            <a:t>节点读容量为</a:t>
          </a:r>
          <a:r>
            <a:rPr lang="en-US" dirty="0" smtClean="0">
              <a:latin typeface="微软雅黑" panose="020B0503020204020204" pitchFamily="34" charset="-122"/>
              <a:ea typeface="微软雅黑" panose="020B0503020204020204" pitchFamily="34" charset="-122"/>
            </a:rPr>
            <a:t>72K+TPS</a:t>
          </a:r>
          <a:r>
            <a:rPr lang="zh-CN" dirty="0" smtClean="0">
              <a:latin typeface="微软雅黑" panose="020B0503020204020204" pitchFamily="34" charset="-122"/>
              <a:ea typeface="微软雅黑" panose="020B0503020204020204" pitchFamily="34" charset="-122"/>
            </a:rPr>
            <a:t>，性能比</a:t>
          </a:r>
          <a:r>
            <a:rPr lang="en-US" dirty="0" err="1" smtClean="0">
              <a:latin typeface="微软雅黑" panose="020B0503020204020204" pitchFamily="34" charset="-122"/>
              <a:ea typeface="微软雅黑" panose="020B0503020204020204" pitchFamily="34" charset="-122"/>
            </a:rPr>
            <a:t>mysql</a:t>
          </a:r>
          <a:r>
            <a:rPr lang="zh-CN" dirty="0" smtClean="0">
              <a:latin typeface="微软雅黑" panose="020B0503020204020204" pitchFamily="34" charset="-122"/>
              <a:ea typeface="微软雅黑" panose="020B0503020204020204" pitchFamily="34" charset="-122"/>
            </a:rPr>
            <a:t>高</a:t>
          </a:r>
          <a:r>
            <a:rPr lang="en-US" dirty="0" smtClean="0">
              <a:latin typeface="微软雅黑" panose="020B0503020204020204" pitchFamily="34" charset="-122"/>
              <a:ea typeface="微软雅黑" panose="020B0503020204020204" pitchFamily="34" charset="-122"/>
            </a:rPr>
            <a:t>85%+</a:t>
          </a:r>
          <a:r>
            <a:rPr lang="zh-CN" dirty="0" smtClean="0">
              <a:latin typeface="微软雅黑" panose="020B0503020204020204" pitchFamily="34" charset="-122"/>
              <a:ea typeface="微软雅黑" panose="020B0503020204020204" pitchFamily="34" charset="-122"/>
            </a:rPr>
            <a:t>，瓶颈为</a:t>
          </a:r>
          <a:r>
            <a:rPr lang="en-US" dirty="0" smtClean="0">
              <a:latin typeface="微软雅黑" panose="020B0503020204020204" pitchFamily="34" charset="-122"/>
              <a:ea typeface="微软雅黑" panose="020B0503020204020204" pitchFamily="34" charset="-122"/>
            </a:rPr>
            <a:t>CPU</a:t>
          </a:r>
          <a:endParaRPr lang="zh-CN" dirty="0">
            <a:latin typeface="微软雅黑" panose="020B0503020204020204" pitchFamily="34" charset="-122"/>
            <a:ea typeface="微软雅黑" panose="020B0503020204020204" pitchFamily="34" charset="-122"/>
          </a:endParaRPr>
        </a:p>
      </dgm:t>
    </dgm:pt>
    <dgm:pt modelId="{1B336A6D-45A6-4206-A125-D731050B8F19}" type="parTrans" cxnId="{4CEF27D7-FDCE-4C75-AD59-EDC4A2681A1A}">
      <dgm:prSet/>
      <dgm:spPr/>
      <dgm:t>
        <a:bodyPr/>
        <a:lstStyle/>
        <a:p>
          <a:endParaRPr lang="zh-CN" altLang="en-US"/>
        </a:p>
      </dgm:t>
    </dgm:pt>
    <dgm:pt modelId="{65D9B4C0-8415-4A99-99D1-95A312842C35}" type="sibTrans" cxnId="{4CEF27D7-FDCE-4C75-AD59-EDC4A2681A1A}">
      <dgm:prSet/>
      <dgm:spPr/>
      <dgm:t>
        <a:bodyPr/>
        <a:lstStyle/>
        <a:p>
          <a:endParaRPr lang="zh-CN" altLang="en-US"/>
        </a:p>
      </dgm:t>
    </dgm:pt>
    <dgm:pt modelId="{A5981168-F54E-4C0A-978C-CE7B6A00A127}">
      <dgm:prSet/>
      <dgm:spPr/>
      <dgm:t>
        <a:bodyPr/>
        <a:lstStyle/>
        <a:p>
          <a:pPr rtl="0"/>
          <a:r>
            <a:rPr lang="zh-CN" dirty="0" smtClean="0">
              <a:latin typeface="微软雅黑" panose="020B0503020204020204" pitchFamily="34" charset="-122"/>
              <a:ea typeface="微软雅黑" panose="020B0503020204020204" pitchFamily="34" charset="-122"/>
            </a:rPr>
            <a:t>写： </a:t>
          </a:r>
          <a:r>
            <a:rPr lang="en-US" dirty="0" smtClean="0">
              <a:latin typeface="微软雅黑" panose="020B0503020204020204" pitchFamily="34" charset="-122"/>
              <a:ea typeface="微软雅黑" panose="020B0503020204020204" pitchFamily="34" charset="-122"/>
            </a:rPr>
            <a:t>5</a:t>
          </a:r>
          <a:r>
            <a:rPr lang="zh-CN" dirty="0" smtClean="0">
              <a:latin typeface="微软雅黑" panose="020B0503020204020204" pitchFamily="34" charset="-122"/>
              <a:ea typeface="微软雅黑" panose="020B0503020204020204" pitchFamily="34" charset="-122"/>
            </a:rPr>
            <a:t>节点写性能为</a:t>
          </a:r>
          <a:r>
            <a:rPr lang="en-US" dirty="0" smtClean="0">
              <a:latin typeface="微软雅黑" panose="020B0503020204020204" pitchFamily="34" charset="-122"/>
              <a:ea typeface="微软雅黑" panose="020B0503020204020204" pitchFamily="34" charset="-122"/>
            </a:rPr>
            <a:t>9.6K+TPS</a:t>
          </a:r>
          <a:r>
            <a:rPr lang="zh-CN" dirty="0" smtClean="0">
              <a:latin typeface="微软雅黑" panose="020B0503020204020204" pitchFamily="34" charset="-122"/>
              <a:ea typeface="微软雅黑" panose="020B0503020204020204" pitchFamily="34" charset="-122"/>
            </a:rPr>
            <a:t>，与</a:t>
          </a:r>
          <a:r>
            <a:rPr lang="en-US" dirty="0" err="1" smtClean="0">
              <a:latin typeface="微软雅黑" panose="020B0503020204020204" pitchFamily="34" charset="-122"/>
              <a:ea typeface="微软雅黑" panose="020B0503020204020204" pitchFamily="34" charset="-122"/>
            </a:rPr>
            <a:t>mysql</a:t>
          </a:r>
          <a:r>
            <a:rPr lang="zh-CN" dirty="0" smtClean="0">
              <a:latin typeface="微软雅黑" panose="020B0503020204020204" pitchFamily="34" charset="-122"/>
              <a:ea typeface="微软雅黑" panose="020B0503020204020204" pitchFamily="34" charset="-122"/>
            </a:rPr>
            <a:t>相当，为</a:t>
          </a:r>
          <a:r>
            <a:rPr lang="en-US" dirty="0" err="1" smtClean="0">
              <a:latin typeface="微软雅黑" panose="020B0503020204020204" pitchFamily="34" charset="-122"/>
              <a:ea typeface="微软雅黑" panose="020B0503020204020204" pitchFamily="34" charset="-122"/>
            </a:rPr>
            <a:t>mysql</a:t>
          </a:r>
          <a:r>
            <a:rPr lang="zh-CN" dirty="0" smtClean="0">
              <a:latin typeface="微软雅黑" panose="020B0503020204020204" pitchFamily="34" charset="-122"/>
              <a:ea typeface="微软雅黑" panose="020B0503020204020204" pitchFamily="34" charset="-122"/>
            </a:rPr>
            <a:t>的</a:t>
          </a:r>
          <a:r>
            <a:rPr lang="en-US" dirty="0" smtClean="0">
              <a:latin typeface="微软雅黑" panose="020B0503020204020204" pitchFamily="34" charset="-122"/>
              <a:ea typeface="微软雅黑" panose="020B0503020204020204" pitchFamily="34" charset="-122"/>
            </a:rPr>
            <a:t>85%~120%</a:t>
          </a:r>
          <a:r>
            <a:rPr lang="zh-CN" dirty="0" smtClean="0">
              <a:latin typeface="微软雅黑" panose="020B0503020204020204" pitchFamily="34" charset="-122"/>
              <a:ea typeface="微软雅黑" panose="020B0503020204020204" pitchFamily="34" charset="-122"/>
            </a:rPr>
            <a:t>之间，瓶颈为</a:t>
          </a:r>
          <a:r>
            <a:rPr lang="en-US" dirty="0" err="1" smtClean="0">
              <a:latin typeface="微软雅黑" panose="020B0503020204020204" pitchFamily="34" charset="-122"/>
              <a:ea typeface="微软雅黑" panose="020B0503020204020204" pitchFamily="34" charset="-122"/>
            </a:rPr>
            <a:t>DiskIO</a:t>
          </a:r>
          <a:endParaRPr lang="zh-CN" dirty="0">
            <a:latin typeface="微软雅黑" panose="020B0503020204020204" pitchFamily="34" charset="-122"/>
            <a:ea typeface="微软雅黑" panose="020B0503020204020204" pitchFamily="34" charset="-122"/>
          </a:endParaRPr>
        </a:p>
      </dgm:t>
    </dgm:pt>
    <dgm:pt modelId="{2AE403D5-EB69-4475-94F1-E4563A6955C3}" type="parTrans" cxnId="{3F8A8564-04CD-4586-A786-F6D32620413A}">
      <dgm:prSet/>
      <dgm:spPr/>
      <dgm:t>
        <a:bodyPr/>
        <a:lstStyle/>
        <a:p>
          <a:endParaRPr lang="zh-CN" altLang="en-US"/>
        </a:p>
      </dgm:t>
    </dgm:pt>
    <dgm:pt modelId="{FB1C7913-06C8-47F1-A3F4-F07CF3666A51}" type="sibTrans" cxnId="{3F8A8564-04CD-4586-A786-F6D32620413A}">
      <dgm:prSet/>
      <dgm:spPr/>
      <dgm:t>
        <a:bodyPr/>
        <a:lstStyle/>
        <a:p>
          <a:endParaRPr lang="zh-CN" altLang="en-US"/>
        </a:p>
      </dgm:t>
    </dgm:pt>
    <dgm:pt modelId="{8FE6F216-3E7D-41DD-8759-43AF7EE54811}">
      <dgm:prSet/>
      <dgm:spPr/>
      <dgm:t>
        <a:bodyPr/>
        <a:lstStyle/>
        <a:p>
          <a:pPr rtl="0"/>
          <a:r>
            <a:rPr lang="zh-CN" dirty="0" smtClean="0">
              <a:latin typeface="微软雅黑" panose="020B0503020204020204" pitchFamily="34" charset="-122"/>
              <a:ea typeface="微软雅黑" panose="020B0503020204020204" pitchFamily="34" charset="-122"/>
            </a:rPr>
            <a:t>扩展性测试</a:t>
          </a:r>
          <a:endParaRPr lang="zh-CN" dirty="0">
            <a:latin typeface="微软雅黑" panose="020B0503020204020204" pitchFamily="34" charset="-122"/>
            <a:ea typeface="微软雅黑" panose="020B0503020204020204" pitchFamily="34" charset="-122"/>
          </a:endParaRPr>
        </a:p>
      </dgm:t>
    </dgm:pt>
    <dgm:pt modelId="{D7459779-AE18-46A4-AB0A-536C57C6A329}" type="parTrans" cxnId="{456F461F-AFDE-4960-89A8-F758C7CB7626}">
      <dgm:prSet/>
      <dgm:spPr/>
      <dgm:t>
        <a:bodyPr/>
        <a:lstStyle/>
        <a:p>
          <a:endParaRPr lang="zh-CN" altLang="en-US"/>
        </a:p>
      </dgm:t>
    </dgm:pt>
    <dgm:pt modelId="{DD58F289-3293-43FB-BBF8-D7B34281CB0D}" type="sibTrans" cxnId="{456F461F-AFDE-4960-89A8-F758C7CB7626}">
      <dgm:prSet/>
      <dgm:spPr/>
      <dgm:t>
        <a:bodyPr/>
        <a:lstStyle/>
        <a:p>
          <a:endParaRPr lang="zh-CN" altLang="en-US"/>
        </a:p>
      </dgm:t>
    </dgm:pt>
    <dgm:pt modelId="{873A8922-050B-4DBC-89AE-C238EF8322EB}">
      <dgm:prSet/>
      <dgm:spPr/>
      <dgm:t>
        <a:bodyPr/>
        <a:lstStyle/>
        <a:p>
          <a:pPr rtl="0"/>
          <a:r>
            <a:rPr lang="zh-CN" dirty="0" smtClean="0">
              <a:latin typeface="微软雅黑" panose="020B0503020204020204" pitchFamily="34" charset="-122"/>
              <a:ea typeface="微软雅黑" panose="020B0503020204020204" pitchFamily="34" charset="-122"/>
            </a:rPr>
            <a:t>加节点：前端吞吐平稳</a:t>
          </a:r>
          <a:endParaRPr lang="zh-CN" dirty="0">
            <a:latin typeface="微软雅黑" panose="020B0503020204020204" pitchFamily="34" charset="-122"/>
            <a:ea typeface="微软雅黑" panose="020B0503020204020204" pitchFamily="34" charset="-122"/>
          </a:endParaRPr>
        </a:p>
      </dgm:t>
    </dgm:pt>
    <dgm:pt modelId="{6DD2D922-0302-4B33-8FDC-E08708038F78}" type="parTrans" cxnId="{F934B6E1-E30D-4DA6-B1D2-EE72AC55046C}">
      <dgm:prSet/>
      <dgm:spPr/>
      <dgm:t>
        <a:bodyPr/>
        <a:lstStyle/>
        <a:p>
          <a:endParaRPr lang="zh-CN" altLang="en-US"/>
        </a:p>
      </dgm:t>
    </dgm:pt>
    <dgm:pt modelId="{97B277A1-9A36-4109-88BE-FCADD3642717}" type="sibTrans" cxnId="{F934B6E1-E30D-4DA6-B1D2-EE72AC55046C}">
      <dgm:prSet/>
      <dgm:spPr/>
      <dgm:t>
        <a:bodyPr/>
        <a:lstStyle/>
        <a:p>
          <a:endParaRPr lang="zh-CN" altLang="en-US"/>
        </a:p>
      </dgm:t>
    </dgm:pt>
    <dgm:pt modelId="{0CF7DFBE-4CB6-4FD6-AD17-734AC200EF41}">
      <dgm:prSet/>
      <dgm:spPr/>
      <dgm:t>
        <a:bodyPr/>
        <a:lstStyle/>
        <a:p>
          <a:pPr rtl="0"/>
          <a:r>
            <a:rPr lang="zh-CN" dirty="0" smtClean="0">
              <a:latin typeface="微软雅黑" panose="020B0503020204020204" pitchFamily="34" charset="-122"/>
              <a:ea typeface="微软雅黑" panose="020B0503020204020204" pitchFamily="34" charset="-122"/>
            </a:rPr>
            <a:t>减节点：减节点操作需要确保集群能力有足够的余量，能承载被减掉节点转移的压力</a:t>
          </a:r>
          <a:endParaRPr lang="zh-CN" dirty="0">
            <a:latin typeface="微软雅黑" panose="020B0503020204020204" pitchFamily="34" charset="-122"/>
            <a:ea typeface="微软雅黑" panose="020B0503020204020204" pitchFamily="34" charset="-122"/>
          </a:endParaRPr>
        </a:p>
      </dgm:t>
    </dgm:pt>
    <dgm:pt modelId="{4132519D-57F0-41CE-873B-1C9299B95BA2}" type="parTrans" cxnId="{AF900B13-ED7F-4FF8-84C9-0A25DA3836BE}">
      <dgm:prSet/>
      <dgm:spPr/>
      <dgm:t>
        <a:bodyPr/>
        <a:lstStyle/>
        <a:p>
          <a:endParaRPr lang="zh-CN" altLang="en-US"/>
        </a:p>
      </dgm:t>
    </dgm:pt>
    <dgm:pt modelId="{B51074AB-0DD6-431F-B5B9-DF821D84AD6D}" type="sibTrans" cxnId="{AF900B13-ED7F-4FF8-84C9-0A25DA3836BE}">
      <dgm:prSet/>
      <dgm:spPr/>
      <dgm:t>
        <a:bodyPr/>
        <a:lstStyle/>
        <a:p>
          <a:endParaRPr lang="zh-CN" altLang="en-US"/>
        </a:p>
      </dgm:t>
    </dgm:pt>
    <dgm:pt modelId="{CC5EE605-5972-44E6-85CB-20A5B73A78FD}">
      <dgm:prSet/>
      <dgm:spPr/>
      <dgm:t>
        <a:bodyPr/>
        <a:lstStyle/>
        <a:p>
          <a:pPr rtl="0"/>
          <a:r>
            <a:rPr lang="zh-CN" dirty="0" smtClean="0">
              <a:latin typeface="微软雅黑" panose="020B0503020204020204" pitchFamily="34" charset="-122"/>
              <a:ea typeface="微软雅黑" panose="020B0503020204020204" pitchFamily="34" charset="-122"/>
            </a:rPr>
            <a:t>加列： </a:t>
          </a:r>
          <a:r>
            <a:rPr lang="en-US" dirty="0" smtClean="0">
              <a:latin typeface="微软雅黑" panose="020B0503020204020204" pitchFamily="34" charset="-122"/>
              <a:ea typeface="微软雅黑" panose="020B0503020204020204" pitchFamily="34" charset="-122"/>
            </a:rPr>
            <a:t>22</a:t>
          </a:r>
          <a:r>
            <a:rPr lang="zh-CN" dirty="0" smtClean="0">
              <a:latin typeface="微软雅黑" panose="020B0503020204020204" pitchFamily="34" charset="-122"/>
              <a:ea typeface="微软雅黑" panose="020B0503020204020204" pitchFamily="34" charset="-122"/>
            </a:rPr>
            <a:t>秒新列生效（</a:t>
          </a:r>
          <a:r>
            <a:rPr lang="en-US" dirty="0" smtClean="0">
              <a:latin typeface="微软雅黑" panose="020B0503020204020204" pitchFamily="34" charset="-122"/>
              <a:ea typeface="微软雅黑" panose="020B0503020204020204" pitchFamily="34" charset="-122"/>
            </a:rPr>
            <a:t>1.25</a:t>
          </a:r>
          <a:r>
            <a:rPr lang="zh-CN" dirty="0" smtClean="0">
              <a:latin typeface="微软雅黑" panose="020B0503020204020204" pitchFamily="34" charset="-122"/>
              <a:ea typeface="微软雅黑" panose="020B0503020204020204" pitchFamily="34" charset="-122"/>
            </a:rPr>
            <a:t>亿基础数据</a:t>
          </a:r>
          <a:r>
            <a:rPr lang="zh-CN" altLang="en-US" dirty="0" smtClean="0">
              <a:latin typeface="微软雅黑" panose="020B0503020204020204" pitchFamily="34" charset="-122"/>
              <a:ea typeface="微软雅黑" panose="020B0503020204020204" pitchFamily="34" charset="-122"/>
            </a:rPr>
            <a:t>）</a:t>
          </a:r>
          <a:endParaRPr lang="zh-CN" dirty="0">
            <a:latin typeface="微软雅黑" panose="020B0503020204020204" pitchFamily="34" charset="-122"/>
            <a:ea typeface="微软雅黑" panose="020B0503020204020204" pitchFamily="34" charset="-122"/>
          </a:endParaRPr>
        </a:p>
      </dgm:t>
    </dgm:pt>
    <dgm:pt modelId="{564396DA-214A-41C4-96E0-1A79D236A227}" type="parTrans" cxnId="{5B9E2FB9-1CD7-40A8-A988-0FBDB1C2D6E1}">
      <dgm:prSet/>
      <dgm:spPr/>
      <dgm:t>
        <a:bodyPr/>
        <a:lstStyle/>
        <a:p>
          <a:endParaRPr lang="zh-CN" altLang="en-US"/>
        </a:p>
      </dgm:t>
    </dgm:pt>
    <dgm:pt modelId="{C83C8F88-BDED-470C-9252-EE2EA76CD62F}" type="sibTrans" cxnId="{5B9E2FB9-1CD7-40A8-A988-0FBDB1C2D6E1}">
      <dgm:prSet/>
      <dgm:spPr/>
      <dgm:t>
        <a:bodyPr/>
        <a:lstStyle/>
        <a:p>
          <a:endParaRPr lang="zh-CN" altLang="en-US"/>
        </a:p>
      </dgm:t>
    </dgm:pt>
    <dgm:pt modelId="{A42E0F73-F344-48F6-9D9D-E5D9C415B19A}" type="pres">
      <dgm:prSet presAssocID="{FAA80FF1-02E2-41EB-8E2C-0FA551E319B7}" presName="Name0" presStyleCnt="0">
        <dgm:presLayoutVars>
          <dgm:dir/>
          <dgm:animLvl val="lvl"/>
          <dgm:resizeHandles val="exact"/>
        </dgm:presLayoutVars>
      </dgm:prSet>
      <dgm:spPr/>
      <dgm:t>
        <a:bodyPr/>
        <a:lstStyle/>
        <a:p>
          <a:endParaRPr lang="zh-CN" altLang="en-US"/>
        </a:p>
      </dgm:t>
    </dgm:pt>
    <dgm:pt modelId="{258DC6AD-9387-4AAA-82D3-40C231C5347B}" type="pres">
      <dgm:prSet presAssocID="{BCEC449A-5A2B-4239-B66E-4DA229A1C0E6}" presName="composite" presStyleCnt="0"/>
      <dgm:spPr/>
    </dgm:pt>
    <dgm:pt modelId="{C88514CA-5C3D-4FD6-A1E5-FFA69B6ABF2E}" type="pres">
      <dgm:prSet presAssocID="{BCEC449A-5A2B-4239-B66E-4DA229A1C0E6}" presName="parTx" presStyleLbl="alignNode1" presStyleIdx="0" presStyleCnt="2">
        <dgm:presLayoutVars>
          <dgm:chMax val="0"/>
          <dgm:chPref val="0"/>
          <dgm:bulletEnabled val="1"/>
        </dgm:presLayoutVars>
      </dgm:prSet>
      <dgm:spPr/>
      <dgm:t>
        <a:bodyPr/>
        <a:lstStyle/>
        <a:p>
          <a:endParaRPr lang="zh-CN" altLang="en-US"/>
        </a:p>
      </dgm:t>
    </dgm:pt>
    <dgm:pt modelId="{3E0890C1-6A06-4509-96B7-1F793A1165DA}" type="pres">
      <dgm:prSet presAssocID="{BCEC449A-5A2B-4239-B66E-4DA229A1C0E6}" presName="desTx" presStyleLbl="alignAccFollowNode1" presStyleIdx="0" presStyleCnt="2">
        <dgm:presLayoutVars>
          <dgm:bulletEnabled val="1"/>
        </dgm:presLayoutVars>
      </dgm:prSet>
      <dgm:spPr/>
      <dgm:t>
        <a:bodyPr/>
        <a:lstStyle/>
        <a:p>
          <a:endParaRPr lang="zh-CN" altLang="en-US"/>
        </a:p>
      </dgm:t>
    </dgm:pt>
    <dgm:pt modelId="{DE283860-4E6D-4E08-8AEA-5B82B6DFE614}" type="pres">
      <dgm:prSet presAssocID="{91039A74-B8F0-4B8E-8440-F5EF402A3917}" presName="space" presStyleCnt="0"/>
      <dgm:spPr/>
    </dgm:pt>
    <dgm:pt modelId="{7EF8EA68-B230-46F4-B223-51E4743F785F}" type="pres">
      <dgm:prSet presAssocID="{8FE6F216-3E7D-41DD-8759-43AF7EE54811}" presName="composite" presStyleCnt="0"/>
      <dgm:spPr/>
    </dgm:pt>
    <dgm:pt modelId="{D745A0A5-8597-445B-A127-1A715196047C}" type="pres">
      <dgm:prSet presAssocID="{8FE6F216-3E7D-41DD-8759-43AF7EE54811}" presName="parTx" presStyleLbl="alignNode1" presStyleIdx="1" presStyleCnt="2">
        <dgm:presLayoutVars>
          <dgm:chMax val="0"/>
          <dgm:chPref val="0"/>
          <dgm:bulletEnabled val="1"/>
        </dgm:presLayoutVars>
      </dgm:prSet>
      <dgm:spPr/>
      <dgm:t>
        <a:bodyPr/>
        <a:lstStyle/>
        <a:p>
          <a:endParaRPr lang="zh-CN" altLang="en-US"/>
        </a:p>
      </dgm:t>
    </dgm:pt>
    <dgm:pt modelId="{5039E8D8-021D-4D79-9AB6-FE8A85CD2D72}" type="pres">
      <dgm:prSet presAssocID="{8FE6F216-3E7D-41DD-8759-43AF7EE54811}" presName="desTx" presStyleLbl="alignAccFollowNode1" presStyleIdx="1" presStyleCnt="2">
        <dgm:presLayoutVars>
          <dgm:bulletEnabled val="1"/>
        </dgm:presLayoutVars>
      </dgm:prSet>
      <dgm:spPr/>
      <dgm:t>
        <a:bodyPr/>
        <a:lstStyle/>
        <a:p>
          <a:endParaRPr lang="zh-CN" altLang="en-US"/>
        </a:p>
      </dgm:t>
    </dgm:pt>
  </dgm:ptLst>
  <dgm:cxnLst>
    <dgm:cxn modelId="{55EB8BEA-D7B4-4D39-BF9D-6FCDE6C87169}" type="presOf" srcId="{BCEC449A-5A2B-4239-B66E-4DA229A1C0E6}" destId="{C88514CA-5C3D-4FD6-A1E5-FFA69B6ABF2E}" srcOrd="0" destOrd="0" presId="urn:microsoft.com/office/officeart/2005/8/layout/hList1"/>
    <dgm:cxn modelId="{41287A87-13E3-4C31-8259-9C422D8C4D0B}" type="presOf" srcId="{CC5EE605-5972-44E6-85CB-20A5B73A78FD}" destId="{5039E8D8-021D-4D79-9AB6-FE8A85CD2D72}" srcOrd="0" destOrd="2" presId="urn:microsoft.com/office/officeart/2005/8/layout/hList1"/>
    <dgm:cxn modelId="{EA81AE76-3702-46B3-83DD-FB7D7C347BBF}" type="presOf" srcId="{FAA80FF1-02E2-41EB-8E2C-0FA551E319B7}" destId="{A42E0F73-F344-48F6-9D9D-E5D9C415B19A}" srcOrd="0" destOrd="0" presId="urn:microsoft.com/office/officeart/2005/8/layout/hList1"/>
    <dgm:cxn modelId="{FA35FCEF-E247-4562-8DA2-574EBBCDC281}" type="presOf" srcId="{873A8922-050B-4DBC-89AE-C238EF8322EB}" destId="{5039E8D8-021D-4D79-9AB6-FE8A85CD2D72}" srcOrd="0" destOrd="0" presId="urn:microsoft.com/office/officeart/2005/8/layout/hList1"/>
    <dgm:cxn modelId="{3F8A8564-04CD-4586-A786-F6D32620413A}" srcId="{BCEC449A-5A2B-4239-B66E-4DA229A1C0E6}" destId="{A5981168-F54E-4C0A-978C-CE7B6A00A127}" srcOrd="1" destOrd="0" parTransId="{2AE403D5-EB69-4475-94F1-E4563A6955C3}" sibTransId="{FB1C7913-06C8-47F1-A3F4-F07CF3666A51}"/>
    <dgm:cxn modelId="{4CEF27D7-FDCE-4C75-AD59-EDC4A2681A1A}" srcId="{BCEC449A-5A2B-4239-B66E-4DA229A1C0E6}" destId="{60D45D4D-563A-4CC9-828D-065C244923C5}" srcOrd="0" destOrd="0" parTransId="{1B336A6D-45A6-4206-A125-D731050B8F19}" sibTransId="{65D9B4C0-8415-4A99-99D1-95A312842C35}"/>
    <dgm:cxn modelId="{F934B6E1-E30D-4DA6-B1D2-EE72AC55046C}" srcId="{8FE6F216-3E7D-41DD-8759-43AF7EE54811}" destId="{873A8922-050B-4DBC-89AE-C238EF8322EB}" srcOrd="0" destOrd="0" parTransId="{6DD2D922-0302-4B33-8FDC-E08708038F78}" sibTransId="{97B277A1-9A36-4109-88BE-FCADD3642717}"/>
    <dgm:cxn modelId="{DB8B95DD-2E27-480A-8A0A-C773F94998CA}" type="presOf" srcId="{8FE6F216-3E7D-41DD-8759-43AF7EE54811}" destId="{D745A0A5-8597-445B-A127-1A715196047C}" srcOrd="0" destOrd="0" presId="urn:microsoft.com/office/officeart/2005/8/layout/hList1"/>
    <dgm:cxn modelId="{A99DFF33-B180-4C0A-B3B1-D479EFCE6ABA}" type="presOf" srcId="{A5981168-F54E-4C0A-978C-CE7B6A00A127}" destId="{3E0890C1-6A06-4509-96B7-1F793A1165DA}" srcOrd="0" destOrd="1" presId="urn:microsoft.com/office/officeart/2005/8/layout/hList1"/>
    <dgm:cxn modelId="{F9478898-352A-459E-A419-751F00821B55}" srcId="{FAA80FF1-02E2-41EB-8E2C-0FA551E319B7}" destId="{BCEC449A-5A2B-4239-B66E-4DA229A1C0E6}" srcOrd="0" destOrd="0" parTransId="{ED98DB18-A8EC-4520-88A2-510852908468}" sibTransId="{91039A74-B8F0-4B8E-8440-F5EF402A3917}"/>
    <dgm:cxn modelId="{F35FAEAD-683C-4C4F-B75F-CBEBD29D770F}" type="presOf" srcId="{0CF7DFBE-4CB6-4FD6-AD17-734AC200EF41}" destId="{5039E8D8-021D-4D79-9AB6-FE8A85CD2D72}" srcOrd="0" destOrd="1" presId="urn:microsoft.com/office/officeart/2005/8/layout/hList1"/>
    <dgm:cxn modelId="{AF900B13-ED7F-4FF8-84C9-0A25DA3836BE}" srcId="{8FE6F216-3E7D-41DD-8759-43AF7EE54811}" destId="{0CF7DFBE-4CB6-4FD6-AD17-734AC200EF41}" srcOrd="1" destOrd="0" parTransId="{4132519D-57F0-41CE-873B-1C9299B95BA2}" sibTransId="{B51074AB-0DD6-431F-B5B9-DF821D84AD6D}"/>
    <dgm:cxn modelId="{285240F3-4FD1-4BBE-B988-9EF048864BB7}" type="presOf" srcId="{60D45D4D-563A-4CC9-828D-065C244923C5}" destId="{3E0890C1-6A06-4509-96B7-1F793A1165DA}" srcOrd="0" destOrd="0" presId="urn:microsoft.com/office/officeart/2005/8/layout/hList1"/>
    <dgm:cxn modelId="{5B9E2FB9-1CD7-40A8-A988-0FBDB1C2D6E1}" srcId="{8FE6F216-3E7D-41DD-8759-43AF7EE54811}" destId="{CC5EE605-5972-44E6-85CB-20A5B73A78FD}" srcOrd="2" destOrd="0" parTransId="{564396DA-214A-41C4-96E0-1A79D236A227}" sibTransId="{C83C8F88-BDED-470C-9252-EE2EA76CD62F}"/>
    <dgm:cxn modelId="{456F461F-AFDE-4960-89A8-F758C7CB7626}" srcId="{FAA80FF1-02E2-41EB-8E2C-0FA551E319B7}" destId="{8FE6F216-3E7D-41DD-8759-43AF7EE54811}" srcOrd="1" destOrd="0" parTransId="{D7459779-AE18-46A4-AB0A-536C57C6A329}" sibTransId="{DD58F289-3293-43FB-BBF8-D7B34281CB0D}"/>
    <dgm:cxn modelId="{AD9BD81B-70D0-40D6-A750-6AACCF407CDC}" type="presParOf" srcId="{A42E0F73-F344-48F6-9D9D-E5D9C415B19A}" destId="{258DC6AD-9387-4AAA-82D3-40C231C5347B}" srcOrd="0" destOrd="0" presId="urn:microsoft.com/office/officeart/2005/8/layout/hList1"/>
    <dgm:cxn modelId="{82EC0100-D397-4167-A0F7-E105583BCB61}" type="presParOf" srcId="{258DC6AD-9387-4AAA-82D3-40C231C5347B}" destId="{C88514CA-5C3D-4FD6-A1E5-FFA69B6ABF2E}" srcOrd="0" destOrd="0" presId="urn:microsoft.com/office/officeart/2005/8/layout/hList1"/>
    <dgm:cxn modelId="{72CD59F0-A846-4BED-8261-96137759C0E1}" type="presParOf" srcId="{258DC6AD-9387-4AAA-82D3-40C231C5347B}" destId="{3E0890C1-6A06-4509-96B7-1F793A1165DA}" srcOrd="1" destOrd="0" presId="urn:microsoft.com/office/officeart/2005/8/layout/hList1"/>
    <dgm:cxn modelId="{AB944BAA-520A-4904-AB22-7BBA8414D346}" type="presParOf" srcId="{A42E0F73-F344-48F6-9D9D-E5D9C415B19A}" destId="{DE283860-4E6D-4E08-8AEA-5B82B6DFE614}" srcOrd="1" destOrd="0" presId="urn:microsoft.com/office/officeart/2005/8/layout/hList1"/>
    <dgm:cxn modelId="{7B1F0D8E-9565-4275-9A91-0D50BBCEAF35}" type="presParOf" srcId="{A42E0F73-F344-48F6-9D9D-E5D9C415B19A}" destId="{7EF8EA68-B230-46F4-B223-51E4743F785F}" srcOrd="2" destOrd="0" presId="urn:microsoft.com/office/officeart/2005/8/layout/hList1"/>
    <dgm:cxn modelId="{03B84C61-CDE1-41BF-97BE-2A29E6A1CE39}" type="presParOf" srcId="{7EF8EA68-B230-46F4-B223-51E4743F785F}" destId="{D745A0A5-8597-445B-A127-1A715196047C}" srcOrd="0" destOrd="0" presId="urn:microsoft.com/office/officeart/2005/8/layout/hList1"/>
    <dgm:cxn modelId="{FEA2437F-2E40-4E2A-B732-7E14F42DFBA6}" type="presParOf" srcId="{7EF8EA68-B230-46F4-B223-51E4743F785F}" destId="{5039E8D8-021D-4D79-9AB6-FE8A85CD2D72}"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9FC7FEE-EDA5-4A4C-829D-AF3842D5D2FB}" type="doc">
      <dgm:prSet loTypeId="urn:microsoft.com/office/officeart/2005/8/layout/hProcess9" loCatId="process" qsTypeId="urn:microsoft.com/office/officeart/2005/8/quickstyle/simple1" qsCatId="simple" csTypeId="urn:microsoft.com/office/officeart/2005/8/colors/accent1_2" csCatId="accent1"/>
      <dgm:spPr/>
      <dgm:t>
        <a:bodyPr/>
        <a:lstStyle/>
        <a:p>
          <a:endParaRPr lang="zh-CN" altLang="en-US"/>
        </a:p>
      </dgm:t>
    </dgm:pt>
    <dgm:pt modelId="{0E570BED-8382-4C93-B962-FAA3C462E911}">
      <dgm:prSet/>
      <dgm:spPr/>
      <dgm:t>
        <a:bodyPr/>
        <a:lstStyle/>
        <a:p>
          <a:pPr rtl="0"/>
          <a:r>
            <a:rPr lang="zh-CN" smtClean="0"/>
            <a:t>可用率：</a:t>
          </a:r>
          <a:r>
            <a:rPr lang="en-US" smtClean="0"/>
            <a:t>100%</a:t>
          </a:r>
          <a:endParaRPr lang="zh-CN"/>
        </a:p>
      </dgm:t>
    </dgm:pt>
    <dgm:pt modelId="{63E416FD-3ABE-46FF-B71A-8E8C0F0E5D29}" type="parTrans" cxnId="{5C070146-8D19-4FD2-B303-02D2B9609246}">
      <dgm:prSet/>
      <dgm:spPr/>
      <dgm:t>
        <a:bodyPr/>
        <a:lstStyle/>
        <a:p>
          <a:endParaRPr lang="zh-CN" altLang="en-US"/>
        </a:p>
      </dgm:t>
    </dgm:pt>
    <dgm:pt modelId="{D4943944-1DE3-4B4C-A8BC-C965F29F16A0}" type="sibTrans" cxnId="{5C070146-8D19-4FD2-B303-02D2B9609246}">
      <dgm:prSet/>
      <dgm:spPr/>
      <dgm:t>
        <a:bodyPr/>
        <a:lstStyle/>
        <a:p>
          <a:endParaRPr lang="zh-CN" altLang="en-US"/>
        </a:p>
      </dgm:t>
    </dgm:pt>
    <dgm:pt modelId="{9D043A37-818F-4A9B-9E12-4A0908032190}">
      <dgm:prSet/>
      <dgm:spPr/>
      <dgm:t>
        <a:bodyPr/>
        <a:lstStyle/>
        <a:p>
          <a:pPr rtl="0"/>
          <a:r>
            <a:rPr lang="zh-CN" smtClean="0"/>
            <a:t>复购率：</a:t>
          </a:r>
          <a:r>
            <a:rPr lang="en-US" smtClean="0"/>
            <a:t>100%</a:t>
          </a:r>
          <a:endParaRPr lang="zh-CN"/>
        </a:p>
      </dgm:t>
    </dgm:pt>
    <dgm:pt modelId="{DEE4F91B-B1B9-4BEA-81F9-DCC023938049}" type="parTrans" cxnId="{1DC75A06-C868-473C-8DE2-5ACFDFCC7F97}">
      <dgm:prSet/>
      <dgm:spPr/>
      <dgm:t>
        <a:bodyPr/>
        <a:lstStyle/>
        <a:p>
          <a:endParaRPr lang="zh-CN" altLang="en-US"/>
        </a:p>
      </dgm:t>
    </dgm:pt>
    <dgm:pt modelId="{343B126C-B733-4769-93D2-4BA510E005E8}" type="sibTrans" cxnId="{1DC75A06-C868-473C-8DE2-5ACFDFCC7F97}">
      <dgm:prSet/>
      <dgm:spPr/>
      <dgm:t>
        <a:bodyPr/>
        <a:lstStyle/>
        <a:p>
          <a:endParaRPr lang="zh-CN" altLang="en-US"/>
        </a:p>
      </dgm:t>
    </dgm:pt>
    <dgm:pt modelId="{A67EDF36-969A-4AD2-954C-D64DDEAF1333}">
      <dgm:prSet/>
      <dgm:spPr/>
      <dgm:t>
        <a:bodyPr/>
        <a:lstStyle/>
        <a:p>
          <a:pPr rtl="0"/>
          <a:r>
            <a:rPr lang="zh-CN" smtClean="0"/>
            <a:t>新上线：</a:t>
          </a:r>
          <a:r>
            <a:rPr lang="en-US" smtClean="0"/>
            <a:t>5</a:t>
          </a:r>
          <a:r>
            <a:rPr lang="zh-CN" smtClean="0"/>
            <a:t>家</a:t>
          </a:r>
          <a:endParaRPr lang="zh-CN"/>
        </a:p>
      </dgm:t>
    </dgm:pt>
    <dgm:pt modelId="{8C935613-77D2-4ABA-BFC0-9480E6FF6E16}" type="parTrans" cxnId="{47BE5248-30FF-4773-8CC9-AED6456AD869}">
      <dgm:prSet/>
      <dgm:spPr/>
      <dgm:t>
        <a:bodyPr/>
        <a:lstStyle/>
        <a:p>
          <a:endParaRPr lang="zh-CN" altLang="en-US"/>
        </a:p>
      </dgm:t>
    </dgm:pt>
    <dgm:pt modelId="{30DDF8AC-762F-4D6B-BA6E-E7A188FF0559}" type="sibTrans" cxnId="{47BE5248-30FF-4773-8CC9-AED6456AD869}">
      <dgm:prSet/>
      <dgm:spPr/>
      <dgm:t>
        <a:bodyPr/>
        <a:lstStyle/>
        <a:p>
          <a:endParaRPr lang="zh-CN" altLang="en-US"/>
        </a:p>
      </dgm:t>
    </dgm:pt>
    <dgm:pt modelId="{536A24F0-66EC-46CB-A74A-5BA39DBB8437}">
      <dgm:prSet/>
      <dgm:spPr/>
      <dgm:t>
        <a:bodyPr/>
        <a:lstStyle/>
        <a:p>
          <a:pPr rtl="0"/>
          <a:r>
            <a:rPr lang="zh-CN" smtClean="0"/>
            <a:t>试用中：</a:t>
          </a:r>
          <a:r>
            <a:rPr lang="en-US" smtClean="0"/>
            <a:t>8</a:t>
          </a:r>
          <a:r>
            <a:rPr lang="zh-CN" smtClean="0"/>
            <a:t>家</a:t>
          </a:r>
          <a:endParaRPr lang="zh-CN"/>
        </a:p>
      </dgm:t>
    </dgm:pt>
    <dgm:pt modelId="{427038B6-842A-469E-A9C2-D4F67CC4E611}" type="parTrans" cxnId="{127435FA-596F-4FF7-9EC5-19318F629BBF}">
      <dgm:prSet/>
      <dgm:spPr/>
      <dgm:t>
        <a:bodyPr/>
        <a:lstStyle/>
        <a:p>
          <a:endParaRPr lang="zh-CN" altLang="en-US"/>
        </a:p>
      </dgm:t>
    </dgm:pt>
    <dgm:pt modelId="{6860AEAB-DB04-494C-8AEA-207CC8AA9A0F}" type="sibTrans" cxnId="{127435FA-596F-4FF7-9EC5-19318F629BBF}">
      <dgm:prSet/>
      <dgm:spPr/>
      <dgm:t>
        <a:bodyPr/>
        <a:lstStyle/>
        <a:p>
          <a:endParaRPr lang="zh-CN" altLang="en-US"/>
        </a:p>
      </dgm:t>
    </dgm:pt>
    <dgm:pt modelId="{B776620F-BB51-4FE4-81CD-CA954E776B48}" type="pres">
      <dgm:prSet presAssocID="{F9FC7FEE-EDA5-4A4C-829D-AF3842D5D2FB}" presName="CompostProcess" presStyleCnt="0">
        <dgm:presLayoutVars>
          <dgm:dir/>
          <dgm:resizeHandles val="exact"/>
        </dgm:presLayoutVars>
      </dgm:prSet>
      <dgm:spPr/>
      <dgm:t>
        <a:bodyPr/>
        <a:lstStyle/>
        <a:p>
          <a:endParaRPr lang="zh-CN" altLang="en-US"/>
        </a:p>
      </dgm:t>
    </dgm:pt>
    <dgm:pt modelId="{6ECC7915-A7D2-42A7-A32F-3A8BD0054C11}" type="pres">
      <dgm:prSet presAssocID="{F9FC7FEE-EDA5-4A4C-829D-AF3842D5D2FB}" presName="arrow" presStyleLbl="bgShp" presStyleIdx="0" presStyleCnt="1" custLinFactNeighborY="-3239"/>
      <dgm:spPr/>
    </dgm:pt>
    <dgm:pt modelId="{57D86C31-C3D2-4499-BD04-A5ACF5C51680}" type="pres">
      <dgm:prSet presAssocID="{F9FC7FEE-EDA5-4A4C-829D-AF3842D5D2FB}" presName="linearProcess" presStyleCnt="0"/>
      <dgm:spPr/>
    </dgm:pt>
    <dgm:pt modelId="{04F898F9-7011-4CAD-A57A-BA943F6AAB50}" type="pres">
      <dgm:prSet presAssocID="{0E570BED-8382-4C93-B962-FAA3C462E911}" presName="textNode" presStyleLbl="node1" presStyleIdx="0" presStyleCnt="4">
        <dgm:presLayoutVars>
          <dgm:bulletEnabled val="1"/>
        </dgm:presLayoutVars>
      </dgm:prSet>
      <dgm:spPr/>
      <dgm:t>
        <a:bodyPr/>
        <a:lstStyle/>
        <a:p>
          <a:endParaRPr lang="zh-CN" altLang="en-US"/>
        </a:p>
      </dgm:t>
    </dgm:pt>
    <dgm:pt modelId="{CE9655A1-C1C1-43C6-937A-8B9404A9A37D}" type="pres">
      <dgm:prSet presAssocID="{D4943944-1DE3-4B4C-A8BC-C965F29F16A0}" presName="sibTrans" presStyleCnt="0"/>
      <dgm:spPr/>
    </dgm:pt>
    <dgm:pt modelId="{A2F37A80-E6BC-4774-AF58-5A5C97E86DD0}" type="pres">
      <dgm:prSet presAssocID="{9D043A37-818F-4A9B-9E12-4A0908032190}" presName="textNode" presStyleLbl="node1" presStyleIdx="1" presStyleCnt="4">
        <dgm:presLayoutVars>
          <dgm:bulletEnabled val="1"/>
        </dgm:presLayoutVars>
      </dgm:prSet>
      <dgm:spPr/>
      <dgm:t>
        <a:bodyPr/>
        <a:lstStyle/>
        <a:p>
          <a:endParaRPr lang="zh-CN" altLang="en-US"/>
        </a:p>
      </dgm:t>
    </dgm:pt>
    <dgm:pt modelId="{D5AF25CC-8689-414E-AE34-CC593ADE222E}" type="pres">
      <dgm:prSet presAssocID="{343B126C-B733-4769-93D2-4BA510E005E8}" presName="sibTrans" presStyleCnt="0"/>
      <dgm:spPr/>
    </dgm:pt>
    <dgm:pt modelId="{0E1BB410-0F28-4C59-AE93-7A7588882835}" type="pres">
      <dgm:prSet presAssocID="{A67EDF36-969A-4AD2-954C-D64DDEAF1333}" presName="textNode" presStyleLbl="node1" presStyleIdx="2" presStyleCnt="4">
        <dgm:presLayoutVars>
          <dgm:bulletEnabled val="1"/>
        </dgm:presLayoutVars>
      </dgm:prSet>
      <dgm:spPr/>
      <dgm:t>
        <a:bodyPr/>
        <a:lstStyle/>
        <a:p>
          <a:endParaRPr lang="zh-CN" altLang="en-US"/>
        </a:p>
      </dgm:t>
    </dgm:pt>
    <dgm:pt modelId="{FD7F39B7-CBD2-472C-9A10-AEECAB04D806}" type="pres">
      <dgm:prSet presAssocID="{30DDF8AC-762F-4D6B-BA6E-E7A188FF0559}" presName="sibTrans" presStyleCnt="0"/>
      <dgm:spPr/>
    </dgm:pt>
    <dgm:pt modelId="{71E986F6-3758-4809-A11D-18F511BB2F31}" type="pres">
      <dgm:prSet presAssocID="{536A24F0-66EC-46CB-A74A-5BA39DBB8437}" presName="textNode" presStyleLbl="node1" presStyleIdx="3" presStyleCnt="4">
        <dgm:presLayoutVars>
          <dgm:bulletEnabled val="1"/>
        </dgm:presLayoutVars>
      </dgm:prSet>
      <dgm:spPr/>
      <dgm:t>
        <a:bodyPr/>
        <a:lstStyle/>
        <a:p>
          <a:endParaRPr lang="zh-CN" altLang="en-US"/>
        </a:p>
      </dgm:t>
    </dgm:pt>
  </dgm:ptLst>
  <dgm:cxnLst>
    <dgm:cxn modelId="{1DC75A06-C868-473C-8DE2-5ACFDFCC7F97}" srcId="{F9FC7FEE-EDA5-4A4C-829D-AF3842D5D2FB}" destId="{9D043A37-818F-4A9B-9E12-4A0908032190}" srcOrd="1" destOrd="0" parTransId="{DEE4F91B-B1B9-4BEA-81F9-DCC023938049}" sibTransId="{343B126C-B733-4769-93D2-4BA510E005E8}"/>
    <dgm:cxn modelId="{5C070146-8D19-4FD2-B303-02D2B9609246}" srcId="{F9FC7FEE-EDA5-4A4C-829D-AF3842D5D2FB}" destId="{0E570BED-8382-4C93-B962-FAA3C462E911}" srcOrd="0" destOrd="0" parTransId="{63E416FD-3ABE-46FF-B71A-8E8C0F0E5D29}" sibTransId="{D4943944-1DE3-4B4C-A8BC-C965F29F16A0}"/>
    <dgm:cxn modelId="{E0CE8A2D-A492-47AD-A46B-BC70C3532714}" type="presOf" srcId="{536A24F0-66EC-46CB-A74A-5BA39DBB8437}" destId="{71E986F6-3758-4809-A11D-18F511BB2F31}" srcOrd="0" destOrd="0" presId="urn:microsoft.com/office/officeart/2005/8/layout/hProcess9"/>
    <dgm:cxn modelId="{9E0E7217-332F-4B11-9B4E-EA53594E3170}" type="presOf" srcId="{A67EDF36-969A-4AD2-954C-D64DDEAF1333}" destId="{0E1BB410-0F28-4C59-AE93-7A7588882835}" srcOrd="0" destOrd="0" presId="urn:microsoft.com/office/officeart/2005/8/layout/hProcess9"/>
    <dgm:cxn modelId="{47BE5248-30FF-4773-8CC9-AED6456AD869}" srcId="{F9FC7FEE-EDA5-4A4C-829D-AF3842D5D2FB}" destId="{A67EDF36-969A-4AD2-954C-D64DDEAF1333}" srcOrd="2" destOrd="0" parTransId="{8C935613-77D2-4ABA-BFC0-9480E6FF6E16}" sibTransId="{30DDF8AC-762F-4D6B-BA6E-E7A188FF0559}"/>
    <dgm:cxn modelId="{19F051E9-11E7-4A5A-844B-83A2A4A77F2B}" type="presOf" srcId="{9D043A37-818F-4A9B-9E12-4A0908032190}" destId="{A2F37A80-E6BC-4774-AF58-5A5C97E86DD0}" srcOrd="0" destOrd="0" presId="urn:microsoft.com/office/officeart/2005/8/layout/hProcess9"/>
    <dgm:cxn modelId="{61D1659E-77E6-4226-9191-12675B737BD7}" type="presOf" srcId="{0E570BED-8382-4C93-B962-FAA3C462E911}" destId="{04F898F9-7011-4CAD-A57A-BA943F6AAB50}" srcOrd="0" destOrd="0" presId="urn:microsoft.com/office/officeart/2005/8/layout/hProcess9"/>
    <dgm:cxn modelId="{B6A9F508-021D-4FFB-91A1-572F429FE3B2}" type="presOf" srcId="{F9FC7FEE-EDA5-4A4C-829D-AF3842D5D2FB}" destId="{B776620F-BB51-4FE4-81CD-CA954E776B48}" srcOrd="0" destOrd="0" presId="urn:microsoft.com/office/officeart/2005/8/layout/hProcess9"/>
    <dgm:cxn modelId="{127435FA-596F-4FF7-9EC5-19318F629BBF}" srcId="{F9FC7FEE-EDA5-4A4C-829D-AF3842D5D2FB}" destId="{536A24F0-66EC-46CB-A74A-5BA39DBB8437}" srcOrd="3" destOrd="0" parTransId="{427038B6-842A-469E-A9C2-D4F67CC4E611}" sibTransId="{6860AEAB-DB04-494C-8AEA-207CC8AA9A0F}"/>
    <dgm:cxn modelId="{F289DD5E-9639-4ECA-82A4-11B2BD0460AC}" type="presParOf" srcId="{B776620F-BB51-4FE4-81CD-CA954E776B48}" destId="{6ECC7915-A7D2-42A7-A32F-3A8BD0054C11}" srcOrd="0" destOrd="0" presId="urn:microsoft.com/office/officeart/2005/8/layout/hProcess9"/>
    <dgm:cxn modelId="{BFE02F70-EDE0-4EDC-93DF-DA59BBC8F1EA}" type="presParOf" srcId="{B776620F-BB51-4FE4-81CD-CA954E776B48}" destId="{57D86C31-C3D2-4499-BD04-A5ACF5C51680}" srcOrd="1" destOrd="0" presId="urn:microsoft.com/office/officeart/2005/8/layout/hProcess9"/>
    <dgm:cxn modelId="{786EE546-2300-40F9-B745-D0948D3D31CC}" type="presParOf" srcId="{57D86C31-C3D2-4499-BD04-A5ACF5C51680}" destId="{04F898F9-7011-4CAD-A57A-BA943F6AAB50}" srcOrd="0" destOrd="0" presId="urn:microsoft.com/office/officeart/2005/8/layout/hProcess9"/>
    <dgm:cxn modelId="{A56B2093-587E-4D5E-93FC-7D052117876B}" type="presParOf" srcId="{57D86C31-C3D2-4499-BD04-A5ACF5C51680}" destId="{CE9655A1-C1C1-43C6-937A-8B9404A9A37D}" srcOrd="1" destOrd="0" presId="urn:microsoft.com/office/officeart/2005/8/layout/hProcess9"/>
    <dgm:cxn modelId="{45CE9CD2-C3FE-432C-9512-315F5F9B7035}" type="presParOf" srcId="{57D86C31-C3D2-4499-BD04-A5ACF5C51680}" destId="{A2F37A80-E6BC-4774-AF58-5A5C97E86DD0}" srcOrd="2" destOrd="0" presId="urn:microsoft.com/office/officeart/2005/8/layout/hProcess9"/>
    <dgm:cxn modelId="{5827DF54-2954-4E5A-BF41-EEC978FA9E9A}" type="presParOf" srcId="{57D86C31-C3D2-4499-BD04-A5ACF5C51680}" destId="{D5AF25CC-8689-414E-AE34-CC593ADE222E}" srcOrd="3" destOrd="0" presId="urn:microsoft.com/office/officeart/2005/8/layout/hProcess9"/>
    <dgm:cxn modelId="{2742F5EB-5244-46FE-AC51-7988792F585B}" type="presParOf" srcId="{57D86C31-C3D2-4499-BD04-A5ACF5C51680}" destId="{0E1BB410-0F28-4C59-AE93-7A7588882835}" srcOrd="4" destOrd="0" presId="urn:microsoft.com/office/officeart/2005/8/layout/hProcess9"/>
    <dgm:cxn modelId="{BD973228-1008-4790-B232-78C9C21B62B1}" type="presParOf" srcId="{57D86C31-C3D2-4499-BD04-A5ACF5C51680}" destId="{FD7F39B7-CBD2-472C-9A10-AEECAB04D806}" srcOrd="5" destOrd="0" presId="urn:microsoft.com/office/officeart/2005/8/layout/hProcess9"/>
    <dgm:cxn modelId="{584429EB-82F0-436C-BB6F-8581DDBB36E7}" type="presParOf" srcId="{57D86C31-C3D2-4499-BD04-A5ACF5C51680}" destId="{71E986F6-3758-4809-A11D-18F511BB2F31}" srcOrd="6"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BA4F8B7-DDC2-48AE-B409-6CA04E83DFC2}"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BAF8A93A-86FA-4A63-AA7E-8EC286FE23D9}">
      <dgm:prSet/>
      <dgm:spPr/>
      <dgm:t>
        <a:bodyPr/>
        <a:lstStyle/>
        <a:p>
          <a:pPr rtl="0"/>
          <a:r>
            <a:rPr lang="zh-CN" dirty="0" smtClean="0">
              <a:latin typeface="微软雅黑" panose="020B0503020204020204" pitchFamily="34" charset="-122"/>
              <a:ea typeface="微软雅黑" panose="020B0503020204020204" pitchFamily="34" charset="-122"/>
            </a:rPr>
            <a:t>好用</a:t>
          </a:r>
          <a:endParaRPr lang="zh-CN" dirty="0">
            <a:latin typeface="微软雅黑" panose="020B0503020204020204" pitchFamily="34" charset="-122"/>
            <a:ea typeface="微软雅黑" panose="020B0503020204020204" pitchFamily="34" charset="-122"/>
          </a:endParaRPr>
        </a:p>
      </dgm:t>
    </dgm:pt>
    <dgm:pt modelId="{06760B0B-0D6C-4800-81B7-81C6331B2EBC}" type="parTrans" cxnId="{A12BAF94-CF59-439E-93A4-226CAF05DF12}">
      <dgm:prSet/>
      <dgm:spPr/>
      <dgm:t>
        <a:bodyPr/>
        <a:lstStyle/>
        <a:p>
          <a:endParaRPr lang="zh-CN" altLang="en-US"/>
        </a:p>
      </dgm:t>
    </dgm:pt>
    <dgm:pt modelId="{524DB7DE-1FAC-4845-BC1D-D770120C8EB7}" type="sibTrans" cxnId="{A12BAF94-CF59-439E-93A4-226CAF05DF12}">
      <dgm:prSet/>
      <dgm:spPr/>
      <dgm:t>
        <a:bodyPr/>
        <a:lstStyle/>
        <a:p>
          <a:endParaRPr lang="zh-CN" altLang="en-US"/>
        </a:p>
      </dgm:t>
    </dgm:pt>
    <dgm:pt modelId="{AC890FDF-7CAA-4853-9EF9-AF7C8A3E904B}">
      <dgm:prSet/>
      <dgm:spPr/>
      <dgm:t>
        <a:bodyPr/>
        <a:lstStyle/>
        <a:p>
          <a:pPr rtl="0"/>
          <a:r>
            <a:rPr lang="en-US" dirty="0" err="1" smtClean="0">
              <a:latin typeface="微软雅黑" panose="020B0503020204020204" pitchFamily="34" charset="-122"/>
              <a:ea typeface="微软雅黑" panose="020B0503020204020204" pitchFamily="34" charset="-122"/>
            </a:rPr>
            <a:t>mysql</a:t>
          </a:r>
          <a:r>
            <a:rPr lang="zh-CN" dirty="0" smtClean="0">
              <a:latin typeface="微软雅黑" panose="020B0503020204020204" pitchFamily="34" charset="-122"/>
              <a:ea typeface="微软雅黑" panose="020B0503020204020204" pitchFamily="34" charset="-122"/>
            </a:rPr>
            <a:t>兼容</a:t>
          </a:r>
          <a:endParaRPr lang="zh-CN" dirty="0">
            <a:latin typeface="微软雅黑" panose="020B0503020204020204" pitchFamily="34" charset="-122"/>
            <a:ea typeface="微软雅黑" panose="020B0503020204020204" pitchFamily="34" charset="-122"/>
          </a:endParaRPr>
        </a:p>
      </dgm:t>
    </dgm:pt>
    <dgm:pt modelId="{4BFBB445-B1CD-48A8-BD87-A75FFC9217B2}" type="parTrans" cxnId="{790B4BED-2F05-4D1D-8D13-DCAAD4815F1B}">
      <dgm:prSet/>
      <dgm:spPr/>
      <dgm:t>
        <a:bodyPr/>
        <a:lstStyle/>
        <a:p>
          <a:endParaRPr lang="zh-CN" altLang="en-US"/>
        </a:p>
      </dgm:t>
    </dgm:pt>
    <dgm:pt modelId="{CBF2C842-6F11-4CCA-A733-60914429953C}" type="sibTrans" cxnId="{790B4BED-2F05-4D1D-8D13-DCAAD4815F1B}">
      <dgm:prSet/>
      <dgm:spPr/>
      <dgm:t>
        <a:bodyPr/>
        <a:lstStyle/>
        <a:p>
          <a:endParaRPr lang="zh-CN" altLang="en-US"/>
        </a:p>
      </dgm:t>
    </dgm:pt>
    <dgm:pt modelId="{1491A495-A79C-442F-80E7-98B99CA18BC1}">
      <dgm:prSet/>
      <dgm:spPr/>
      <dgm:t>
        <a:bodyPr/>
        <a:lstStyle/>
        <a:p>
          <a:pPr rtl="0"/>
          <a:r>
            <a:rPr lang="zh-CN" dirty="0" smtClean="0">
              <a:latin typeface="微软雅黑" panose="020B0503020204020204" pitchFamily="34" charset="-122"/>
              <a:ea typeface="微软雅黑" panose="020B0503020204020204" pitchFamily="34" charset="-122"/>
            </a:rPr>
            <a:t>实时变更</a:t>
          </a:r>
          <a:r>
            <a:rPr lang="en-US" dirty="0" smtClean="0">
              <a:latin typeface="微软雅黑" panose="020B0503020204020204" pitchFamily="34" charset="-122"/>
              <a:ea typeface="微软雅黑" panose="020B0503020204020204" pitchFamily="34" charset="-122"/>
            </a:rPr>
            <a:t>schema</a:t>
          </a:r>
          <a:endParaRPr lang="zh-CN" dirty="0">
            <a:latin typeface="微软雅黑" panose="020B0503020204020204" pitchFamily="34" charset="-122"/>
            <a:ea typeface="微软雅黑" panose="020B0503020204020204" pitchFamily="34" charset="-122"/>
          </a:endParaRPr>
        </a:p>
      </dgm:t>
    </dgm:pt>
    <dgm:pt modelId="{F22EA864-FD85-4FB7-8972-B0CF81F11B33}" type="parTrans" cxnId="{3D3FAA6D-B82F-4E53-8E40-41F1095DE7ED}">
      <dgm:prSet/>
      <dgm:spPr/>
      <dgm:t>
        <a:bodyPr/>
        <a:lstStyle/>
        <a:p>
          <a:endParaRPr lang="zh-CN" altLang="en-US"/>
        </a:p>
      </dgm:t>
    </dgm:pt>
    <dgm:pt modelId="{64469167-9020-475E-B512-A5FFEB2BF732}" type="sibTrans" cxnId="{3D3FAA6D-B82F-4E53-8E40-41F1095DE7ED}">
      <dgm:prSet/>
      <dgm:spPr/>
      <dgm:t>
        <a:bodyPr/>
        <a:lstStyle/>
        <a:p>
          <a:endParaRPr lang="zh-CN" altLang="en-US"/>
        </a:p>
      </dgm:t>
    </dgm:pt>
    <dgm:pt modelId="{8423E4BF-9C47-4A34-908E-290040EFCE1C}">
      <dgm:prSet/>
      <dgm:spPr/>
      <dgm:t>
        <a:bodyPr/>
        <a:lstStyle/>
        <a:p>
          <a:pPr rtl="0"/>
          <a:r>
            <a:rPr lang="zh-CN" dirty="0" smtClean="0">
              <a:latin typeface="微软雅黑" panose="020B0503020204020204" pitchFamily="34" charset="-122"/>
              <a:ea typeface="微软雅黑" panose="020B0503020204020204" pitchFamily="34" charset="-122"/>
            </a:rPr>
            <a:t>性能水平扩展</a:t>
          </a:r>
          <a:endParaRPr lang="zh-CN" dirty="0">
            <a:latin typeface="微软雅黑" panose="020B0503020204020204" pitchFamily="34" charset="-122"/>
            <a:ea typeface="微软雅黑" panose="020B0503020204020204" pitchFamily="34" charset="-122"/>
          </a:endParaRPr>
        </a:p>
      </dgm:t>
    </dgm:pt>
    <dgm:pt modelId="{A9AD2891-5491-4C79-B443-E6B0C4F0A7FD}" type="parTrans" cxnId="{0C43F556-E5FA-4432-AB2A-63F99F84D294}">
      <dgm:prSet/>
      <dgm:spPr/>
      <dgm:t>
        <a:bodyPr/>
        <a:lstStyle/>
        <a:p>
          <a:endParaRPr lang="zh-CN" altLang="en-US"/>
        </a:p>
      </dgm:t>
    </dgm:pt>
    <dgm:pt modelId="{C2D83970-EA81-4A4C-AD8D-F031CE482056}" type="sibTrans" cxnId="{0C43F556-E5FA-4432-AB2A-63F99F84D294}">
      <dgm:prSet/>
      <dgm:spPr/>
      <dgm:t>
        <a:bodyPr/>
        <a:lstStyle/>
        <a:p>
          <a:endParaRPr lang="zh-CN" altLang="en-US"/>
        </a:p>
      </dgm:t>
    </dgm:pt>
    <dgm:pt modelId="{338CC983-F8E1-4286-A78D-DDE711985E29}">
      <dgm:prSet/>
      <dgm:spPr/>
      <dgm:t>
        <a:bodyPr/>
        <a:lstStyle/>
        <a:p>
          <a:pPr rtl="0"/>
          <a:r>
            <a:rPr lang="zh-CN" smtClean="0">
              <a:latin typeface="微软雅黑" panose="020B0503020204020204" pitchFamily="34" charset="-122"/>
              <a:ea typeface="微软雅黑" panose="020B0503020204020204" pitchFamily="34" charset="-122"/>
            </a:rPr>
            <a:t>准入规范友好</a:t>
          </a:r>
          <a:endParaRPr lang="zh-CN">
            <a:latin typeface="微软雅黑" panose="020B0503020204020204" pitchFamily="34" charset="-122"/>
            <a:ea typeface="微软雅黑" panose="020B0503020204020204" pitchFamily="34" charset="-122"/>
          </a:endParaRPr>
        </a:p>
      </dgm:t>
    </dgm:pt>
    <dgm:pt modelId="{3F2BAEE4-57A7-4E37-A221-C0D413A4EDA0}" type="parTrans" cxnId="{C3959820-292F-45F5-9FF5-0334BA291C21}">
      <dgm:prSet/>
      <dgm:spPr/>
      <dgm:t>
        <a:bodyPr/>
        <a:lstStyle/>
        <a:p>
          <a:endParaRPr lang="zh-CN" altLang="en-US"/>
        </a:p>
      </dgm:t>
    </dgm:pt>
    <dgm:pt modelId="{F52AEA59-C147-498D-A66E-F1E56D8F2F2D}" type="sibTrans" cxnId="{C3959820-292F-45F5-9FF5-0334BA291C21}">
      <dgm:prSet/>
      <dgm:spPr/>
      <dgm:t>
        <a:bodyPr/>
        <a:lstStyle/>
        <a:p>
          <a:endParaRPr lang="zh-CN" altLang="en-US"/>
        </a:p>
      </dgm:t>
    </dgm:pt>
    <dgm:pt modelId="{D9C16A17-597D-42A4-AE79-7695DCCEA0E8}">
      <dgm:prSet/>
      <dgm:spPr/>
      <dgm:t>
        <a:bodyPr/>
        <a:lstStyle/>
        <a:p>
          <a:pPr rtl="0"/>
          <a:r>
            <a:rPr lang="zh-CN" smtClean="0">
              <a:latin typeface="微软雅黑" panose="020B0503020204020204" pitchFamily="34" charset="-122"/>
              <a:ea typeface="微软雅黑" panose="020B0503020204020204" pitchFamily="34" charset="-122"/>
            </a:rPr>
            <a:t>免费</a:t>
          </a:r>
          <a:endParaRPr lang="zh-CN">
            <a:latin typeface="微软雅黑" panose="020B0503020204020204" pitchFamily="34" charset="-122"/>
            <a:ea typeface="微软雅黑" panose="020B0503020204020204" pitchFamily="34" charset="-122"/>
          </a:endParaRPr>
        </a:p>
      </dgm:t>
    </dgm:pt>
    <dgm:pt modelId="{9F262DB7-F8EC-4905-A017-E4F224A9BEFF}" type="parTrans" cxnId="{96E0FA71-FA4A-4E88-B34E-D32E413C8C4A}">
      <dgm:prSet/>
      <dgm:spPr/>
      <dgm:t>
        <a:bodyPr/>
        <a:lstStyle/>
        <a:p>
          <a:endParaRPr lang="zh-CN" altLang="en-US"/>
        </a:p>
      </dgm:t>
    </dgm:pt>
    <dgm:pt modelId="{92ABC3D5-C664-40D1-8FB9-CF284519644E}" type="sibTrans" cxnId="{96E0FA71-FA4A-4E88-B34E-D32E413C8C4A}">
      <dgm:prSet/>
      <dgm:spPr/>
      <dgm:t>
        <a:bodyPr/>
        <a:lstStyle/>
        <a:p>
          <a:endParaRPr lang="zh-CN" altLang="en-US"/>
        </a:p>
      </dgm:t>
    </dgm:pt>
    <dgm:pt modelId="{1769A3EE-E0C7-412C-98E3-BA2491AF0E80}">
      <dgm:prSet/>
      <dgm:spPr/>
      <dgm:t>
        <a:bodyPr/>
        <a:lstStyle/>
        <a:p>
          <a:pPr rtl="0"/>
          <a:r>
            <a:rPr lang="zh-CN" dirty="0" smtClean="0">
              <a:latin typeface="微软雅黑" panose="020B0503020204020204" pitchFamily="34" charset="-122"/>
              <a:ea typeface="微软雅黑" panose="020B0503020204020204" pitchFamily="34" charset="-122"/>
            </a:rPr>
            <a:t>包邮</a:t>
          </a:r>
          <a:r>
            <a:rPr lang="en-US" dirty="0" smtClean="0">
              <a:latin typeface="微软雅黑" panose="020B0503020204020204" pitchFamily="34" charset="-122"/>
              <a:ea typeface="微软雅黑" panose="020B0503020204020204" pitchFamily="34" charset="-122"/>
            </a:rPr>
            <a:t>(</a:t>
          </a:r>
          <a:r>
            <a:rPr lang="zh-CN" dirty="0" smtClean="0">
              <a:latin typeface="微软雅黑" panose="020B0503020204020204" pitchFamily="34" charset="-122"/>
              <a:ea typeface="微软雅黑" panose="020B0503020204020204" pitchFamily="34" charset="-122"/>
            </a:rPr>
            <a:t>无缝迁入）</a:t>
          </a:r>
          <a:endParaRPr lang="zh-CN" dirty="0">
            <a:latin typeface="微软雅黑" panose="020B0503020204020204" pitchFamily="34" charset="-122"/>
            <a:ea typeface="微软雅黑" panose="020B0503020204020204" pitchFamily="34" charset="-122"/>
          </a:endParaRPr>
        </a:p>
      </dgm:t>
    </dgm:pt>
    <dgm:pt modelId="{FFF78DA4-E987-4491-B7EB-BA48B97A9AB5}" type="parTrans" cxnId="{496B210C-88DF-4080-95C7-D6D326B2DDF8}">
      <dgm:prSet/>
      <dgm:spPr/>
      <dgm:t>
        <a:bodyPr/>
        <a:lstStyle/>
        <a:p>
          <a:endParaRPr lang="zh-CN" altLang="en-US"/>
        </a:p>
      </dgm:t>
    </dgm:pt>
    <dgm:pt modelId="{B1F05D70-3949-4CCC-8D5B-742B92342CB4}" type="sibTrans" cxnId="{496B210C-88DF-4080-95C7-D6D326B2DDF8}">
      <dgm:prSet/>
      <dgm:spPr/>
      <dgm:t>
        <a:bodyPr/>
        <a:lstStyle/>
        <a:p>
          <a:endParaRPr lang="zh-CN" altLang="en-US"/>
        </a:p>
      </dgm:t>
    </dgm:pt>
    <dgm:pt modelId="{57C46DE1-41D4-4E13-8353-42450F856589}">
      <dgm:prSet/>
      <dgm:spPr/>
      <dgm:t>
        <a:bodyPr/>
        <a:lstStyle/>
        <a:p>
          <a:pPr rtl="0"/>
          <a:r>
            <a:rPr lang="en-US" dirty="0" smtClean="0">
              <a:latin typeface="微软雅黑" panose="020B0503020204020204" pitchFamily="34" charset="-122"/>
              <a:ea typeface="微软雅黑" panose="020B0503020204020204" pitchFamily="34" charset="-122"/>
            </a:rPr>
            <a:t>0</a:t>
          </a:r>
          <a:r>
            <a:rPr lang="zh-CN" dirty="0" smtClean="0">
              <a:latin typeface="微软雅黑" panose="020B0503020204020204" pitchFamily="34" charset="-122"/>
              <a:ea typeface="微软雅黑" panose="020B0503020204020204" pitchFamily="34" charset="-122"/>
            </a:rPr>
            <a:t>元（我们承担硬件成本，运维成本，没有开发成本）</a:t>
          </a:r>
          <a:endParaRPr lang="zh-CN" dirty="0">
            <a:latin typeface="微软雅黑" panose="020B0503020204020204" pitchFamily="34" charset="-122"/>
            <a:ea typeface="微软雅黑" panose="020B0503020204020204" pitchFamily="34" charset="-122"/>
          </a:endParaRPr>
        </a:p>
      </dgm:t>
    </dgm:pt>
    <dgm:pt modelId="{6EA517A1-6DD5-4FD8-9644-C1D17A29FB0E}" type="parTrans" cxnId="{D4D0D273-AD13-4C12-9E39-DA15ADD170CE}">
      <dgm:prSet/>
      <dgm:spPr/>
      <dgm:t>
        <a:bodyPr/>
        <a:lstStyle/>
        <a:p>
          <a:endParaRPr lang="zh-CN" altLang="en-US"/>
        </a:p>
      </dgm:t>
    </dgm:pt>
    <dgm:pt modelId="{45A5B3C2-8A6A-4C00-8840-9A054BC517C9}" type="sibTrans" cxnId="{D4D0D273-AD13-4C12-9E39-DA15ADD170CE}">
      <dgm:prSet/>
      <dgm:spPr/>
      <dgm:t>
        <a:bodyPr/>
        <a:lstStyle/>
        <a:p>
          <a:endParaRPr lang="zh-CN" altLang="en-US"/>
        </a:p>
      </dgm:t>
    </dgm:pt>
    <dgm:pt modelId="{63696AAC-482C-49B2-8171-2CA76559C7FB}">
      <dgm:prSet/>
      <dgm:spPr/>
      <dgm:t>
        <a:bodyPr/>
        <a:lstStyle/>
        <a:p>
          <a:pPr rtl="0"/>
          <a:r>
            <a:rPr lang="zh-CN" dirty="0" smtClean="0">
              <a:latin typeface="微软雅黑" panose="020B0503020204020204" pitchFamily="34" charset="-122"/>
              <a:ea typeface="微软雅黑" panose="020B0503020204020204" pitchFamily="34" charset="-122"/>
            </a:rPr>
            <a:t>包退（不想用随时免费迁走）</a:t>
          </a:r>
          <a:endParaRPr lang="zh-CN" dirty="0">
            <a:latin typeface="微软雅黑" panose="020B0503020204020204" pitchFamily="34" charset="-122"/>
            <a:ea typeface="微软雅黑" panose="020B0503020204020204" pitchFamily="34" charset="-122"/>
          </a:endParaRPr>
        </a:p>
      </dgm:t>
    </dgm:pt>
    <dgm:pt modelId="{FFE71257-8264-4012-8677-71FB096DFF33}" type="parTrans" cxnId="{3359152A-330D-4813-81FA-4F13372CD5D4}">
      <dgm:prSet/>
      <dgm:spPr/>
      <dgm:t>
        <a:bodyPr/>
        <a:lstStyle/>
        <a:p>
          <a:endParaRPr lang="zh-CN" altLang="en-US"/>
        </a:p>
      </dgm:t>
    </dgm:pt>
    <dgm:pt modelId="{3A8E070B-4A02-42E3-968C-22B091B216CF}" type="sibTrans" cxnId="{3359152A-330D-4813-81FA-4F13372CD5D4}">
      <dgm:prSet/>
      <dgm:spPr/>
      <dgm:t>
        <a:bodyPr/>
        <a:lstStyle/>
        <a:p>
          <a:endParaRPr lang="zh-CN" altLang="en-US"/>
        </a:p>
      </dgm:t>
    </dgm:pt>
    <dgm:pt modelId="{66A387AA-B003-4AA0-910B-D9EA263ADBD6}">
      <dgm:prSet/>
      <dgm:spPr/>
      <dgm:t>
        <a:bodyPr/>
        <a:lstStyle/>
        <a:p>
          <a:pPr rtl="0"/>
          <a:r>
            <a:rPr lang="zh-CN" smtClean="0">
              <a:latin typeface="微软雅黑" panose="020B0503020204020204" pitchFamily="34" charset="-122"/>
              <a:ea typeface="微软雅黑" panose="020B0503020204020204" pitchFamily="34" charset="-122"/>
            </a:rPr>
            <a:t>免责</a:t>
          </a:r>
          <a:endParaRPr lang="zh-CN">
            <a:latin typeface="微软雅黑" panose="020B0503020204020204" pitchFamily="34" charset="-122"/>
            <a:ea typeface="微软雅黑" panose="020B0503020204020204" pitchFamily="34" charset="-122"/>
          </a:endParaRPr>
        </a:p>
      </dgm:t>
    </dgm:pt>
    <dgm:pt modelId="{F8D11675-19DF-42E2-B52B-7969A6906D94}" type="parTrans" cxnId="{DA439E0C-BB27-46EE-996C-C8E534267D8B}">
      <dgm:prSet/>
      <dgm:spPr/>
      <dgm:t>
        <a:bodyPr/>
        <a:lstStyle/>
        <a:p>
          <a:endParaRPr lang="zh-CN" altLang="en-US"/>
        </a:p>
      </dgm:t>
    </dgm:pt>
    <dgm:pt modelId="{67C2AABE-3B2E-4B2D-BCE0-70020DEE52EB}" type="sibTrans" cxnId="{DA439E0C-BB27-46EE-996C-C8E534267D8B}">
      <dgm:prSet/>
      <dgm:spPr/>
      <dgm:t>
        <a:bodyPr/>
        <a:lstStyle/>
        <a:p>
          <a:endParaRPr lang="zh-CN" altLang="en-US"/>
        </a:p>
      </dgm:t>
    </dgm:pt>
    <dgm:pt modelId="{748AC6EF-9733-4074-8B0A-82FD44836E6C}">
      <dgm:prSet/>
      <dgm:spPr/>
      <dgm:t>
        <a:bodyPr/>
        <a:lstStyle/>
        <a:p>
          <a:pPr rtl="0"/>
          <a:r>
            <a:rPr lang="zh-CN" dirty="0" smtClean="0">
              <a:latin typeface="微软雅黑" panose="020B0503020204020204" pitchFamily="34" charset="-122"/>
              <a:ea typeface="微软雅黑" panose="020B0503020204020204" pitchFamily="34" charset="-122"/>
            </a:rPr>
            <a:t>我们</a:t>
          </a:r>
          <a:r>
            <a:rPr lang="en-US" dirty="0" smtClean="0">
              <a:latin typeface="微软雅黑" panose="020B0503020204020204" pitchFamily="34" charset="-122"/>
              <a:ea typeface="微软雅黑" panose="020B0503020204020204" pitchFamily="34" charset="-122"/>
            </a:rPr>
            <a:t>100%</a:t>
          </a:r>
          <a:r>
            <a:rPr lang="zh-CN" dirty="0" smtClean="0">
              <a:latin typeface="微软雅黑" panose="020B0503020204020204" pitchFamily="34" charset="-122"/>
              <a:ea typeface="微软雅黑" panose="020B0503020204020204" pitchFamily="34" charset="-122"/>
            </a:rPr>
            <a:t>承担机器故障， </a:t>
          </a:r>
          <a:r>
            <a:rPr lang="zh-CN" altLang="en-US" dirty="0" smtClean="0">
              <a:latin typeface="微软雅黑" panose="020B0503020204020204" pitchFamily="34" charset="-122"/>
              <a:ea typeface="微软雅黑" panose="020B0503020204020204" pitchFamily="34" charset="-122"/>
            </a:rPr>
            <a:t>线上运维，数据安全相关</a:t>
          </a:r>
          <a:r>
            <a:rPr lang="zh-CN" dirty="0" smtClean="0">
              <a:latin typeface="微软雅黑" panose="020B0503020204020204" pitchFamily="34" charset="-122"/>
              <a:ea typeface="微软雅黑" panose="020B0503020204020204" pitchFamily="34" charset="-122"/>
            </a:rPr>
            <a:t>责任</a:t>
          </a:r>
          <a:endParaRPr lang="zh-CN" dirty="0">
            <a:latin typeface="微软雅黑" panose="020B0503020204020204" pitchFamily="34" charset="-122"/>
            <a:ea typeface="微软雅黑" panose="020B0503020204020204" pitchFamily="34" charset="-122"/>
          </a:endParaRPr>
        </a:p>
      </dgm:t>
    </dgm:pt>
    <dgm:pt modelId="{8D559E12-AC31-4DCA-8CEF-75D86A8201B0}" type="parTrans" cxnId="{C7B90898-3854-40B0-B00A-9A5502E7AF55}">
      <dgm:prSet/>
      <dgm:spPr/>
      <dgm:t>
        <a:bodyPr/>
        <a:lstStyle/>
        <a:p>
          <a:endParaRPr lang="zh-CN" altLang="en-US"/>
        </a:p>
      </dgm:t>
    </dgm:pt>
    <dgm:pt modelId="{D21D3352-C528-4D56-B94C-EB60BE5E1AAD}" type="sibTrans" cxnId="{C7B90898-3854-40B0-B00A-9A5502E7AF55}">
      <dgm:prSet/>
      <dgm:spPr/>
      <dgm:t>
        <a:bodyPr/>
        <a:lstStyle/>
        <a:p>
          <a:endParaRPr lang="zh-CN" altLang="en-US"/>
        </a:p>
      </dgm:t>
    </dgm:pt>
    <dgm:pt modelId="{4E467A74-5034-4E7F-A2E0-48ABCC93ED0D}" type="pres">
      <dgm:prSet presAssocID="{9BA4F8B7-DDC2-48AE-B409-6CA04E83DFC2}" presName="Name0" presStyleCnt="0">
        <dgm:presLayoutVars>
          <dgm:dir/>
          <dgm:animLvl val="lvl"/>
          <dgm:resizeHandles val="exact"/>
        </dgm:presLayoutVars>
      </dgm:prSet>
      <dgm:spPr/>
      <dgm:t>
        <a:bodyPr/>
        <a:lstStyle/>
        <a:p>
          <a:endParaRPr lang="zh-CN" altLang="en-US"/>
        </a:p>
      </dgm:t>
    </dgm:pt>
    <dgm:pt modelId="{5BE8C2F7-C52A-4855-BE7F-280A40DD7F83}" type="pres">
      <dgm:prSet presAssocID="{BAF8A93A-86FA-4A63-AA7E-8EC286FE23D9}" presName="composite" presStyleCnt="0"/>
      <dgm:spPr/>
    </dgm:pt>
    <dgm:pt modelId="{05A804F5-ED57-44B7-9484-E2BE3F7684D4}" type="pres">
      <dgm:prSet presAssocID="{BAF8A93A-86FA-4A63-AA7E-8EC286FE23D9}" presName="parTx" presStyleLbl="alignNode1" presStyleIdx="0" presStyleCnt="3">
        <dgm:presLayoutVars>
          <dgm:chMax val="0"/>
          <dgm:chPref val="0"/>
          <dgm:bulletEnabled val="1"/>
        </dgm:presLayoutVars>
      </dgm:prSet>
      <dgm:spPr/>
      <dgm:t>
        <a:bodyPr/>
        <a:lstStyle/>
        <a:p>
          <a:endParaRPr lang="zh-CN" altLang="en-US"/>
        </a:p>
      </dgm:t>
    </dgm:pt>
    <dgm:pt modelId="{CED94BF7-B4EF-4BBE-AAE9-41917BE37A9B}" type="pres">
      <dgm:prSet presAssocID="{BAF8A93A-86FA-4A63-AA7E-8EC286FE23D9}" presName="desTx" presStyleLbl="alignAccFollowNode1" presStyleIdx="0" presStyleCnt="3">
        <dgm:presLayoutVars>
          <dgm:bulletEnabled val="1"/>
        </dgm:presLayoutVars>
      </dgm:prSet>
      <dgm:spPr/>
      <dgm:t>
        <a:bodyPr/>
        <a:lstStyle/>
        <a:p>
          <a:endParaRPr lang="zh-CN" altLang="en-US"/>
        </a:p>
      </dgm:t>
    </dgm:pt>
    <dgm:pt modelId="{05B4EFEA-20F1-4CCB-B121-97907840EA09}" type="pres">
      <dgm:prSet presAssocID="{524DB7DE-1FAC-4845-BC1D-D770120C8EB7}" presName="space" presStyleCnt="0"/>
      <dgm:spPr/>
    </dgm:pt>
    <dgm:pt modelId="{FD22C8AE-5F2A-4B68-8599-74E7CDDD6A1D}" type="pres">
      <dgm:prSet presAssocID="{D9C16A17-597D-42A4-AE79-7695DCCEA0E8}" presName="composite" presStyleCnt="0"/>
      <dgm:spPr/>
    </dgm:pt>
    <dgm:pt modelId="{7786462E-BEDF-47E6-B859-2E2F3CC5B910}" type="pres">
      <dgm:prSet presAssocID="{D9C16A17-597D-42A4-AE79-7695DCCEA0E8}" presName="parTx" presStyleLbl="alignNode1" presStyleIdx="1" presStyleCnt="3">
        <dgm:presLayoutVars>
          <dgm:chMax val="0"/>
          <dgm:chPref val="0"/>
          <dgm:bulletEnabled val="1"/>
        </dgm:presLayoutVars>
      </dgm:prSet>
      <dgm:spPr/>
      <dgm:t>
        <a:bodyPr/>
        <a:lstStyle/>
        <a:p>
          <a:endParaRPr lang="zh-CN" altLang="en-US"/>
        </a:p>
      </dgm:t>
    </dgm:pt>
    <dgm:pt modelId="{A2342910-E209-43BA-82B0-89B4D1836F3C}" type="pres">
      <dgm:prSet presAssocID="{D9C16A17-597D-42A4-AE79-7695DCCEA0E8}" presName="desTx" presStyleLbl="alignAccFollowNode1" presStyleIdx="1" presStyleCnt="3">
        <dgm:presLayoutVars>
          <dgm:bulletEnabled val="1"/>
        </dgm:presLayoutVars>
      </dgm:prSet>
      <dgm:spPr/>
      <dgm:t>
        <a:bodyPr/>
        <a:lstStyle/>
        <a:p>
          <a:endParaRPr lang="zh-CN" altLang="en-US"/>
        </a:p>
      </dgm:t>
    </dgm:pt>
    <dgm:pt modelId="{E1824033-2411-43BC-BC5E-783926D912FC}" type="pres">
      <dgm:prSet presAssocID="{92ABC3D5-C664-40D1-8FB9-CF284519644E}" presName="space" presStyleCnt="0"/>
      <dgm:spPr/>
    </dgm:pt>
    <dgm:pt modelId="{AD7C0872-88CA-4A9A-B02A-BF9D55D0E1D8}" type="pres">
      <dgm:prSet presAssocID="{66A387AA-B003-4AA0-910B-D9EA263ADBD6}" presName="composite" presStyleCnt="0"/>
      <dgm:spPr/>
    </dgm:pt>
    <dgm:pt modelId="{2231AD1B-C626-4846-90C9-B281A0BF807A}" type="pres">
      <dgm:prSet presAssocID="{66A387AA-B003-4AA0-910B-D9EA263ADBD6}" presName="parTx" presStyleLbl="alignNode1" presStyleIdx="2" presStyleCnt="3">
        <dgm:presLayoutVars>
          <dgm:chMax val="0"/>
          <dgm:chPref val="0"/>
          <dgm:bulletEnabled val="1"/>
        </dgm:presLayoutVars>
      </dgm:prSet>
      <dgm:spPr/>
      <dgm:t>
        <a:bodyPr/>
        <a:lstStyle/>
        <a:p>
          <a:endParaRPr lang="zh-CN" altLang="en-US"/>
        </a:p>
      </dgm:t>
    </dgm:pt>
    <dgm:pt modelId="{2248F57F-4C55-4D4F-95F9-2D02120E1674}" type="pres">
      <dgm:prSet presAssocID="{66A387AA-B003-4AA0-910B-D9EA263ADBD6}" presName="desTx" presStyleLbl="alignAccFollowNode1" presStyleIdx="2" presStyleCnt="3">
        <dgm:presLayoutVars>
          <dgm:bulletEnabled val="1"/>
        </dgm:presLayoutVars>
      </dgm:prSet>
      <dgm:spPr/>
      <dgm:t>
        <a:bodyPr/>
        <a:lstStyle/>
        <a:p>
          <a:endParaRPr lang="zh-CN" altLang="en-US"/>
        </a:p>
      </dgm:t>
    </dgm:pt>
  </dgm:ptLst>
  <dgm:cxnLst>
    <dgm:cxn modelId="{5C01845F-73E2-4B05-9144-89888F943858}" type="presOf" srcId="{66A387AA-B003-4AA0-910B-D9EA263ADBD6}" destId="{2231AD1B-C626-4846-90C9-B281A0BF807A}" srcOrd="0" destOrd="0" presId="urn:microsoft.com/office/officeart/2005/8/layout/hList1"/>
    <dgm:cxn modelId="{496B210C-88DF-4080-95C7-D6D326B2DDF8}" srcId="{D9C16A17-597D-42A4-AE79-7695DCCEA0E8}" destId="{1769A3EE-E0C7-412C-98E3-BA2491AF0E80}" srcOrd="0" destOrd="0" parTransId="{FFF78DA4-E987-4491-B7EB-BA48B97A9AB5}" sibTransId="{B1F05D70-3949-4CCC-8D5B-742B92342CB4}"/>
    <dgm:cxn modelId="{3D3FAA6D-B82F-4E53-8E40-41F1095DE7ED}" srcId="{BAF8A93A-86FA-4A63-AA7E-8EC286FE23D9}" destId="{1491A495-A79C-442F-80E7-98B99CA18BC1}" srcOrd="1" destOrd="0" parTransId="{F22EA864-FD85-4FB7-8972-B0CF81F11B33}" sibTransId="{64469167-9020-475E-B512-A5FFEB2BF732}"/>
    <dgm:cxn modelId="{D7F489A5-1B7C-46C2-9558-0E659750E734}" type="presOf" srcId="{8423E4BF-9C47-4A34-908E-290040EFCE1C}" destId="{CED94BF7-B4EF-4BBE-AAE9-41917BE37A9B}" srcOrd="0" destOrd="2" presId="urn:microsoft.com/office/officeart/2005/8/layout/hList1"/>
    <dgm:cxn modelId="{6051BF67-61F0-4578-A350-B61955CE6131}" type="presOf" srcId="{AC890FDF-7CAA-4853-9EF9-AF7C8A3E904B}" destId="{CED94BF7-B4EF-4BBE-AAE9-41917BE37A9B}" srcOrd="0" destOrd="0" presId="urn:microsoft.com/office/officeart/2005/8/layout/hList1"/>
    <dgm:cxn modelId="{C3959820-292F-45F5-9FF5-0334BA291C21}" srcId="{BAF8A93A-86FA-4A63-AA7E-8EC286FE23D9}" destId="{338CC983-F8E1-4286-A78D-DDE711985E29}" srcOrd="3" destOrd="0" parTransId="{3F2BAEE4-57A7-4E37-A221-C0D413A4EDA0}" sibTransId="{F52AEA59-C147-498D-A66E-F1E56D8F2F2D}"/>
    <dgm:cxn modelId="{50000741-AF40-40ED-B759-5CB4AAF058E1}" type="presOf" srcId="{748AC6EF-9733-4074-8B0A-82FD44836E6C}" destId="{2248F57F-4C55-4D4F-95F9-2D02120E1674}" srcOrd="0" destOrd="0" presId="urn:microsoft.com/office/officeart/2005/8/layout/hList1"/>
    <dgm:cxn modelId="{A12BAF94-CF59-439E-93A4-226CAF05DF12}" srcId="{9BA4F8B7-DDC2-48AE-B409-6CA04E83DFC2}" destId="{BAF8A93A-86FA-4A63-AA7E-8EC286FE23D9}" srcOrd="0" destOrd="0" parTransId="{06760B0B-0D6C-4800-81B7-81C6331B2EBC}" sibTransId="{524DB7DE-1FAC-4845-BC1D-D770120C8EB7}"/>
    <dgm:cxn modelId="{9B26BF98-F342-4B99-99C8-78949905B826}" type="presOf" srcId="{338CC983-F8E1-4286-A78D-DDE711985E29}" destId="{CED94BF7-B4EF-4BBE-AAE9-41917BE37A9B}" srcOrd="0" destOrd="3" presId="urn:microsoft.com/office/officeart/2005/8/layout/hList1"/>
    <dgm:cxn modelId="{C7B90898-3854-40B0-B00A-9A5502E7AF55}" srcId="{66A387AA-B003-4AA0-910B-D9EA263ADBD6}" destId="{748AC6EF-9733-4074-8B0A-82FD44836E6C}" srcOrd="0" destOrd="0" parTransId="{8D559E12-AC31-4DCA-8CEF-75D86A8201B0}" sibTransId="{D21D3352-C528-4D56-B94C-EB60BE5E1AAD}"/>
    <dgm:cxn modelId="{F7A963B4-BD81-4333-9774-BD81B4BF3B5C}" type="presOf" srcId="{BAF8A93A-86FA-4A63-AA7E-8EC286FE23D9}" destId="{05A804F5-ED57-44B7-9484-E2BE3F7684D4}" srcOrd="0" destOrd="0" presId="urn:microsoft.com/office/officeart/2005/8/layout/hList1"/>
    <dgm:cxn modelId="{2E2BBE22-7878-4555-8142-3E659882A639}" type="presOf" srcId="{1491A495-A79C-442F-80E7-98B99CA18BC1}" destId="{CED94BF7-B4EF-4BBE-AAE9-41917BE37A9B}" srcOrd="0" destOrd="1" presId="urn:microsoft.com/office/officeart/2005/8/layout/hList1"/>
    <dgm:cxn modelId="{790B4BED-2F05-4D1D-8D13-DCAAD4815F1B}" srcId="{BAF8A93A-86FA-4A63-AA7E-8EC286FE23D9}" destId="{AC890FDF-7CAA-4853-9EF9-AF7C8A3E904B}" srcOrd="0" destOrd="0" parTransId="{4BFBB445-B1CD-48A8-BD87-A75FFC9217B2}" sibTransId="{CBF2C842-6F11-4CCA-A733-60914429953C}"/>
    <dgm:cxn modelId="{DA439E0C-BB27-46EE-996C-C8E534267D8B}" srcId="{9BA4F8B7-DDC2-48AE-B409-6CA04E83DFC2}" destId="{66A387AA-B003-4AA0-910B-D9EA263ADBD6}" srcOrd="2" destOrd="0" parTransId="{F8D11675-19DF-42E2-B52B-7969A6906D94}" sibTransId="{67C2AABE-3B2E-4B2D-BCE0-70020DEE52EB}"/>
    <dgm:cxn modelId="{4BEB16A0-21E4-415D-B7BE-C4A05D9FE4A1}" type="presOf" srcId="{63696AAC-482C-49B2-8171-2CA76559C7FB}" destId="{A2342910-E209-43BA-82B0-89B4D1836F3C}" srcOrd="0" destOrd="2" presId="urn:microsoft.com/office/officeart/2005/8/layout/hList1"/>
    <dgm:cxn modelId="{0C43F556-E5FA-4432-AB2A-63F99F84D294}" srcId="{BAF8A93A-86FA-4A63-AA7E-8EC286FE23D9}" destId="{8423E4BF-9C47-4A34-908E-290040EFCE1C}" srcOrd="2" destOrd="0" parTransId="{A9AD2891-5491-4C79-B443-E6B0C4F0A7FD}" sibTransId="{C2D83970-EA81-4A4C-AD8D-F031CE482056}"/>
    <dgm:cxn modelId="{CAEBD3B4-0627-4EE4-8855-C9E4BA3135C4}" type="presOf" srcId="{D9C16A17-597D-42A4-AE79-7695DCCEA0E8}" destId="{7786462E-BEDF-47E6-B859-2E2F3CC5B910}" srcOrd="0" destOrd="0" presId="urn:microsoft.com/office/officeart/2005/8/layout/hList1"/>
    <dgm:cxn modelId="{64EFE097-A81E-44DF-B0ED-036A1DCBCF99}" type="presOf" srcId="{1769A3EE-E0C7-412C-98E3-BA2491AF0E80}" destId="{A2342910-E209-43BA-82B0-89B4D1836F3C}" srcOrd="0" destOrd="0" presId="urn:microsoft.com/office/officeart/2005/8/layout/hList1"/>
    <dgm:cxn modelId="{3359152A-330D-4813-81FA-4F13372CD5D4}" srcId="{D9C16A17-597D-42A4-AE79-7695DCCEA0E8}" destId="{63696AAC-482C-49B2-8171-2CA76559C7FB}" srcOrd="2" destOrd="0" parTransId="{FFE71257-8264-4012-8677-71FB096DFF33}" sibTransId="{3A8E070B-4A02-42E3-968C-22B091B216CF}"/>
    <dgm:cxn modelId="{6D72F754-1CB9-40AF-AA3A-C8662395F50F}" type="presOf" srcId="{9BA4F8B7-DDC2-48AE-B409-6CA04E83DFC2}" destId="{4E467A74-5034-4E7F-A2E0-48ABCC93ED0D}" srcOrd="0" destOrd="0" presId="urn:microsoft.com/office/officeart/2005/8/layout/hList1"/>
    <dgm:cxn modelId="{D4D0D273-AD13-4C12-9E39-DA15ADD170CE}" srcId="{D9C16A17-597D-42A4-AE79-7695DCCEA0E8}" destId="{57C46DE1-41D4-4E13-8353-42450F856589}" srcOrd="1" destOrd="0" parTransId="{6EA517A1-6DD5-4FD8-9644-C1D17A29FB0E}" sibTransId="{45A5B3C2-8A6A-4C00-8840-9A054BC517C9}"/>
    <dgm:cxn modelId="{185897E0-7619-4D71-B48A-9131C8672B66}" type="presOf" srcId="{57C46DE1-41D4-4E13-8353-42450F856589}" destId="{A2342910-E209-43BA-82B0-89B4D1836F3C}" srcOrd="0" destOrd="1" presId="urn:microsoft.com/office/officeart/2005/8/layout/hList1"/>
    <dgm:cxn modelId="{96E0FA71-FA4A-4E88-B34E-D32E413C8C4A}" srcId="{9BA4F8B7-DDC2-48AE-B409-6CA04E83DFC2}" destId="{D9C16A17-597D-42A4-AE79-7695DCCEA0E8}" srcOrd="1" destOrd="0" parTransId="{9F262DB7-F8EC-4905-A017-E4F224A9BEFF}" sibTransId="{92ABC3D5-C664-40D1-8FB9-CF284519644E}"/>
    <dgm:cxn modelId="{D36F1927-30B6-42E0-B038-6E674535F534}" type="presParOf" srcId="{4E467A74-5034-4E7F-A2E0-48ABCC93ED0D}" destId="{5BE8C2F7-C52A-4855-BE7F-280A40DD7F83}" srcOrd="0" destOrd="0" presId="urn:microsoft.com/office/officeart/2005/8/layout/hList1"/>
    <dgm:cxn modelId="{90626ACC-D3C3-428F-B75B-8A928D0320DC}" type="presParOf" srcId="{5BE8C2F7-C52A-4855-BE7F-280A40DD7F83}" destId="{05A804F5-ED57-44B7-9484-E2BE3F7684D4}" srcOrd="0" destOrd="0" presId="urn:microsoft.com/office/officeart/2005/8/layout/hList1"/>
    <dgm:cxn modelId="{3DC29B64-69C0-4FB0-B7EF-65C6441226DA}" type="presParOf" srcId="{5BE8C2F7-C52A-4855-BE7F-280A40DD7F83}" destId="{CED94BF7-B4EF-4BBE-AAE9-41917BE37A9B}" srcOrd="1" destOrd="0" presId="urn:microsoft.com/office/officeart/2005/8/layout/hList1"/>
    <dgm:cxn modelId="{78848CAB-6C5E-4621-9811-5EC1212DAEA0}" type="presParOf" srcId="{4E467A74-5034-4E7F-A2E0-48ABCC93ED0D}" destId="{05B4EFEA-20F1-4CCB-B121-97907840EA09}" srcOrd="1" destOrd="0" presId="urn:microsoft.com/office/officeart/2005/8/layout/hList1"/>
    <dgm:cxn modelId="{36D49890-82E1-4FBE-BA7E-29C49C683B5F}" type="presParOf" srcId="{4E467A74-5034-4E7F-A2E0-48ABCC93ED0D}" destId="{FD22C8AE-5F2A-4B68-8599-74E7CDDD6A1D}" srcOrd="2" destOrd="0" presId="urn:microsoft.com/office/officeart/2005/8/layout/hList1"/>
    <dgm:cxn modelId="{92939FE8-441D-4EF2-8175-F2CF38B4A4DA}" type="presParOf" srcId="{FD22C8AE-5F2A-4B68-8599-74E7CDDD6A1D}" destId="{7786462E-BEDF-47E6-B859-2E2F3CC5B910}" srcOrd="0" destOrd="0" presId="urn:microsoft.com/office/officeart/2005/8/layout/hList1"/>
    <dgm:cxn modelId="{8FBC090C-703A-4C55-A21E-332DFF8365B8}" type="presParOf" srcId="{FD22C8AE-5F2A-4B68-8599-74E7CDDD6A1D}" destId="{A2342910-E209-43BA-82B0-89B4D1836F3C}" srcOrd="1" destOrd="0" presId="urn:microsoft.com/office/officeart/2005/8/layout/hList1"/>
    <dgm:cxn modelId="{3DE8AA2A-0EE7-4A27-B77F-D5938AE09A09}" type="presParOf" srcId="{4E467A74-5034-4E7F-A2E0-48ABCC93ED0D}" destId="{E1824033-2411-43BC-BC5E-783926D912FC}" srcOrd="3" destOrd="0" presId="urn:microsoft.com/office/officeart/2005/8/layout/hList1"/>
    <dgm:cxn modelId="{B5B8F290-A2F8-4C80-92A4-7FAD5BA99BD7}" type="presParOf" srcId="{4E467A74-5034-4E7F-A2E0-48ABCC93ED0D}" destId="{AD7C0872-88CA-4A9A-B02A-BF9D55D0E1D8}" srcOrd="4" destOrd="0" presId="urn:microsoft.com/office/officeart/2005/8/layout/hList1"/>
    <dgm:cxn modelId="{100F2979-5E43-43DC-A27E-8AD7D38005F6}" type="presParOf" srcId="{AD7C0872-88CA-4A9A-B02A-BF9D55D0E1D8}" destId="{2231AD1B-C626-4846-90C9-B281A0BF807A}" srcOrd="0" destOrd="0" presId="urn:microsoft.com/office/officeart/2005/8/layout/hList1"/>
    <dgm:cxn modelId="{102AA9F2-3DA4-464A-B39A-1EFDADF862CC}" type="presParOf" srcId="{AD7C0872-88CA-4A9A-B02A-BF9D55D0E1D8}" destId="{2248F57F-4C55-4D4F-95F9-2D02120E167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59363E-C186-4BC7-9DB3-2348E7B68693}">
      <dsp:nvSpPr>
        <dsp:cNvPr id="0" name=""/>
        <dsp:cNvSpPr/>
      </dsp:nvSpPr>
      <dsp:spPr>
        <a:xfrm>
          <a:off x="2947" y="116882"/>
          <a:ext cx="2874131" cy="432000"/>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06680" tIns="60960" rIns="106680" bIns="60960" numCol="1" spcCol="1270" anchor="ctr" anchorCtr="0">
          <a:noAutofit/>
        </a:bodyPr>
        <a:lstStyle/>
        <a:p>
          <a:pPr lvl="0" algn="ctr" defTabSz="666750" rtl="0">
            <a:lnSpc>
              <a:spcPct val="90000"/>
            </a:lnSpc>
            <a:spcBef>
              <a:spcPct val="0"/>
            </a:spcBef>
            <a:spcAft>
              <a:spcPct val="35000"/>
            </a:spcAft>
          </a:pPr>
          <a:r>
            <a:rPr lang="en-US" sz="1500" b="1" kern="1200" dirty="0" smtClean="0">
              <a:latin typeface="微软雅黑" panose="020B0503020204020204" pitchFamily="34" charset="-122"/>
              <a:ea typeface="微软雅黑" panose="020B0503020204020204" pitchFamily="34" charset="-122"/>
            </a:rPr>
            <a:t>DCDB</a:t>
          </a:r>
          <a:r>
            <a:rPr lang="zh-CN" sz="1500" b="1" kern="1200" dirty="0" smtClean="0">
              <a:latin typeface="微软雅黑" panose="020B0503020204020204" pitchFamily="34" charset="-122"/>
              <a:ea typeface="微软雅黑" panose="020B0503020204020204" pitchFamily="34" charset="-122"/>
            </a:rPr>
            <a:t>背景</a:t>
          </a:r>
          <a:endParaRPr lang="zh-CN" sz="1500" kern="1200" dirty="0">
            <a:latin typeface="微软雅黑" panose="020B0503020204020204" pitchFamily="34" charset="-122"/>
            <a:ea typeface="微软雅黑" panose="020B0503020204020204" pitchFamily="34" charset="-122"/>
          </a:endParaRPr>
        </a:p>
      </dsp:txBody>
      <dsp:txXfrm>
        <a:off x="2947" y="116882"/>
        <a:ext cx="2874131" cy="432000"/>
      </dsp:txXfrm>
    </dsp:sp>
    <dsp:sp modelId="{C2FB57E6-AC3D-482A-8D1E-377281263601}">
      <dsp:nvSpPr>
        <dsp:cNvPr id="0" name=""/>
        <dsp:cNvSpPr/>
      </dsp:nvSpPr>
      <dsp:spPr>
        <a:xfrm>
          <a:off x="2947" y="548882"/>
          <a:ext cx="2874131" cy="4302787"/>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rtl="0">
            <a:lnSpc>
              <a:spcPct val="90000"/>
            </a:lnSpc>
            <a:spcBef>
              <a:spcPct val="0"/>
            </a:spcBef>
            <a:spcAft>
              <a:spcPct val="15000"/>
            </a:spcAft>
            <a:buChar char="••"/>
          </a:pPr>
          <a:r>
            <a:rPr lang="zh-CN" altLang="en-US" sz="1500" kern="1200" dirty="0" smtClean="0">
              <a:latin typeface="微软雅黑" panose="020B0503020204020204" pitchFamily="34" charset="-122"/>
              <a:ea typeface="微软雅黑" panose="020B0503020204020204" pitchFamily="34" charset="-122"/>
            </a:rPr>
            <a:t>业务的快速增长</a:t>
          </a:r>
          <a:endParaRPr lang="zh-CN" sz="1500" kern="1200" dirty="0">
            <a:latin typeface="微软雅黑" panose="020B0503020204020204" pitchFamily="34" charset="-122"/>
            <a:ea typeface="微软雅黑" panose="020B0503020204020204" pitchFamily="34" charset="-122"/>
          </a:endParaRPr>
        </a:p>
        <a:p>
          <a:pPr marL="114300" lvl="1" indent="-114300" algn="l" defTabSz="666750" rtl="0">
            <a:lnSpc>
              <a:spcPct val="90000"/>
            </a:lnSpc>
            <a:spcBef>
              <a:spcPct val="0"/>
            </a:spcBef>
            <a:spcAft>
              <a:spcPct val="15000"/>
            </a:spcAft>
            <a:buChar char="••"/>
          </a:pPr>
          <a:r>
            <a:rPr lang="zh-CN" altLang="en-US" sz="1500" kern="1200" dirty="0" smtClean="0">
              <a:latin typeface="微软雅黑" panose="020B0503020204020204" pitchFamily="34" charset="-122"/>
              <a:ea typeface="微软雅黑" panose="020B0503020204020204" pitchFamily="34" charset="-122"/>
            </a:rPr>
            <a:t>业界布局</a:t>
          </a:r>
          <a:r>
            <a:rPr lang="en-US" altLang="zh-CN" sz="1500" kern="1200" dirty="0" err="1" smtClean="0">
              <a:latin typeface="微软雅黑" panose="020B0503020204020204" pitchFamily="34" charset="-122"/>
              <a:ea typeface="微软雅黑" panose="020B0503020204020204" pitchFamily="34" charset="-122"/>
            </a:rPr>
            <a:t>NewSQL</a:t>
          </a:r>
          <a:endParaRPr lang="zh-CN" sz="1500" kern="1200" dirty="0">
            <a:latin typeface="微软雅黑" panose="020B0503020204020204" pitchFamily="34" charset="-122"/>
            <a:ea typeface="微软雅黑" panose="020B0503020204020204" pitchFamily="34" charset="-122"/>
          </a:endParaRPr>
        </a:p>
        <a:p>
          <a:pPr marL="114300" lvl="1" indent="-114300" algn="l" defTabSz="666750" rtl="0">
            <a:lnSpc>
              <a:spcPct val="90000"/>
            </a:lnSpc>
            <a:spcBef>
              <a:spcPct val="0"/>
            </a:spcBef>
            <a:spcAft>
              <a:spcPct val="15000"/>
            </a:spcAft>
            <a:buChar char="••"/>
          </a:pPr>
          <a:r>
            <a:rPr lang="en-US" sz="1500" kern="1200" dirty="0" smtClean="0">
              <a:latin typeface="微软雅黑" panose="020B0503020204020204" pitchFamily="34" charset="-122"/>
              <a:ea typeface="微软雅黑" panose="020B0503020204020204" pitchFamily="34" charset="-122"/>
            </a:rPr>
            <a:t>DCDB</a:t>
          </a:r>
          <a:r>
            <a:rPr lang="zh-CN" altLang="en-US" sz="1500" kern="1200" dirty="0" smtClean="0">
              <a:latin typeface="微软雅黑" panose="020B0503020204020204" pitchFamily="34" charset="-122"/>
              <a:ea typeface="微软雅黑" panose="020B0503020204020204" pitchFamily="34" charset="-122"/>
            </a:rPr>
            <a:t>核心</a:t>
          </a:r>
          <a:r>
            <a:rPr lang="zh-CN" sz="1500" kern="1200" dirty="0" smtClean="0">
              <a:latin typeface="微软雅黑" panose="020B0503020204020204" pitchFamily="34" charset="-122"/>
              <a:ea typeface="微软雅黑" panose="020B0503020204020204" pitchFamily="34" charset="-122"/>
            </a:rPr>
            <a:t>特性</a:t>
          </a:r>
          <a:endParaRPr lang="zh-CN" sz="1500" kern="1200" dirty="0">
            <a:latin typeface="微软雅黑" panose="020B0503020204020204" pitchFamily="34" charset="-122"/>
            <a:ea typeface="微软雅黑" panose="020B0503020204020204" pitchFamily="34" charset="-122"/>
          </a:endParaRPr>
        </a:p>
        <a:p>
          <a:pPr marL="114300" lvl="1" indent="-114300" algn="l" defTabSz="666750" rtl="0">
            <a:lnSpc>
              <a:spcPct val="90000"/>
            </a:lnSpc>
            <a:spcBef>
              <a:spcPct val="0"/>
            </a:spcBef>
            <a:spcAft>
              <a:spcPct val="15000"/>
            </a:spcAft>
            <a:buChar char="••"/>
          </a:pPr>
          <a:r>
            <a:rPr lang="en-US" sz="1500" kern="1200" dirty="0" smtClean="0">
              <a:latin typeface="微软雅黑" panose="020B0503020204020204" pitchFamily="34" charset="-122"/>
              <a:ea typeface="微软雅黑" panose="020B0503020204020204" pitchFamily="34" charset="-122"/>
            </a:rPr>
            <a:t>DCDB</a:t>
          </a:r>
          <a:r>
            <a:rPr lang="zh-CN" altLang="en-US" sz="1500" kern="1200" dirty="0" smtClean="0">
              <a:latin typeface="微软雅黑" panose="020B0503020204020204" pitchFamily="34" charset="-122"/>
              <a:ea typeface="微软雅黑" panose="020B0503020204020204" pitchFamily="34" charset="-122"/>
            </a:rPr>
            <a:t>技术</a:t>
          </a:r>
          <a:r>
            <a:rPr lang="zh-CN" sz="1500" kern="1200" dirty="0" smtClean="0">
              <a:latin typeface="微软雅黑" panose="020B0503020204020204" pitchFamily="34" charset="-122"/>
              <a:ea typeface="微软雅黑" panose="020B0503020204020204" pitchFamily="34" charset="-122"/>
            </a:rPr>
            <a:t>架构</a:t>
          </a:r>
          <a:endParaRPr lang="zh-CN" sz="1500" kern="1200" dirty="0">
            <a:latin typeface="微软雅黑" panose="020B0503020204020204" pitchFamily="34" charset="-122"/>
            <a:ea typeface="微软雅黑" panose="020B0503020204020204" pitchFamily="34" charset="-122"/>
          </a:endParaRPr>
        </a:p>
        <a:p>
          <a:pPr marL="114300" lvl="1" indent="-114300" algn="l" defTabSz="666750" rtl="0">
            <a:lnSpc>
              <a:spcPct val="90000"/>
            </a:lnSpc>
            <a:spcBef>
              <a:spcPct val="0"/>
            </a:spcBef>
            <a:spcAft>
              <a:spcPct val="15000"/>
            </a:spcAft>
            <a:buChar char="••"/>
          </a:pPr>
          <a:r>
            <a:rPr lang="en-US" altLang="zh-CN" sz="1500" kern="1200" dirty="0" smtClean="0">
              <a:latin typeface="微软雅黑" panose="020B0503020204020204" pitchFamily="34" charset="-122"/>
              <a:ea typeface="微软雅黑" panose="020B0503020204020204" pitchFamily="34" charset="-122"/>
            </a:rPr>
            <a:t>DCDB</a:t>
          </a:r>
          <a:r>
            <a:rPr lang="zh-CN" sz="1500" kern="1200" dirty="0" smtClean="0">
              <a:latin typeface="微软雅黑" panose="020B0503020204020204" pitchFamily="34" charset="-122"/>
              <a:ea typeface="微软雅黑" panose="020B0503020204020204" pitchFamily="34" charset="-122"/>
            </a:rPr>
            <a:t>项目历程</a:t>
          </a:r>
          <a:endParaRPr lang="zh-CN" sz="1500" kern="1200" dirty="0">
            <a:latin typeface="微软雅黑" panose="020B0503020204020204" pitchFamily="34" charset="-122"/>
            <a:ea typeface="微软雅黑" panose="020B0503020204020204" pitchFamily="34" charset="-122"/>
          </a:endParaRPr>
        </a:p>
        <a:p>
          <a:pPr marL="114300" lvl="1" indent="-114300" algn="l" defTabSz="666750" rtl="0">
            <a:lnSpc>
              <a:spcPct val="90000"/>
            </a:lnSpc>
            <a:spcBef>
              <a:spcPct val="0"/>
            </a:spcBef>
            <a:spcAft>
              <a:spcPct val="15000"/>
            </a:spcAft>
            <a:buChar char="••"/>
          </a:pPr>
          <a:r>
            <a:rPr lang="en-US" altLang="zh-CN" sz="1500" kern="1200" dirty="0" smtClean="0">
              <a:latin typeface="微软雅黑" panose="020B0503020204020204" pitchFamily="34" charset="-122"/>
              <a:ea typeface="微软雅黑" panose="020B0503020204020204" pitchFamily="34" charset="-122"/>
            </a:rPr>
            <a:t>Peter</a:t>
          </a:r>
          <a:r>
            <a:rPr lang="zh-CN" altLang="en-US" sz="1500" kern="1200" dirty="0" smtClean="0">
              <a:latin typeface="微软雅黑" panose="020B0503020204020204" pitchFamily="34" charset="-122"/>
              <a:ea typeface="微软雅黑" panose="020B0503020204020204" pitchFamily="34" charset="-122"/>
            </a:rPr>
            <a:t>的小白板</a:t>
          </a:r>
          <a:endParaRPr lang="zh-CN" sz="1500" kern="1200" dirty="0">
            <a:latin typeface="微软雅黑" panose="020B0503020204020204" pitchFamily="34" charset="-122"/>
            <a:ea typeface="微软雅黑" panose="020B0503020204020204" pitchFamily="34" charset="-122"/>
          </a:endParaRPr>
        </a:p>
        <a:p>
          <a:pPr marL="114300" lvl="1" indent="-114300" algn="l" defTabSz="666750" rtl="0">
            <a:lnSpc>
              <a:spcPct val="90000"/>
            </a:lnSpc>
            <a:spcBef>
              <a:spcPct val="0"/>
            </a:spcBef>
            <a:spcAft>
              <a:spcPct val="15000"/>
            </a:spcAft>
            <a:buChar char="••"/>
          </a:pPr>
          <a:r>
            <a:rPr lang="zh-CN" altLang="en-US" sz="1500" kern="1200" dirty="0" smtClean="0">
              <a:latin typeface="微软雅黑" panose="020B0503020204020204" pitchFamily="34" charset="-122"/>
              <a:ea typeface="微软雅黑" panose="020B0503020204020204" pitchFamily="34" charset="-122"/>
            </a:rPr>
            <a:t>伟伟的一封邮件</a:t>
          </a:r>
          <a:endParaRPr lang="zh-CN" sz="1500" kern="1200" dirty="0">
            <a:latin typeface="微软雅黑" panose="020B0503020204020204" pitchFamily="34" charset="-122"/>
            <a:ea typeface="微软雅黑" panose="020B0503020204020204" pitchFamily="34" charset="-122"/>
          </a:endParaRPr>
        </a:p>
        <a:p>
          <a:pPr marL="114300" lvl="1" indent="-114300" algn="l" defTabSz="666750" rtl="0">
            <a:lnSpc>
              <a:spcPct val="90000"/>
            </a:lnSpc>
            <a:spcBef>
              <a:spcPct val="0"/>
            </a:spcBef>
            <a:spcAft>
              <a:spcPct val="15000"/>
            </a:spcAft>
            <a:buChar char="••"/>
          </a:pPr>
          <a:r>
            <a:rPr lang="zh-CN" altLang="en-US" sz="1500" kern="1200" dirty="0" smtClean="0">
              <a:latin typeface="微软雅黑" panose="020B0503020204020204" pitchFamily="34" charset="-122"/>
              <a:ea typeface="微软雅黑" panose="020B0503020204020204" pitchFamily="34" charset="-122"/>
            </a:rPr>
            <a:t>一万行的</a:t>
          </a:r>
          <a:r>
            <a:rPr lang="en-US" altLang="zh-CN" sz="1500" kern="1200" dirty="0" smtClean="0">
              <a:latin typeface="微软雅黑" panose="020B0503020204020204" pitchFamily="34" charset="-122"/>
              <a:ea typeface="微软雅黑" panose="020B0503020204020204" pitchFamily="34" charset="-122"/>
            </a:rPr>
            <a:t>Demo</a:t>
          </a:r>
          <a:endParaRPr lang="zh-CN" sz="1500" kern="1200" dirty="0">
            <a:latin typeface="微软雅黑" panose="020B0503020204020204" pitchFamily="34" charset="-122"/>
            <a:ea typeface="微软雅黑" panose="020B0503020204020204" pitchFamily="34" charset="-122"/>
          </a:endParaRPr>
        </a:p>
        <a:p>
          <a:pPr marL="114300" lvl="1" indent="-114300" algn="l" defTabSz="666750" rtl="0">
            <a:lnSpc>
              <a:spcPct val="90000"/>
            </a:lnSpc>
            <a:spcBef>
              <a:spcPct val="0"/>
            </a:spcBef>
            <a:spcAft>
              <a:spcPct val="15000"/>
            </a:spcAft>
            <a:buChar char="••"/>
          </a:pPr>
          <a:r>
            <a:rPr lang="zh-CN" altLang="en-US" sz="1500" kern="1200" dirty="0" smtClean="0">
              <a:latin typeface="微软雅黑" panose="020B0503020204020204" pitchFamily="34" charset="-122"/>
              <a:ea typeface="微软雅黑" panose="020B0503020204020204" pitchFamily="34" charset="-122"/>
            </a:rPr>
            <a:t>第一个</a:t>
          </a:r>
          <a:r>
            <a:rPr lang="en-US" altLang="zh-CN" sz="1500" kern="1200" dirty="0" smtClean="0">
              <a:latin typeface="微软雅黑" panose="020B0503020204020204" pitchFamily="34" charset="-122"/>
              <a:ea typeface="微软雅黑" panose="020B0503020204020204" pitchFamily="34" charset="-122"/>
            </a:rPr>
            <a:t>PR</a:t>
          </a:r>
          <a:endParaRPr lang="zh-CN" sz="1500" kern="1200" dirty="0">
            <a:latin typeface="微软雅黑" panose="020B0503020204020204" pitchFamily="34" charset="-122"/>
            <a:ea typeface="微软雅黑" panose="020B0503020204020204" pitchFamily="34" charset="-122"/>
          </a:endParaRPr>
        </a:p>
        <a:p>
          <a:pPr marL="114300" lvl="1" indent="-114300" algn="l" defTabSz="666750" rtl="0">
            <a:lnSpc>
              <a:spcPct val="90000"/>
            </a:lnSpc>
            <a:spcBef>
              <a:spcPct val="0"/>
            </a:spcBef>
            <a:spcAft>
              <a:spcPct val="15000"/>
            </a:spcAft>
            <a:buChar char="••"/>
          </a:pPr>
          <a:r>
            <a:rPr lang="zh-CN" sz="1500" kern="1200" dirty="0" smtClean="0">
              <a:latin typeface="微软雅黑" panose="020B0503020204020204" pitchFamily="34" charset="-122"/>
              <a:ea typeface="微软雅黑" panose="020B0503020204020204" pitchFamily="34" charset="-122"/>
            </a:rPr>
            <a:t>生态</a:t>
          </a:r>
          <a:r>
            <a:rPr lang="zh-CN" altLang="en-US" sz="1500" kern="1200" dirty="0" smtClean="0">
              <a:latin typeface="微软雅黑" panose="020B0503020204020204" pitchFamily="34" charset="-122"/>
              <a:ea typeface="微软雅黑" panose="020B0503020204020204" pitchFamily="34" charset="-122"/>
            </a:rPr>
            <a:t>工具完善</a:t>
          </a:r>
          <a:endParaRPr lang="zh-CN" sz="1500" kern="1200" dirty="0">
            <a:latin typeface="微软雅黑" panose="020B0503020204020204" pitchFamily="34" charset="-122"/>
            <a:ea typeface="微软雅黑" panose="020B0503020204020204" pitchFamily="34" charset="-122"/>
          </a:endParaRPr>
        </a:p>
      </dsp:txBody>
      <dsp:txXfrm>
        <a:off x="2947" y="548882"/>
        <a:ext cx="2874131" cy="4302787"/>
      </dsp:txXfrm>
    </dsp:sp>
    <dsp:sp modelId="{1A1CD7BB-5B5B-4639-854F-9D278BFD533B}">
      <dsp:nvSpPr>
        <dsp:cNvPr id="0" name=""/>
        <dsp:cNvSpPr/>
      </dsp:nvSpPr>
      <dsp:spPr>
        <a:xfrm>
          <a:off x="3279458" y="116882"/>
          <a:ext cx="2874131" cy="432000"/>
        </a:xfrm>
        <a:prstGeom prst="rect">
          <a:avLst/>
        </a:prstGeom>
        <a:solidFill>
          <a:schemeClr val="accent5">
            <a:hueOff val="-3379271"/>
            <a:satOff val="-8710"/>
            <a:lumOff val="-5883"/>
            <a:alphaOff val="0"/>
          </a:schemeClr>
        </a:solidFill>
        <a:ln w="12700" cap="flat" cmpd="sng" algn="ctr">
          <a:solidFill>
            <a:schemeClr val="accent5">
              <a:hueOff val="-3379271"/>
              <a:satOff val="-8710"/>
              <a:lumOff val="-5883"/>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06680" tIns="60960" rIns="106680" bIns="60960" numCol="1" spcCol="1270" anchor="ctr" anchorCtr="0">
          <a:noAutofit/>
        </a:bodyPr>
        <a:lstStyle/>
        <a:p>
          <a:pPr lvl="0" algn="ctr" defTabSz="666750" rtl="0">
            <a:lnSpc>
              <a:spcPct val="90000"/>
            </a:lnSpc>
            <a:spcBef>
              <a:spcPct val="0"/>
            </a:spcBef>
            <a:spcAft>
              <a:spcPct val="35000"/>
            </a:spcAft>
          </a:pPr>
          <a:r>
            <a:rPr lang="en-US" altLang="zh-CN" sz="1500" b="1" kern="1200" dirty="0" smtClean="0">
              <a:latin typeface="微软雅黑" panose="020B0503020204020204" pitchFamily="34" charset="-122"/>
              <a:ea typeface="微软雅黑" panose="020B0503020204020204" pitchFamily="34" charset="-122"/>
            </a:rPr>
            <a:t>DCDB</a:t>
          </a:r>
          <a:r>
            <a:rPr lang="zh-CN" altLang="en-US" sz="1500" b="1" kern="1200" dirty="0" smtClean="0">
              <a:latin typeface="微软雅黑" panose="020B0503020204020204" pitchFamily="34" charset="-122"/>
              <a:ea typeface="微软雅黑" panose="020B0503020204020204" pitchFamily="34" charset="-122"/>
            </a:rPr>
            <a:t>专项</a:t>
          </a:r>
          <a:endParaRPr lang="zh-CN" sz="1500" kern="1200" dirty="0">
            <a:latin typeface="微软雅黑" panose="020B0503020204020204" pitchFamily="34" charset="-122"/>
            <a:ea typeface="微软雅黑" panose="020B0503020204020204" pitchFamily="34" charset="-122"/>
          </a:endParaRPr>
        </a:p>
      </dsp:txBody>
      <dsp:txXfrm>
        <a:off x="3279458" y="116882"/>
        <a:ext cx="2874131" cy="432000"/>
      </dsp:txXfrm>
    </dsp:sp>
    <dsp:sp modelId="{721FC732-B30F-498B-BA06-45A7F9DC6102}">
      <dsp:nvSpPr>
        <dsp:cNvPr id="0" name=""/>
        <dsp:cNvSpPr/>
      </dsp:nvSpPr>
      <dsp:spPr>
        <a:xfrm>
          <a:off x="3279458" y="548882"/>
          <a:ext cx="2874131" cy="4302787"/>
        </a:xfrm>
        <a:prstGeom prst="rect">
          <a:avLst/>
        </a:prstGeom>
        <a:solidFill>
          <a:schemeClr val="accent5">
            <a:tint val="40000"/>
            <a:alpha val="90000"/>
            <a:hueOff val="-3369881"/>
            <a:satOff val="-11416"/>
            <a:lumOff val="-1464"/>
            <a:alphaOff val="0"/>
          </a:schemeClr>
        </a:solidFill>
        <a:ln w="12700" cap="flat" cmpd="sng" algn="ctr">
          <a:solidFill>
            <a:schemeClr val="accent5">
              <a:tint val="40000"/>
              <a:alpha val="90000"/>
              <a:hueOff val="-3369881"/>
              <a:satOff val="-11416"/>
              <a:lumOff val="-146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altLang="zh-CN" sz="1500" kern="1200" dirty="0" smtClean="0">
              <a:latin typeface="微软雅黑" panose="020B0503020204020204" pitchFamily="34" charset="-122"/>
              <a:ea typeface="微软雅黑" panose="020B0503020204020204" pitchFamily="34" charset="-122"/>
            </a:rPr>
            <a:t>Peter</a:t>
          </a:r>
          <a:r>
            <a:rPr lang="zh-CN" altLang="en-US" sz="1500" kern="1200" dirty="0" smtClean="0">
              <a:latin typeface="微软雅黑" panose="020B0503020204020204" pitchFamily="34" charset="-122"/>
              <a:ea typeface="微软雅黑" panose="020B0503020204020204" pitchFamily="34" charset="-122"/>
            </a:rPr>
            <a:t>的邮件</a:t>
          </a:r>
          <a:endParaRPr lang="en-US" altLang="zh-CN" sz="1500" kern="1200" dirty="0" smtClean="0">
            <a:latin typeface="微软雅黑" panose="020B0503020204020204" pitchFamily="34" charset="-122"/>
            <a:ea typeface="微软雅黑" panose="020B0503020204020204" pitchFamily="34" charset="-122"/>
          </a:endParaRPr>
        </a:p>
        <a:p>
          <a:pPr marL="114300" lvl="1" indent="-114300" algn="l" defTabSz="666750">
            <a:lnSpc>
              <a:spcPct val="90000"/>
            </a:lnSpc>
            <a:spcBef>
              <a:spcPct val="0"/>
            </a:spcBef>
            <a:spcAft>
              <a:spcPct val="15000"/>
            </a:spcAft>
            <a:buChar char="••"/>
          </a:pPr>
          <a:r>
            <a:rPr lang="zh-CN" altLang="en-US" sz="1500" kern="1200" dirty="0" smtClean="0">
              <a:latin typeface="微软雅黑" panose="020B0503020204020204" pitchFamily="34" charset="-122"/>
              <a:ea typeface="微软雅黑" panose="020B0503020204020204" pitchFamily="34" charset="-122"/>
            </a:rPr>
            <a:t>专项启动</a:t>
          </a:r>
          <a:endParaRPr lang="en-US" altLang="zh-CN" sz="1500" kern="1200" dirty="0" smtClean="0">
            <a:latin typeface="微软雅黑" panose="020B0503020204020204" pitchFamily="34" charset="-122"/>
            <a:ea typeface="微软雅黑" panose="020B0503020204020204" pitchFamily="34" charset="-122"/>
          </a:endParaRPr>
        </a:p>
        <a:p>
          <a:pPr marL="114300" lvl="1" indent="-114300" algn="l" defTabSz="666750">
            <a:lnSpc>
              <a:spcPct val="90000"/>
            </a:lnSpc>
            <a:spcBef>
              <a:spcPct val="0"/>
            </a:spcBef>
            <a:spcAft>
              <a:spcPct val="15000"/>
            </a:spcAft>
            <a:buChar char="••"/>
          </a:pPr>
          <a:r>
            <a:rPr lang="zh-CN" altLang="en-US" sz="1500" kern="1200" dirty="0" smtClean="0">
              <a:latin typeface="微软雅黑" panose="020B0503020204020204" pitchFamily="34" charset="-122"/>
              <a:ea typeface="微软雅黑" panose="020B0503020204020204" pitchFamily="34" charset="-122"/>
            </a:rPr>
            <a:t>专项愿景</a:t>
          </a:r>
          <a:endParaRPr lang="en-US" altLang="zh-CN" sz="1500" kern="1200" dirty="0" smtClean="0">
            <a:latin typeface="微软雅黑" panose="020B0503020204020204" pitchFamily="34" charset="-122"/>
            <a:ea typeface="微软雅黑" panose="020B0503020204020204" pitchFamily="34" charset="-122"/>
          </a:endParaRPr>
        </a:p>
        <a:p>
          <a:pPr marL="114300" lvl="1" indent="-114300" algn="l" defTabSz="666750">
            <a:lnSpc>
              <a:spcPct val="90000"/>
            </a:lnSpc>
            <a:spcBef>
              <a:spcPct val="0"/>
            </a:spcBef>
            <a:spcAft>
              <a:spcPct val="15000"/>
            </a:spcAft>
            <a:buChar char="••"/>
          </a:pPr>
          <a:r>
            <a:rPr lang="zh-CN" altLang="en-US" sz="1500" kern="1200" dirty="0" smtClean="0">
              <a:latin typeface="微软雅黑" panose="020B0503020204020204" pitchFamily="34" charset="-122"/>
              <a:ea typeface="微软雅黑" panose="020B0503020204020204" pitchFamily="34" charset="-122"/>
            </a:rPr>
            <a:t>战略目标</a:t>
          </a:r>
          <a:endParaRPr lang="en-US" altLang="zh-CN" sz="1500" kern="1200" dirty="0" smtClean="0">
            <a:latin typeface="微软雅黑" panose="020B0503020204020204" pitchFamily="34" charset="-122"/>
            <a:ea typeface="微软雅黑" panose="020B0503020204020204" pitchFamily="34" charset="-122"/>
          </a:endParaRPr>
        </a:p>
        <a:p>
          <a:pPr marL="114300" lvl="1" indent="-114300" algn="l" defTabSz="666750">
            <a:lnSpc>
              <a:spcPct val="90000"/>
            </a:lnSpc>
            <a:spcBef>
              <a:spcPct val="0"/>
            </a:spcBef>
            <a:spcAft>
              <a:spcPct val="15000"/>
            </a:spcAft>
            <a:buChar char="••"/>
          </a:pPr>
          <a:r>
            <a:rPr lang="zh-CN" altLang="en-US" sz="1500" kern="1200" dirty="0" smtClean="0">
              <a:latin typeface="微软雅黑" panose="020B0503020204020204" pitchFamily="34" charset="-122"/>
              <a:ea typeface="微软雅黑" panose="020B0503020204020204" pitchFamily="34" charset="-122"/>
            </a:rPr>
            <a:t>战术目标</a:t>
          </a:r>
          <a:endParaRPr lang="en-US" altLang="zh-CN" sz="1500" kern="1200" dirty="0" smtClean="0">
            <a:latin typeface="微软雅黑" panose="020B0503020204020204" pitchFamily="34" charset="-122"/>
            <a:ea typeface="微软雅黑" panose="020B0503020204020204" pitchFamily="34" charset="-122"/>
          </a:endParaRPr>
        </a:p>
        <a:p>
          <a:pPr marL="114300" lvl="1" indent="-114300" algn="l" defTabSz="666750">
            <a:lnSpc>
              <a:spcPct val="90000"/>
            </a:lnSpc>
            <a:spcBef>
              <a:spcPct val="0"/>
            </a:spcBef>
            <a:spcAft>
              <a:spcPct val="15000"/>
            </a:spcAft>
            <a:buChar char="••"/>
          </a:pPr>
          <a:r>
            <a:rPr lang="zh-CN" altLang="en-US" sz="1500" kern="1200" dirty="0" smtClean="0">
              <a:latin typeface="微软雅黑" panose="020B0503020204020204" pitchFamily="34" charset="-122"/>
              <a:ea typeface="微软雅黑" panose="020B0503020204020204" pitchFamily="34" charset="-122"/>
            </a:rPr>
            <a:t>疫情来袭</a:t>
          </a:r>
          <a:endParaRPr lang="en-US" altLang="zh-CN" sz="1500" kern="1200" dirty="0" smtClean="0">
            <a:latin typeface="微软雅黑" panose="020B0503020204020204" pitchFamily="34" charset="-122"/>
            <a:ea typeface="微软雅黑" panose="020B0503020204020204" pitchFamily="34" charset="-122"/>
          </a:endParaRPr>
        </a:p>
        <a:p>
          <a:pPr marL="114300" lvl="1" indent="-114300" algn="l" defTabSz="666750">
            <a:lnSpc>
              <a:spcPct val="90000"/>
            </a:lnSpc>
            <a:spcBef>
              <a:spcPct val="0"/>
            </a:spcBef>
            <a:spcAft>
              <a:spcPct val="15000"/>
            </a:spcAft>
            <a:buChar char="••"/>
          </a:pPr>
          <a:r>
            <a:rPr lang="zh-CN" altLang="en-US" sz="1500" kern="1200" dirty="0" smtClean="0">
              <a:latin typeface="微软雅黑" panose="020B0503020204020204" pitchFamily="34" charset="-122"/>
              <a:ea typeface="微软雅黑" panose="020B0503020204020204" pitchFamily="34" charset="-122"/>
            </a:rPr>
            <a:t>借来的</a:t>
          </a:r>
          <a:r>
            <a:rPr lang="en-US" altLang="zh-CN" sz="1500" kern="1200" dirty="0" smtClean="0">
              <a:latin typeface="微软雅黑" panose="020B0503020204020204" pitchFamily="34" charset="-122"/>
              <a:ea typeface="微软雅黑" panose="020B0503020204020204" pitchFamily="34" charset="-122"/>
            </a:rPr>
            <a:t>10</a:t>
          </a:r>
          <a:r>
            <a:rPr lang="zh-CN" altLang="en-US" sz="1500" kern="1200" dirty="0" smtClean="0">
              <a:latin typeface="微软雅黑" panose="020B0503020204020204" pitchFamily="34" charset="-122"/>
              <a:ea typeface="微软雅黑" panose="020B0503020204020204" pitchFamily="34" charset="-122"/>
            </a:rPr>
            <a:t>台物理机</a:t>
          </a:r>
          <a:endParaRPr lang="en-US" altLang="zh-CN" sz="1500" kern="1200" dirty="0" smtClean="0">
            <a:latin typeface="微软雅黑" panose="020B0503020204020204" pitchFamily="34" charset="-122"/>
            <a:ea typeface="微软雅黑" panose="020B0503020204020204" pitchFamily="34" charset="-122"/>
          </a:endParaRPr>
        </a:p>
        <a:p>
          <a:pPr marL="114300" lvl="1" indent="-114300" algn="l" defTabSz="666750">
            <a:lnSpc>
              <a:spcPct val="90000"/>
            </a:lnSpc>
            <a:spcBef>
              <a:spcPct val="0"/>
            </a:spcBef>
            <a:spcAft>
              <a:spcPct val="15000"/>
            </a:spcAft>
            <a:buChar char="••"/>
          </a:pPr>
          <a:r>
            <a:rPr lang="en-US" altLang="zh-CN" sz="1500" kern="1200" dirty="0" smtClean="0">
              <a:latin typeface="微软雅黑" panose="020B0503020204020204" pitchFamily="34" charset="-122"/>
              <a:ea typeface="微软雅黑" panose="020B0503020204020204" pitchFamily="34" charset="-122"/>
            </a:rPr>
            <a:t>80</a:t>
          </a:r>
          <a:r>
            <a:rPr lang="zh-CN" altLang="en-US" sz="1500" kern="1200" dirty="0" smtClean="0">
              <a:latin typeface="微软雅黑" panose="020B0503020204020204" pitchFamily="34" charset="-122"/>
              <a:ea typeface="微软雅黑" panose="020B0503020204020204" pitchFamily="34" charset="-122"/>
            </a:rPr>
            <a:t>亿数据的挑战</a:t>
          </a:r>
          <a:endParaRPr lang="en-US" altLang="zh-CN" sz="1500" kern="1200" dirty="0" smtClean="0">
            <a:latin typeface="微软雅黑" panose="020B0503020204020204" pitchFamily="34" charset="-122"/>
            <a:ea typeface="微软雅黑" panose="020B0503020204020204" pitchFamily="34" charset="-122"/>
          </a:endParaRPr>
        </a:p>
        <a:p>
          <a:pPr marL="114300" lvl="1" indent="-114300" algn="l" defTabSz="666750">
            <a:lnSpc>
              <a:spcPct val="90000"/>
            </a:lnSpc>
            <a:spcBef>
              <a:spcPct val="0"/>
            </a:spcBef>
            <a:spcAft>
              <a:spcPct val="15000"/>
            </a:spcAft>
            <a:buChar char="••"/>
          </a:pPr>
          <a:r>
            <a:rPr lang="zh-CN" altLang="en-US" sz="1500" kern="1200" dirty="0" smtClean="0">
              <a:latin typeface="微软雅黑" panose="020B0503020204020204" pitchFamily="34" charset="-122"/>
              <a:ea typeface="微软雅黑" panose="020B0503020204020204" pitchFamily="34" charset="-122"/>
            </a:rPr>
            <a:t>挑战极限的压测</a:t>
          </a:r>
          <a:endParaRPr lang="en-US" altLang="zh-CN" sz="1500" kern="1200" dirty="0" smtClean="0">
            <a:latin typeface="微软雅黑" panose="020B0503020204020204" pitchFamily="34" charset="-122"/>
            <a:ea typeface="微软雅黑" panose="020B0503020204020204" pitchFamily="34" charset="-122"/>
          </a:endParaRPr>
        </a:p>
        <a:p>
          <a:pPr marL="114300" lvl="1" indent="-114300" algn="l" defTabSz="666750">
            <a:lnSpc>
              <a:spcPct val="90000"/>
            </a:lnSpc>
            <a:spcBef>
              <a:spcPct val="0"/>
            </a:spcBef>
            <a:spcAft>
              <a:spcPct val="15000"/>
            </a:spcAft>
            <a:buChar char="••"/>
          </a:pPr>
          <a:r>
            <a:rPr lang="en-US" altLang="zh-CN" sz="1500" kern="1200" dirty="0" smtClean="0">
              <a:latin typeface="微软雅黑" panose="020B0503020204020204" pitchFamily="34" charset="-122"/>
              <a:ea typeface="微软雅黑" panose="020B0503020204020204" pitchFamily="34" charset="-122"/>
            </a:rPr>
            <a:t>1</a:t>
          </a:r>
          <a:r>
            <a:rPr lang="zh-CN" altLang="en-US" sz="1500" kern="1200" dirty="0" smtClean="0">
              <a:latin typeface="微软雅黑" panose="020B0503020204020204" pitchFamily="34" charset="-122"/>
              <a:ea typeface="微软雅黑" panose="020B0503020204020204" pitchFamily="34" charset="-122"/>
            </a:rPr>
            <a:t>天内修复问题</a:t>
          </a:r>
          <a:endParaRPr lang="en-US" altLang="zh-CN" sz="1500" kern="1200" dirty="0" smtClean="0">
            <a:latin typeface="微软雅黑" panose="020B0503020204020204" pitchFamily="34" charset="-122"/>
            <a:ea typeface="微软雅黑" panose="020B0503020204020204" pitchFamily="34" charset="-122"/>
          </a:endParaRPr>
        </a:p>
        <a:p>
          <a:pPr marL="114300" lvl="1" indent="-114300" algn="l" defTabSz="666750">
            <a:lnSpc>
              <a:spcPct val="90000"/>
            </a:lnSpc>
            <a:spcBef>
              <a:spcPct val="0"/>
            </a:spcBef>
            <a:spcAft>
              <a:spcPct val="15000"/>
            </a:spcAft>
            <a:buChar char="••"/>
          </a:pPr>
          <a:r>
            <a:rPr lang="zh-CN" altLang="en-US" sz="1500" kern="1200" dirty="0" smtClean="0">
              <a:latin typeface="微软雅黑" panose="020B0503020204020204" pitchFamily="34" charset="-122"/>
              <a:ea typeface="微软雅黑" panose="020B0503020204020204" pitchFamily="34" charset="-122"/>
            </a:rPr>
            <a:t>在奔跑中调整姿势</a:t>
          </a:r>
          <a:endParaRPr lang="en-US" altLang="zh-CN" sz="1500" kern="1200" dirty="0" smtClean="0">
            <a:latin typeface="微软雅黑" panose="020B0503020204020204" pitchFamily="34" charset="-122"/>
            <a:ea typeface="微软雅黑" panose="020B0503020204020204" pitchFamily="34" charset="-122"/>
          </a:endParaRPr>
        </a:p>
        <a:p>
          <a:pPr marL="114300" lvl="1" indent="-114300" algn="l" defTabSz="666750">
            <a:lnSpc>
              <a:spcPct val="90000"/>
            </a:lnSpc>
            <a:spcBef>
              <a:spcPct val="0"/>
            </a:spcBef>
            <a:spcAft>
              <a:spcPct val="15000"/>
            </a:spcAft>
            <a:buChar char="••"/>
          </a:pPr>
          <a:r>
            <a:rPr lang="zh-CN" altLang="en-US" sz="1500" kern="1200" dirty="0" smtClean="0">
              <a:latin typeface="微软雅黑" panose="020B0503020204020204" pitchFamily="34" charset="-122"/>
              <a:ea typeface="微软雅黑" panose="020B0503020204020204" pitchFamily="34" charset="-122"/>
            </a:rPr>
            <a:t>失控</a:t>
          </a:r>
          <a:endParaRPr lang="en-US" altLang="zh-CN" sz="1500" kern="1200" dirty="0" smtClean="0">
            <a:latin typeface="微软雅黑" panose="020B0503020204020204" pitchFamily="34" charset="-122"/>
            <a:ea typeface="微软雅黑" panose="020B0503020204020204" pitchFamily="34" charset="-122"/>
          </a:endParaRPr>
        </a:p>
      </dsp:txBody>
      <dsp:txXfrm>
        <a:off x="3279458" y="548882"/>
        <a:ext cx="2874131" cy="4302787"/>
      </dsp:txXfrm>
    </dsp:sp>
    <dsp:sp modelId="{2743DAAD-BF17-4E83-AB4C-E14A78E90A06}">
      <dsp:nvSpPr>
        <dsp:cNvPr id="0" name=""/>
        <dsp:cNvSpPr/>
      </dsp:nvSpPr>
      <dsp:spPr>
        <a:xfrm>
          <a:off x="6555968" y="116882"/>
          <a:ext cx="2874131" cy="432000"/>
        </a:xfrm>
        <a:prstGeom prst="rect">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06680" tIns="60960" rIns="106680" bIns="60960" numCol="1" spcCol="1270" anchor="ctr" anchorCtr="0">
          <a:noAutofit/>
        </a:bodyPr>
        <a:lstStyle/>
        <a:p>
          <a:pPr lvl="0" algn="ctr" defTabSz="666750">
            <a:lnSpc>
              <a:spcPct val="90000"/>
            </a:lnSpc>
            <a:spcBef>
              <a:spcPct val="0"/>
            </a:spcBef>
            <a:spcAft>
              <a:spcPct val="35000"/>
            </a:spcAft>
          </a:pPr>
          <a:r>
            <a:rPr lang="en-US" altLang="zh-CN" sz="1500" b="1" kern="1200" dirty="0" smtClean="0">
              <a:latin typeface="微软雅黑" panose="020B0503020204020204" pitchFamily="34" charset="-122"/>
              <a:ea typeface="微软雅黑" panose="020B0503020204020204" pitchFamily="34" charset="-122"/>
            </a:rPr>
            <a:t>DCDB</a:t>
          </a:r>
          <a:r>
            <a:rPr lang="zh-CN" altLang="en-US" sz="1500" b="1" kern="1200" dirty="0" smtClean="0">
              <a:latin typeface="微软雅黑" panose="020B0503020204020204" pitchFamily="34" charset="-122"/>
              <a:ea typeface="微软雅黑" panose="020B0503020204020204" pitchFamily="34" charset="-122"/>
            </a:rPr>
            <a:t>价值</a:t>
          </a:r>
          <a:endParaRPr lang="en-US" altLang="zh-CN" sz="1500" kern="1200" dirty="0" smtClean="0">
            <a:latin typeface="微软雅黑" panose="020B0503020204020204" pitchFamily="34" charset="-122"/>
            <a:ea typeface="微软雅黑" panose="020B0503020204020204" pitchFamily="34" charset="-122"/>
          </a:endParaRPr>
        </a:p>
      </dsp:txBody>
      <dsp:txXfrm>
        <a:off x="6555968" y="116882"/>
        <a:ext cx="2874131" cy="432000"/>
      </dsp:txXfrm>
    </dsp:sp>
    <dsp:sp modelId="{589B8ACB-C0EC-4FAE-9AF0-BF989511A2F1}">
      <dsp:nvSpPr>
        <dsp:cNvPr id="0" name=""/>
        <dsp:cNvSpPr/>
      </dsp:nvSpPr>
      <dsp:spPr>
        <a:xfrm>
          <a:off x="6555968" y="548882"/>
          <a:ext cx="2874131" cy="4302787"/>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zh-CN" altLang="en-US" sz="1500" kern="1200" dirty="0" smtClean="0">
              <a:latin typeface="微软雅黑" panose="020B0503020204020204" pitchFamily="34" charset="-122"/>
              <a:ea typeface="微软雅黑" panose="020B0503020204020204" pitchFamily="34" charset="-122"/>
            </a:rPr>
            <a:t>第一家</a:t>
          </a:r>
          <a:r>
            <a:rPr lang="en-US" altLang="zh-CN" sz="1500" kern="1200" dirty="0" smtClean="0">
              <a:latin typeface="微软雅黑" panose="020B0503020204020204" pitchFamily="34" charset="-122"/>
              <a:ea typeface="微软雅黑" panose="020B0503020204020204" pitchFamily="34" charset="-122"/>
            </a:rPr>
            <a:t>OLAP</a:t>
          </a:r>
          <a:r>
            <a:rPr lang="zh-CN" altLang="en-US" sz="1500" kern="1200" dirty="0" smtClean="0">
              <a:latin typeface="微软雅黑" panose="020B0503020204020204" pitchFamily="34" charset="-122"/>
              <a:ea typeface="微软雅黑" panose="020B0503020204020204" pitchFamily="34" charset="-122"/>
            </a:rPr>
            <a:t>业务上线</a:t>
          </a:r>
          <a:endParaRPr lang="en-US" altLang="zh-CN" sz="1500" kern="1200" dirty="0" smtClean="0">
            <a:latin typeface="微软雅黑" panose="020B0503020204020204" pitchFamily="34" charset="-122"/>
            <a:ea typeface="微软雅黑" panose="020B0503020204020204" pitchFamily="34" charset="-122"/>
          </a:endParaRPr>
        </a:p>
        <a:p>
          <a:pPr marL="114300" lvl="1" indent="-114300" algn="l" defTabSz="666750">
            <a:lnSpc>
              <a:spcPct val="90000"/>
            </a:lnSpc>
            <a:spcBef>
              <a:spcPct val="0"/>
            </a:spcBef>
            <a:spcAft>
              <a:spcPct val="15000"/>
            </a:spcAft>
            <a:buChar char="••"/>
          </a:pPr>
          <a:r>
            <a:rPr lang="zh-CN" altLang="en-US" sz="1500" kern="1200" dirty="0" smtClean="0">
              <a:latin typeface="微软雅黑" panose="020B0503020204020204" pitchFamily="34" charset="-122"/>
              <a:ea typeface="微软雅黑" panose="020B0503020204020204" pitchFamily="34" charset="-122"/>
            </a:rPr>
            <a:t>为什么这么快：列存原理</a:t>
          </a:r>
          <a:endParaRPr lang="en-US" altLang="zh-CN" sz="1500" kern="1200" dirty="0" smtClean="0">
            <a:latin typeface="微软雅黑" panose="020B0503020204020204" pitchFamily="34" charset="-122"/>
            <a:ea typeface="微软雅黑" panose="020B0503020204020204" pitchFamily="34" charset="-122"/>
          </a:endParaRPr>
        </a:p>
        <a:p>
          <a:pPr marL="114300" lvl="1" indent="-114300" algn="l" defTabSz="666750">
            <a:lnSpc>
              <a:spcPct val="90000"/>
            </a:lnSpc>
            <a:spcBef>
              <a:spcPct val="0"/>
            </a:spcBef>
            <a:spcAft>
              <a:spcPct val="15000"/>
            </a:spcAft>
            <a:buChar char="••"/>
          </a:pPr>
          <a:r>
            <a:rPr lang="en-US" altLang="zh-CN" sz="1500" kern="1200" dirty="0" smtClean="0">
              <a:latin typeface="微软雅黑" panose="020B0503020204020204" pitchFamily="34" charset="-122"/>
              <a:ea typeface="微软雅黑" panose="020B0503020204020204" pitchFamily="34" charset="-122"/>
            </a:rPr>
            <a:t>OLTP</a:t>
          </a:r>
          <a:r>
            <a:rPr lang="zh-CN" altLang="en-US" sz="1500" kern="1200" dirty="0" smtClean="0">
              <a:latin typeface="微软雅黑" panose="020B0503020204020204" pitchFamily="34" charset="-122"/>
              <a:ea typeface="微软雅黑" panose="020B0503020204020204" pitchFamily="34" charset="-122"/>
            </a:rPr>
            <a:t>基准测试</a:t>
          </a:r>
          <a:endParaRPr lang="en-US" altLang="zh-CN" sz="1500" kern="1200" dirty="0" smtClean="0">
            <a:latin typeface="微软雅黑" panose="020B0503020204020204" pitchFamily="34" charset="-122"/>
            <a:ea typeface="微软雅黑" panose="020B0503020204020204" pitchFamily="34" charset="-122"/>
          </a:endParaRPr>
        </a:p>
        <a:p>
          <a:pPr marL="114300" lvl="1" indent="-114300" algn="l" defTabSz="666750">
            <a:lnSpc>
              <a:spcPct val="90000"/>
            </a:lnSpc>
            <a:spcBef>
              <a:spcPct val="0"/>
            </a:spcBef>
            <a:spcAft>
              <a:spcPct val="15000"/>
            </a:spcAft>
            <a:buChar char="••"/>
          </a:pPr>
          <a:r>
            <a:rPr lang="zh-CN" altLang="en-US" sz="1500" kern="1200" dirty="0" smtClean="0">
              <a:latin typeface="微软雅黑" panose="020B0503020204020204" pitchFamily="34" charset="-122"/>
              <a:ea typeface="微软雅黑" panose="020B0503020204020204" pitchFamily="34" charset="-122"/>
            </a:rPr>
            <a:t>专项后线上效果</a:t>
          </a:r>
          <a:endParaRPr lang="en-US" altLang="zh-CN" sz="1500" kern="1200" dirty="0" smtClean="0">
            <a:latin typeface="微软雅黑" panose="020B0503020204020204" pitchFamily="34" charset="-122"/>
            <a:ea typeface="微软雅黑" panose="020B0503020204020204" pitchFamily="34" charset="-122"/>
          </a:endParaRPr>
        </a:p>
        <a:p>
          <a:pPr marL="114300" lvl="1" indent="-114300" algn="l" defTabSz="666750">
            <a:lnSpc>
              <a:spcPct val="90000"/>
            </a:lnSpc>
            <a:spcBef>
              <a:spcPct val="0"/>
            </a:spcBef>
            <a:spcAft>
              <a:spcPct val="15000"/>
            </a:spcAft>
            <a:buChar char="••"/>
          </a:pPr>
          <a:r>
            <a:rPr lang="zh-CN" altLang="en-US" sz="1500" kern="1200" dirty="0" smtClean="0">
              <a:latin typeface="微软雅黑" panose="020B0503020204020204" pitchFamily="34" charset="-122"/>
              <a:ea typeface="微软雅黑" panose="020B0503020204020204" pitchFamily="34" charset="-122"/>
            </a:rPr>
            <a:t>回馈社区</a:t>
          </a:r>
          <a:endParaRPr lang="en-US" altLang="zh-CN" sz="1500" kern="1200" dirty="0" smtClean="0">
            <a:latin typeface="微软雅黑" panose="020B0503020204020204" pitchFamily="34" charset="-122"/>
            <a:ea typeface="微软雅黑" panose="020B0503020204020204" pitchFamily="34" charset="-122"/>
          </a:endParaRPr>
        </a:p>
        <a:p>
          <a:pPr marL="114300" lvl="1" indent="-114300" algn="l" defTabSz="666750">
            <a:lnSpc>
              <a:spcPct val="90000"/>
            </a:lnSpc>
            <a:spcBef>
              <a:spcPct val="0"/>
            </a:spcBef>
            <a:spcAft>
              <a:spcPct val="15000"/>
            </a:spcAft>
            <a:buChar char="••"/>
          </a:pPr>
          <a:r>
            <a:rPr lang="zh-CN" altLang="en-US" sz="1500" kern="1200" dirty="0" smtClean="0">
              <a:latin typeface="微软雅黑" panose="020B0503020204020204" pitchFamily="34" charset="-122"/>
              <a:ea typeface="微软雅黑" panose="020B0503020204020204" pitchFamily="34" charset="-122"/>
            </a:rPr>
            <a:t>对客户的承诺</a:t>
          </a:r>
          <a:endParaRPr lang="en-US" altLang="zh-CN" sz="1500" kern="1200" dirty="0" smtClean="0">
            <a:latin typeface="微软雅黑" panose="020B0503020204020204" pitchFamily="34" charset="-122"/>
            <a:ea typeface="微软雅黑" panose="020B0503020204020204" pitchFamily="34" charset="-122"/>
          </a:endParaRPr>
        </a:p>
        <a:p>
          <a:pPr marL="114300" lvl="1" indent="-114300" algn="l" defTabSz="666750">
            <a:lnSpc>
              <a:spcPct val="90000"/>
            </a:lnSpc>
            <a:spcBef>
              <a:spcPct val="0"/>
            </a:spcBef>
            <a:spcAft>
              <a:spcPct val="15000"/>
            </a:spcAft>
            <a:buChar char="••"/>
          </a:pPr>
          <a:r>
            <a:rPr lang="zh-CN" altLang="en-US" sz="1500" kern="1200" dirty="0" smtClean="0">
              <a:latin typeface="微软雅黑" panose="020B0503020204020204" pitchFamily="34" charset="-122"/>
              <a:ea typeface="微软雅黑" panose="020B0503020204020204" pitchFamily="34" charset="-122"/>
            </a:rPr>
            <a:t>总结</a:t>
          </a:r>
          <a:endParaRPr lang="en-US" altLang="zh-CN" sz="1500" kern="1200" dirty="0" smtClean="0">
            <a:latin typeface="微软雅黑" panose="020B0503020204020204" pitchFamily="34" charset="-122"/>
            <a:ea typeface="微软雅黑" panose="020B0503020204020204" pitchFamily="34" charset="-122"/>
          </a:endParaRPr>
        </a:p>
      </dsp:txBody>
      <dsp:txXfrm>
        <a:off x="6555968" y="548882"/>
        <a:ext cx="2874131" cy="43027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73A37B-4A84-49ED-9884-87D16EDC4034}">
      <dsp:nvSpPr>
        <dsp:cNvPr id="0" name=""/>
        <dsp:cNvSpPr/>
      </dsp:nvSpPr>
      <dsp:spPr>
        <a:xfrm>
          <a:off x="734519" y="49077"/>
          <a:ext cx="2937709" cy="2567928"/>
        </a:xfrm>
        <a:prstGeom prst="rightArrow">
          <a:avLst>
            <a:gd name="adj1" fmla="val 70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5880" tIns="13970" rIns="27940" bIns="13970" numCol="1" spcCol="1270" anchor="ctr" anchorCtr="0">
          <a:noAutofit/>
        </a:bodyPr>
        <a:lstStyle/>
        <a:p>
          <a:pPr marL="228600" lvl="1" indent="-228600" algn="l" defTabSz="977900">
            <a:lnSpc>
              <a:spcPct val="90000"/>
            </a:lnSpc>
            <a:spcBef>
              <a:spcPct val="0"/>
            </a:spcBef>
            <a:spcAft>
              <a:spcPct val="15000"/>
            </a:spcAft>
            <a:buChar char="••"/>
          </a:pPr>
          <a:r>
            <a:rPr lang="en-US" altLang="zh-CN" sz="2200" kern="1200" dirty="0" smtClean="0"/>
            <a:t>MySQL</a:t>
          </a:r>
          <a:r>
            <a:rPr lang="zh-CN" altLang="en-US" sz="2200" kern="1200" dirty="0" smtClean="0"/>
            <a:t>主从</a:t>
          </a:r>
          <a:r>
            <a:rPr lang="en-US" altLang="zh-CN" sz="2200" kern="1200" dirty="0" smtClean="0"/>
            <a:t>*1</a:t>
          </a:r>
          <a:endParaRPr lang="zh-CN" altLang="en-US" sz="2200" kern="1200" dirty="0"/>
        </a:p>
        <a:p>
          <a:pPr marL="228600" lvl="1" indent="-228600" algn="l" defTabSz="977900">
            <a:lnSpc>
              <a:spcPct val="90000"/>
            </a:lnSpc>
            <a:spcBef>
              <a:spcPct val="0"/>
            </a:spcBef>
            <a:spcAft>
              <a:spcPct val="15000"/>
            </a:spcAft>
            <a:buChar char="••"/>
          </a:pPr>
          <a:r>
            <a:rPr lang="zh-CN" altLang="en-US" sz="2200" kern="1200" dirty="0" smtClean="0"/>
            <a:t>毫无压力</a:t>
          </a:r>
          <a:endParaRPr lang="zh-CN" altLang="en-US" sz="2200" kern="1200" dirty="0"/>
        </a:p>
      </dsp:txBody>
      <dsp:txXfrm>
        <a:off x="1468946" y="434266"/>
        <a:ext cx="1432133" cy="1797550"/>
      </dsp:txXfrm>
    </dsp:sp>
    <dsp:sp modelId="{FD877179-8790-4D5C-B9FA-0417B04B8FA2}">
      <dsp:nvSpPr>
        <dsp:cNvPr id="0" name=""/>
        <dsp:cNvSpPr/>
      </dsp:nvSpPr>
      <dsp:spPr>
        <a:xfrm>
          <a:off x="91" y="598614"/>
          <a:ext cx="1468854" cy="146885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lvl="0" algn="ctr" defTabSz="1466850">
            <a:lnSpc>
              <a:spcPct val="90000"/>
            </a:lnSpc>
            <a:spcBef>
              <a:spcPct val="0"/>
            </a:spcBef>
            <a:spcAft>
              <a:spcPct val="35000"/>
            </a:spcAft>
          </a:pPr>
          <a:r>
            <a:rPr lang="zh-CN" altLang="en-US" sz="3300" kern="1200" dirty="0" smtClean="0"/>
            <a:t>初期</a:t>
          </a:r>
          <a:endParaRPr lang="zh-CN" altLang="en-US" sz="3300" kern="1200" dirty="0"/>
        </a:p>
      </dsp:txBody>
      <dsp:txXfrm>
        <a:off x="215200" y="813723"/>
        <a:ext cx="1038636" cy="1038636"/>
      </dsp:txXfrm>
    </dsp:sp>
    <dsp:sp modelId="{21667957-3339-41FB-8BB5-AE876AD5F92D}">
      <dsp:nvSpPr>
        <dsp:cNvPr id="0" name=""/>
        <dsp:cNvSpPr/>
      </dsp:nvSpPr>
      <dsp:spPr>
        <a:xfrm>
          <a:off x="4590263" y="49077"/>
          <a:ext cx="2937709" cy="2567928"/>
        </a:xfrm>
        <a:prstGeom prst="rightArrow">
          <a:avLst>
            <a:gd name="adj1" fmla="val 70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5880" tIns="13970" rIns="27940" bIns="13970" numCol="1" spcCol="1270" anchor="ctr" anchorCtr="0">
          <a:noAutofit/>
        </a:bodyPr>
        <a:lstStyle/>
        <a:p>
          <a:pPr marL="228600" lvl="1" indent="-228600" algn="l" defTabSz="977900">
            <a:lnSpc>
              <a:spcPct val="90000"/>
            </a:lnSpc>
            <a:spcBef>
              <a:spcPct val="0"/>
            </a:spcBef>
            <a:spcAft>
              <a:spcPct val="15000"/>
            </a:spcAft>
            <a:buChar char="••"/>
          </a:pPr>
          <a:r>
            <a:rPr lang="en-US" altLang="zh-CN" sz="2200" kern="1200" dirty="0" smtClean="0"/>
            <a:t>MySQL</a:t>
          </a:r>
          <a:r>
            <a:rPr lang="zh-CN" altLang="en-US" sz="2200" kern="1200" dirty="0" smtClean="0"/>
            <a:t>分库分表</a:t>
          </a:r>
          <a:endParaRPr lang="zh-CN" altLang="en-US" sz="2200" kern="1200" dirty="0"/>
        </a:p>
        <a:p>
          <a:pPr marL="228600" lvl="1" indent="-228600" algn="l" defTabSz="977900">
            <a:lnSpc>
              <a:spcPct val="90000"/>
            </a:lnSpc>
            <a:spcBef>
              <a:spcPct val="0"/>
            </a:spcBef>
            <a:spcAft>
              <a:spcPct val="15000"/>
            </a:spcAft>
            <a:buChar char="••"/>
          </a:pPr>
          <a:r>
            <a:rPr lang="zh-CN" altLang="en-US" sz="2200" kern="1200" dirty="0" smtClean="0"/>
            <a:t>开发与运维成本陡增</a:t>
          </a:r>
          <a:endParaRPr lang="zh-CN" altLang="en-US" sz="2200" kern="1200" dirty="0"/>
        </a:p>
      </dsp:txBody>
      <dsp:txXfrm>
        <a:off x="5324690" y="434266"/>
        <a:ext cx="1432133" cy="1797550"/>
      </dsp:txXfrm>
    </dsp:sp>
    <dsp:sp modelId="{D7719988-1DD5-4E0E-BB21-A8A958FE5CB1}">
      <dsp:nvSpPr>
        <dsp:cNvPr id="0" name=""/>
        <dsp:cNvSpPr/>
      </dsp:nvSpPr>
      <dsp:spPr>
        <a:xfrm>
          <a:off x="3855835" y="598614"/>
          <a:ext cx="1468854" cy="146885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lvl="0" algn="ctr" defTabSz="1466850">
            <a:lnSpc>
              <a:spcPct val="90000"/>
            </a:lnSpc>
            <a:spcBef>
              <a:spcPct val="0"/>
            </a:spcBef>
            <a:spcAft>
              <a:spcPct val="35000"/>
            </a:spcAft>
          </a:pPr>
          <a:r>
            <a:rPr lang="zh-CN" altLang="en-US" sz="3300" kern="1200" dirty="0" smtClean="0"/>
            <a:t>爆发期</a:t>
          </a:r>
          <a:endParaRPr lang="zh-CN" altLang="en-US" sz="3300" kern="1200" dirty="0"/>
        </a:p>
      </dsp:txBody>
      <dsp:txXfrm>
        <a:off x="4070944" y="813723"/>
        <a:ext cx="1038636" cy="103863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EC6879-B3F8-477A-BBC2-7FB302F456EE}">
      <dsp:nvSpPr>
        <dsp:cNvPr id="0" name=""/>
        <dsp:cNvSpPr/>
      </dsp:nvSpPr>
      <dsp:spPr>
        <a:xfrm>
          <a:off x="3228441" y="1247377"/>
          <a:ext cx="1671116" cy="1671116"/>
        </a:xfrm>
        <a:prstGeom prst="ellipse">
          <a:avLst/>
        </a:prstGeom>
        <a:gradFill rotWithShape="0">
          <a:gsLst>
            <a:gs pos="0">
              <a:schemeClr val="accent1">
                <a:alpha val="50000"/>
                <a:hueOff val="0"/>
                <a:satOff val="0"/>
                <a:lumOff val="0"/>
                <a:alphaOff val="0"/>
                <a:satMod val="103000"/>
                <a:lumMod val="102000"/>
                <a:tint val="94000"/>
              </a:schemeClr>
            </a:gs>
            <a:gs pos="50000">
              <a:schemeClr val="accent1">
                <a:alpha val="50000"/>
                <a:hueOff val="0"/>
                <a:satOff val="0"/>
                <a:lumOff val="0"/>
                <a:alphaOff val="0"/>
                <a:satMod val="110000"/>
                <a:lumMod val="100000"/>
                <a:shade val="100000"/>
              </a:schemeClr>
            </a:gs>
            <a:gs pos="100000">
              <a:schemeClr val="accent1">
                <a:alpha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0">
          <a:scrgbClr r="0" g="0" b="0"/>
        </a:effectRef>
        <a:fontRef idx="minor">
          <a:schemeClr val="tx1"/>
        </a:fontRef>
      </dsp:style>
    </dsp:sp>
    <dsp:sp modelId="{5B799E47-386B-42E6-B659-888B1688F75E}">
      <dsp:nvSpPr>
        <dsp:cNvPr id="0" name=""/>
        <dsp:cNvSpPr/>
      </dsp:nvSpPr>
      <dsp:spPr>
        <a:xfrm>
          <a:off x="3019551" y="0"/>
          <a:ext cx="2088896" cy="113792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lvl="0" algn="l" defTabSz="800100">
            <a:lnSpc>
              <a:spcPct val="90000"/>
            </a:lnSpc>
            <a:spcBef>
              <a:spcPct val="0"/>
            </a:spcBef>
            <a:spcAft>
              <a:spcPct val="35000"/>
            </a:spcAft>
          </a:pPr>
          <a:r>
            <a:rPr lang="zh-CN" altLang="en-US" sz="1800" kern="1200" dirty="0" smtClean="0"/>
            <a:t>开发</a:t>
          </a:r>
          <a:endParaRPr lang="zh-CN" altLang="en-US" sz="1800" kern="1200" dirty="0"/>
        </a:p>
        <a:p>
          <a:pPr marL="114300" lvl="1" indent="-114300" algn="l" defTabSz="622300">
            <a:lnSpc>
              <a:spcPct val="90000"/>
            </a:lnSpc>
            <a:spcBef>
              <a:spcPct val="0"/>
            </a:spcBef>
            <a:spcAft>
              <a:spcPct val="15000"/>
            </a:spcAft>
            <a:buChar char="••"/>
          </a:pPr>
          <a:r>
            <a:rPr lang="zh-CN" altLang="en-US" sz="1400" kern="1200" dirty="0" smtClean="0"/>
            <a:t>代码量：</a:t>
          </a:r>
          <a:r>
            <a:rPr lang="en-US" altLang="zh-CN" sz="1400" kern="1200" dirty="0" smtClean="0"/>
            <a:t>+1370</a:t>
          </a:r>
          <a:r>
            <a:rPr lang="zh-CN" altLang="en-US" sz="1400" kern="1200" dirty="0" smtClean="0"/>
            <a:t>行</a:t>
          </a:r>
          <a:endParaRPr lang="zh-CN" altLang="en-US" sz="1400" kern="1200" dirty="0"/>
        </a:p>
      </dsp:txBody>
      <dsp:txXfrm>
        <a:off x="3019551" y="0"/>
        <a:ext cx="2088896" cy="1137920"/>
      </dsp:txXfrm>
    </dsp:sp>
    <dsp:sp modelId="{960E52E3-2919-4BA0-BED4-C846D9E5A9FC}">
      <dsp:nvSpPr>
        <dsp:cNvPr id="0" name=""/>
        <dsp:cNvSpPr/>
      </dsp:nvSpPr>
      <dsp:spPr>
        <a:xfrm>
          <a:off x="3770858" y="1560576"/>
          <a:ext cx="1671116" cy="1671116"/>
        </a:xfrm>
        <a:prstGeom prst="ellipse">
          <a:avLst/>
        </a:prstGeom>
        <a:gradFill rotWithShape="0">
          <a:gsLst>
            <a:gs pos="0">
              <a:schemeClr val="accent1">
                <a:alpha val="50000"/>
                <a:hueOff val="0"/>
                <a:satOff val="0"/>
                <a:lumOff val="0"/>
                <a:alphaOff val="0"/>
                <a:satMod val="103000"/>
                <a:lumMod val="102000"/>
                <a:tint val="94000"/>
              </a:schemeClr>
            </a:gs>
            <a:gs pos="50000">
              <a:schemeClr val="accent1">
                <a:alpha val="50000"/>
                <a:hueOff val="0"/>
                <a:satOff val="0"/>
                <a:lumOff val="0"/>
                <a:alphaOff val="0"/>
                <a:satMod val="110000"/>
                <a:lumMod val="100000"/>
                <a:shade val="100000"/>
              </a:schemeClr>
            </a:gs>
            <a:gs pos="100000">
              <a:schemeClr val="accent1">
                <a:alpha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0">
          <a:scrgbClr r="0" g="0" b="0"/>
        </a:effectRef>
        <a:fontRef idx="minor">
          <a:schemeClr val="tx1"/>
        </a:fontRef>
      </dsp:style>
    </dsp:sp>
    <dsp:sp modelId="{F54C373A-509D-482A-8C2F-BBAC98110C6D}">
      <dsp:nvSpPr>
        <dsp:cNvPr id="0" name=""/>
        <dsp:cNvSpPr/>
      </dsp:nvSpPr>
      <dsp:spPr>
        <a:xfrm>
          <a:off x="5565916" y="1083733"/>
          <a:ext cx="1979577" cy="1246293"/>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lvl="0" algn="l" defTabSz="800100">
            <a:lnSpc>
              <a:spcPct val="90000"/>
            </a:lnSpc>
            <a:spcBef>
              <a:spcPct val="0"/>
            </a:spcBef>
            <a:spcAft>
              <a:spcPct val="35000"/>
            </a:spcAft>
          </a:pPr>
          <a:r>
            <a:rPr lang="zh-CN" altLang="en-US" sz="1800" kern="1200" dirty="0" smtClean="0"/>
            <a:t>设计</a:t>
          </a:r>
          <a:endParaRPr lang="zh-CN" altLang="en-US" sz="1800" kern="1200" dirty="0"/>
        </a:p>
        <a:p>
          <a:pPr marL="114300" lvl="1" indent="-114300" algn="l" defTabSz="622300">
            <a:lnSpc>
              <a:spcPct val="90000"/>
            </a:lnSpc>
            <a:spcBef>
              <a:spcPct val="0"/>
            </a:spcBef>
            <a:spcAft>
              <a:spcPct val="15000"/>
            </a:spcAft>
            <a:buChar char="••"/>
          </a:pPr>
          <a:r>
            <a:rPr lang="en-US" altLang="zh-CN" sz="1400" kern="1200" dirty="0" smtClean="0"/>
            <a:t>wiki</a:t>
          </a:r>
          <a:r>
            <a:rPr lang="zh-CN" altLang="en-US" sz="1400" kern="1200" dirty="0" smtClean="0"/>
            <a:t>：</a:t>
          </a:r>
          <a:r>
            <a:rPr lang="en-US" altLang="zh-CN" sz="1400" kern="1200" dirty="0" smtClean="0"/>
            <a:t>+7</a:t>
          </a:r>
          <a:r>
            <a:rPr lang="zh-CN" altLang="en-US" sz="1400" kern="1200" dirty="0" smtClean="0"/>
            <a:t>篇</a:t>
          </a:r>
          <a:endParaRPr lang="zh-CN" altLang="en-US" sz="1400" kern="1200" dirty="0"/>
        </a:p>
      </dsp:txBody>
      <dsp:txXfrm>
        <a:off x="5565916" y="1083733"/>
        <a:ext cx="1979577" cy="1246293"/>
      </dsp:txXfrm>
    </dsp:sp>
    <dsp:sp modelId="{CBA8A427-A048-4B41-A49E-AB2F3971C1AC}">
      <dsp:nvSpPr>
        <dsp:cNvPr id="0" name=""/>
        <dsp:cNvSpPr/>
      </dsp:nvSpPr>
      <dsp:spPr>
        <a:xfrm>
          <a:off x="3770858" y="2186974"/>
          <a:ext cx="1671116" cy="1671116"/>
        </a:xfrm>
        <a:prstGeom prst="ellipse">
          <a:avLst/>
        </a:prstGeom>
        <a:gradFill rotWithShape="0">
          <a:gsLst>
            <a:gs pos="0">
              <a:schemeClr val="accent1">
                <a:alpha val="50000"/>
                <a:hueOff val="0"/>
                <a:satOff val="0"/>
                <a:lumOff val="0"/>
                <a:alphaOff val="0"/>
                <a:satMod val="103000"/>
                <a:lumMod val="102000"/>
                <a:tint val="94000"/>
              </a:schemeClr>
            </a:gs>
            <a:gs pos="50000">
              <a:schemeClr val="accent1">
                <a:alpha val="50000"/>
                <a:hueOff val="0"/>
                <a:satOff val="0"/>
                <a:lumOff val="0"/>
                <a:alphaOff val="0"/>
                <a:satMod val="110000"/>
                <a:lumMod val="100000"/>
                <a:shade val="100000"/>
              </a:schemeClr>
            </a:gs>
            <a:gs pos="100000">
              <a:schemeClr val="accent1">
                <a:alpha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0">
          <a:scrgbClr r="0" g="0" b="0"/>
        </a:effectRef>
        <a:fontRef idx="minor">
          <a:schemeClr val="tx1"/>
        </a:fontRef>
      </dsp:style>
    </dsp:sp>
    <dsp:sp modelId="{E28A737A-9923-44D7-A5DE-AC90EB9E9FBB}">
      <dsp:nvSpPr>
        <dsp:cNvPr id="0" name=""/>
        <dsp:cNvSpPr/>
      </dsp:nvSpPr>
      <dsp:spPr>
        <a:xfrm>
          <a:off x="5565916" y="2942336"/>
          <a:ext cx="1979577" cy="139259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lvl="0" algn="l" defTabSz="800100">
            <a:lnSpc>
              <a:spcPct val="90000"/>
            </a:lnSpc>
            <a:spcBef>
              <a:spcPct val="0"/>
            </a:spcBef>
            <a:spcAft>
              <a:spcPct val="35000"/>
            </a:spcAft>
          </a:pPr>
          <a:r>
            <a:rPr lang="en-US" altLang="zh-CN" sz="1800" kern="1200" dirty="0" err="1" smtClean="0"/>
            <a:t>Unittest</a:t>
          </a:r>
          <a:endParaRPr lang="zh-CN" altLang="en-US" sz="1800" kern="1200" dirty="0"/>
        </a:p>
        <a:p>
          <a:pPr marL="114300" lvl="1" indent="-114300" algn="l" defTabSz="622300">
            <a:lnSpc>
              <a:spcPct val="90000"/>
            </a:lnSpc>
            <a:spcBef>
              <a:spcPct val="0"/>
            </a:spcBef>
            <a:spcAft>
              <a:spcPct val="15000"/>
            </a:spcAft>
            <a:buChar char="••"/>
          </a:pPr>
          <a:r>
            <a:rPr lang="zh-CN" altLang="en-US" sz="1400" kern="1200" dirty="0" smtClean="0"/>
            <a:t>测试类： </a:t>
          </a:r>
          <a:r>
            <a:rPr lang="en-US" altLang="zh-CN" sz="1400" kern="1200" dirty="0" smtClean="0"/>
            <a:t>8</a:t>
          </a:r>
          <a:endParaRPr lang="zh-CN" altLang="en-US" sz="1400" kern="1200" dirty="0"/>
        </a:p>
        <a:p>
          <a:pPr marL="114300" lvl="1" indent="-114300" algn="l" defTabSz="622300">
            <a:lnSpc>
              <a:spcPct val="90000"/>
            </a:lnSpc>
            <a:spcBef>
              <a:spcPct val="0"/>
            </a:spcBef>
            <a:spcAft>
              <a:spcPct val="15000"/>
            </a:spcAft>
            <a:buChar char="••"/>
          </a:pPr>
          <a:r>
            <a:rPr lang="zh-CN" altLang="en-US" sz="1400" kern="1200" dirty="0" smtClean="0"/>
            <a:t>测试接口： </a:t>
          </a:r>
          <a:r>
            <a:rPr lang="en-US" altLang="zh-CN" sz="1400" kern="1200" dirty="0" smtClean="0"/>
            <a:t>66</a:t>
          </a:r>
          <a:endParaRPr lang="zh-CN" altLang="en-US" sz="1400" kern="1200" dirty="0"/>
        </a:p>
      </dsp:txBody>
      <dsp:txXfrm>
        <a:off x="5565916" y="2942336"/>
        <a:ext cx="1979577" cy="1392597"/>
      </dsp:txXfrm>
    </dsp:sp>
    <dsp:sp modelId="{6EED5F4A-BA3F-4E83-96D9-912067289481}">
      <dsp:nvSpPr>
        <dsp:cNvPr id="0" name=""/>
        <dsp:cNvSpPr/>
      </dsp:nvSpPr>
      <dsp:spPr>
        <a:xfrm>
          <a:off x="3228441" y="2500714"/>
          <a:ext cx="1671116" cy="1671116"/>
        </a:xfrm>
        <a:prstGeom prst="ellipse">
          <a:avLst/>
        </a:prstGeom>
        <a:gradFill rotWithShape="0">
          <a:gsLst>
            <a:gs pos="0">
              <a:schemeClr val="accent1">
                <a:alpha val="50000"/>
                <a:hueOff val="0"/>
                <a:satOff val="0"/>
                <a:lumOff val="0"/>
                <a:alphaOff val="0"/>
                <a:satMod val="103000"/>
                <a:lumMod val="102000"/>
                <a:tint val="94000"/>
              </a:schemeClr>
            </a:gs>
            <a:gs pos="50000">
              <a:schemeClr val="accent1">
                <a:alpha val="50000"/>
                <a:hueOff val="0"/>
                <a:satOff val="0"/>
                <a:lumOff val="0"/>
                <a:alphaOff val="0"/>
                <a:satMod val="110000"/>
                <a:lumMod val="100000"/>
                <a:shade val="100000"/>
              </a:schemeClr>
            </a:gs>
            <a:gs pos="100000">
              <a:schemeClr val="accent1">
                <a:alpha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0">
          <a:scrgbClr r="0" g="0" b="0"/>
        </a:effectRef>
        <a:fontRef idx="minor">
          <a:schemeClr val="tx1"/>
        </a:fontRef>
      </dsp:style>
    </dsp:sp>
    <dsp:sp modelId="{7D2EE330-3B7D-474B-A4B6-83CF1BC9E0BF}">
      <dsp:nvSpPr>
        <dsp:cNvPr id="0" name=""/>
        <dsp:cNvSpPr/>
      </dsp:nvSpPr>
      <dsp:spPr>
        <a:xfrm>
          <a:off x="3019551" y="4280746"/>
          <a:ext cx="2088896" cy="113792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lvl="0" algn="l" defTabSz="800100">
            <a:lnSpc>
              <a:spcPct val="90000"/>
            </a:lnSpc>
            <a:spcBef>
              <a:spcPct val="0"/>
            </a:spcBef>
            <a:spcAft>
              <a:spcPct val="35000"/>
            </a:spcAft>
          </a:pPr>
          <a:r>
            <a:rPr lang="en-US" altLang="zh-CN" sz="1800" kern="1200" dirty="0" err="1" smtClean="0"/>
            <a:t>Beachmark</a:t>
          </a:r>
          <a:endParaRPr lang="zh-CN" altLang="en-US" sz="1800" kern="1200" dirty="0"/>
        </a:p>
        <a:p>
          <a:pPr marL="114300" lvl="1" indent="-114300" algn="l" defTabSz="622300">
            <a:lnSpc>
              <a:spcPct val="90000"/>
            </a:lnSpc>
            <a:spcBef>
              <a:spcPct val="0"/>
            </a:spcBef>
            <a:spcAft>
              <a:spcPct val="15000"/>
            </a:spcAft>
            <a:buChar char="••"/>
          </a:pPr>
          <a:r>
            <a:rPr lang="zh-CN" altLang="en-US" sz="1400" kern="1200" dirty="0" smtClean="0"/>
            <a:t>脚本版：</a:t>
          </a:r>
          <a:r>
            <a:rPr lang="en-US" altLang="zh-CN" sz="1400" kern="1200" dirty="0" smtClean="0"/>
            <a:t>4</a:t>
          </a:r>
          <a:r>
            <a:rPr lang="zh-CN" altLang="en-US" sz="1400" kern="1200" dirty="0" smtClean="0"/>
            <a:t>接口</a:t>
          </a:r>
          <a:endParaRPr lang="zh-CN" altLang="en-US" sz="1400" kern="1200" dirty="0"/>
        </a:p>
        <a:p>
          <a:pPr marL="114300" lvl="1" indent="-114300" algn="l" defTabSz="622300">
            <a:lnSpc>
              <a:spcPct val="90000"/>
            </a:lnSpc>
            <a:spcBef>
              <a:spcPct val="0"/>
            </a:spcBef>
            <a:spcAft>
              <a:spcPct val="15000"/>
            </a:spcAft>
            <a:buChar char="••"/>
          </a:pPr>
          <a:r>
            <a:rPr lang="en-US" sz="1400" b="0" i="0" kern="1200" dirty="0" smtClean="0"/>
            <a:t>multi-mechanize</a:t>
          </a:r>
          <a:r>
            <a:rPr lang="zh-CN" altLang="en-US" sz="1400" b="0" i="0" kern="1200" dirty="0" smtClean="0"/>
            <a:t>：</a:t>
          </a:r>
          <a:r>
            <a:rPr lang="en-US" sz="1400" b="0" i="0" kern="1200" dirty="0" smtClean="0"/>
            <a:t>4</a:t>
          </a:r>
          <a:r>
            <a:rPr lang="zh-CN" altLang="en-US" sz="1400" b="0" i="0" kern="1200" dirty="0" smtClean="0"/>
            <a:t>接口</a:t>
          </a:r>
          <a:endParaRPr lang="zh-CN" altLang="en-US" sz="1400" kern="1200" dirty="0"/>
        </a:p>
      </dsp:txBody>
      <dsp:txXfrm>
        <a:off x="3019551" y="4280746"/>
        <a:ext cx="2088896" cy="1137920"/>
      </dsp:txXfrm>
    </dsp:sp>
    <dsp:sp modelId="{639A6F82-D8C7-403A-AD1E-871F6891A806}">
      <dsp:nvSpPr>
        <dsp:cNvPr id="0" name=""/>
        <dsp:cNvSpPr/>
      </dsp:nvSpPr>
      <dsp:spPr>
        <a:xfrm>
          <a:off x="2686024" y="2186974"/>
          <a:ext cx="1671116" cy="1671116"/>
        </a:xfrm>
        <a:prstGeom prst="ellipse">
          <a:avLst/>
        </a:prstGeom>
        <a:gradFill rotWithShape="0">
          <a:gsLst>
            <a:gs pos="0">
              <a:schemeClr val="accent1">
                <a:alpha val="50000"/>
                <a:hueOff val="0"/>
                <a:satOff val="0"/>
                <a:lumOff val="0"/>
                <a:alphaOff val="0"/>
                <a:satMod val="103000"/>
                <a:lumMod val="102000"/>
                <a:tint val="94000"/>
              </a:schemeClr>
            </a:gs>
            <a:gs pos="50000">
              <a:schemeClr val="accent1">
                <a:alpha val="50000"/>
                <a:hueOff val="0"/>
                <a:satOff val="0"/>
                <a:lumOff val="0"/>
                <a:alphaOff val="0"/>
                <a:satMod val="110000"/>
                <a:lumMod val="100000"/>
                <a:shade val="100000"/>
              </a:schemeClr>
            </a:gs>
            <a:gs pos="100000">
              <a:schemeClr val="accent1">
                <a:alpha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0">
          <a:scrgbClr r="0" g="0" b="0"/>
        </a:effectRef>
        <a:fontRef idx="minor">
          <a:schemeClr val="tx1"/>
        </a:fontRef>
      </dsp:style>
    </dsp:sp>
    <dsp:sp modelId="{48460414-A8D5-41F1-8CE7-D20D984A43CE}">
      <dsp:nvSpPr>
        <dsp:cNvPr id="0" name=""/>
        <dsp:cNvSpPr/>
      </dsp:nvSpPr>
      <dsp:spPr>
        <a:xfrm>
          <a:off x="582506" y="2942336"/>
          <a:ext cx="1979577" cy="139259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lvl="0" algn="l" defTabSz="800100">
            <a:lnSpc>
              <a:spcPct val="90000"/>
            </a:lnSpc>
            <a:spcBef>
              <a:spcPct val="0"/>
            </a:spcBef>
            <a:spcAft>
              <a:spcPct val="35000"/>
            </a:spcAft>
          </a:pPr>
          <a:r>
            <a:rPr lang="zh-CN" altLang="en-US" sz="1800" kern="1200" dirty="0" smtClean="0"/>
            <a:t>事务验证：</a:t>
          </a:r>
          <a:r>
            <a:rPr lang="en-US" altLang="zh-CN" sz="1800" kern="1200" dirty="0" smtClean="0"/>
            <a:t>+3</a:t>
          </a:r>
          <a:endParaRPr lang="zh-CN" altLang="en-US" sz="1800" kern="1200" dirty="0"/>
        </a:p>
        <a:p>
          <a:pPr marL="114300" lvl="1" indent="-114300" algn="l" defTabSz="622300">
            <a:lnSpc>
              <a:spcPct val="90000"/>
            </a:lnSpc>
            <a:spcBef>
              <a:spcPct val="0"/>
            </a:spcBef>
            <a:spcAft>
              <a:spcPct val="15000"/>
            </a:spcAft>
            <a:buChar char="••"/>
          </a:pPr>
          <a:r>
            <a:rPr lang="zh-CN" altLang="en-US" sz="1400" kern="1200" dirty="0" smtClean="0"/>
            <a:t>脏读</a:t>
          </a:r>
          <a:endParaRPr lang="zh-CN" altLang="en-US" sz="1400" kern="1200" dirty="0"/>
        </a:p>
        <a:p>
          <a:pPr marL="114300" lvl="1" indent="-114300" algn="l" defTabSz="622300">
            <a:lnSpc>
              <a:spcPct val="90000"/>
            </a:lnSpc>
            <a:spcBef>
              <a:spcPct val="0"/>
            </a:spcBef>
            <a:spcAft>
              <a:spcPct val="15000"/>
            </a:spcAft>
            <a:buChar char="••"/>
          </a:pPr>
          <a:r>
            <a:rPr lang="zh-CN" altLang="en-US" sz="1400" kern="1200" dirty="0" smtClean="0"/>
            <a:t>不可重复读</a:t>
          </a:r>
          <a:endParaRPr lang="zh-CN" altLang="en-US" sz="1400" kern="1200" dirty="0"/>
        </a:p>
        <a:p>
          <a:pPr marL="114300" lvl="1" indent="-114300" algn="l" defTabSz="622300">
            <a:lnSpc>
              <a:spcPct val="90000"/>
            </a:lnSpc>
            <a:spcBef>
              <a:spcPct val="0"/>
            </a:spcBef>
            <a:spcAft>
              <a:spcPct val="15000"/>
            </a:spcAft>
            <a:buChar char="••"/>
          </a:pPr>
          <a:r>
            <a:rPr lang="zh-CN" altLang="en-US" sz="1400" kern="1200" dirty="0" smtClean="0"/>
            <a:t>幻读</a:t>
          </a:r>
          <a:endParaRPr lang="zh-CN" altLang="en-US" sz="1400" kern="1200" dirty="0"/>
        </a:p>
      </dsp:txBody>
      <dsp:txXfrm>
        <a:off x="582506" y="2942336"/>
        <a:ext cx="1979577" cy="1392597"/>
      </dsp:txXfrm>
    </dsp:sp>
    <dsp:sp modelId="{83326F18-1A34-42B0-B4E2-5F2856C24947}">
      <dsp:nvSpPr>
        <dsp:cNvPr id="0" name=""/>
        <dsp:cNvSpPr/>
      </dsp:nvSpPr>
      <dsp:spPr>
        <a:xfrm>
          <a:off x="2686024" y="1560576"/>
          <a:ext cx="1671116" cy="1671116"/>
        </a:xfrm>
        <a:prstGeom prst="ellipse">
          <a:avLst/>
        </a:prstGeom>
        <a:gradFill rotWithShape="0">
          <a:gsLst>
            <a:gs pos="0">
              <a:schemeClr val="accent1">
                <a:alpha val="50000"/>
                <a:hueOff val="0"/>
                <a:satOff val="0"/>
                <a:lumOff val="0"/>
                <a:alphaOff val="0"/>
                <a:satMod val="103000"/>
                <a:lumMod val="102000"/>
                <a:tint val="94000"/>
              </a:schemeClr>
            </a:gs>
            <a:gs pos="50000">
              <a:schemeClr val="accent1">
                <a:alpha val="50000"/>
                <a:hueOff val="0"/>
                <a:satOff val="0"/>
                <a:lumOff val="0"/>
                <a:alphaOff val="0"/>
                <a:satMod val="110000"/>
                <a:lumMod val="100000"/>
                <a:shade val="100000"/>
              </a:schemeClr>
            </a:gs>
            <a:gs pos="100000">
              <a:schemeClr val="accent1">
                <a:alpha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0">
          <a:scrgbClr r="0" g="0" b="0"/>
        </a:effectRef>
        <a:fontRef idx="minor">
          <a:schemeClr val="tx1"/>
        </a:fontRef>
      </dsp:style>
    </dsp:sp>
    <dsp:sp modelId="{5EA4EF01-A80D-4C71-AF3A-50B28FB6B7B2}">
      <dsp:nvSpPr>
        <dsp:cNvPr id="0" name=""/>
        <dsp:cNvSpPr/>
      </dsp:nvSpPr>
      <dsp:spPr>
        <a:xfrm>
          <a:off x="582506" y="1083733"/>
          <a:ext cx="1979577" cy="139259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lvl="0" algn="l" defTabSz="800100">
            <a:lnSpc>
              <a:spcPct val="90000"/>
            </a:lnSpc>
            <a:spcBef>
              <a:spcPct val="0"/>
            </a:spcBef>
            <a:spcAft>
              <a:spcPct val="35000"/>
            </a:spcAft>
          </a:pPr>
          <a:r>
            <a:rPr lang="zh-CN" altLang="en-US" sz="1800" kern="1200" dirty="0" smtClean="0"/>
            <a:t>使用： </a:t>
          </a:r>
          <a:r>
            <a:rPr lang="en-US" altLang="zh-CN" sz="1800" kern="1200" dirty="0" smtClean="0"/>
            <a:t>+4</a:t>
          </a:r>
          <a:endParaRPr lang="zh-CN" altLang="en-US" sz="1800" kern="1200" dirty="0"/>
        </a:p>
        <a:p>
          <a:pPr marL="114300" lvl="1" indent="-114300" algn="l" defTabSz="622300">
            <a:lnSpc>
              <a:spcPct val="90000"/>
            </a:lnSpc>
            <a:spcBef>
              <a:spcPct val="0"/>
            </a:spcBef>
            <a:spcAft>
              <a:spcPct val="15000"/>
            </a:spcAft>
            <a:buChar char="••"/>
          </a:pPr>
          <a:r>
            <a:rPr lang="en-US" altLang="zh-CN" sz="1400" kern="1200" dirty="0" smtClean="0"/>
            <a:t>CURL</a:t>
          </a:r>
          <a:r>
            <a:rPr lang="zh-CN" altLang="en-US" sz="1400" kern="1200" dirty="0" smtClean="0"/>
            <a:t>命令</a:t>
          </a:r>
          <a:endParaRPr lang="zh-CN" altLang="en-US" sz="1400" kern="1200" dirty="0"/>
        </a:p>
        <a:p>
          <a:pPr marL="114300" lvl="1" indent="-114300" algn="l" defTabSz="622300">
            <a:lnSpc>
              <a:spcPct val="90000"/>
            </a:lnSpc>
            <a:spcBef>
              <a:spcPct val="0"/>
            </a:spcBef>
            <a:spcAft>
              <a:spcPct val="15000"/>
            </a:spcAft>
            <a:buChar char="••"/>
          </a:pPr>
          <a:r>
            <a:rPr lang="zh-CN" altLang="en-US" sz="1400" kern="1200" dirty="0" smtClean="0"/>
            <a:t>事务模式</a:t>
          </a:r>
          <a:endParaRPr lang="zh-CN" altLang="en-US" sz="1400" kern="1200" dirty="0"/>
        </a:p>
        <a:p>
          <a:pPr marL="114300" lvl="1" indent="-114300" algn="l" defTabSz="622300">
            <a:lnSpc>
              <a:spcPct val="90000"/>
            </a:lnSpc>
            <a:spcBef>
              <a:spcPct val="0"/>
            </a:spcBef>
            <a:spcAft>
              <a:spcPct val="15000"/>
            </a:spcAft>
            <a:buChar char="••"/>
          </a:pPr>
          <a:r>
            <a:rPr lang="zh-CN" altLang="en-US" sz="1400" kern="1200" dirty="0" smtClean="0"/>
            <a:t>工具模式</a:t>
          </a:r>
          <a:endParaRPr lang="zh-CN" altLang="en-US" sz="1400" kern="1200" dirty="0"/>
        </a:p>
        <a:p>
          <a:pPr marL="114300" lvl="1" indent="-114300" algn="l" defTabSz="622300">
            <a:lnSpc>
              <a:spcPct val="90000"/>
            </a:lnSpc>
            <a:spcBef>
              <a:spcPct val="0"/>
            </a:spcBef>
            <a:spcAft>
              <a:spcPct val="15000"/>
            </a:spcAft>
            <a:buChar char="••"/>
          </a:pPr>
          <a:r>
            <a:rPr lang="zh-CN" altLang="en-US" sz="1400" kern="1200" dirty="0" smtClean="0"/>
            <a:t>交互模式</a:t>
          </a:r>
          <a:endParaRPr lang="zh-CN" altLang="en-US" sz="1400" kern="1200" dirty="0"/>
        </a:p>
      </dsp:txBody>
      <dsp:txXfrm>
        <a:off x="582506" y="1083733"/>
        <a:ext cx="1979577" cy="139259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5EC979-E858-4FF1-B57C-2E8042F5CC06}">
      <dsp:nvSpPr>
        <dsp:cNvPr id="0" name=""/>
        <dsp:cNvSpPr/>
      </dsp:nvSpPr>
      <dsp:spPr>
        <a:xfrm rot="5400000">
          <a:off x="7039388" y="-3001579"/>
          <a:ext cx="792414" cy="6998208"/>
        </a:xfrm>
        <a:prstGeom prst="round2Same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har char="••"/>
          </a:pPr>
          <a:r>
            <a:rPr lang="zh-CN" altLang="en-US" sz="2100" kern="1200" dirty="0" smtClean="0"/>
            <a:t>可用率</a:t>
          </a:r>
          <a:r>
            <a:rPr lang="en-US" altLang="en-US" sz="2100" kern="1200" dirty="0" smtClean="0"/>
            <a:t>99.99%</a:t>
          </a:r>
          <a:endParaRPr lang="zh-CN" altLang="en-US" sz="2100" kern="1200" dirty="0"/>
        </a:p>
      </dsp:txBody>
      <dsp:txXfrm rot="-5400000">
        <a:off x="3936491" y="140000"/>
        <a:ext cx="6959526" cy="715050"/>
      </dsp:txXfrm>
    </dsp:sp>
    <dsp:sp modelId="{636A4C03-C026-4F99-A4E2-A5E94BF00717}">
      <dsp:nvSpPr>
        <dsp:cNvPr id="0" name=""/>
        <dsp:cNvSpPr/>
      </dsp:nvSpPr>
      <dsp:spPr>
        <a:xfrm>
          <a:off x="0" y="2265"/>
          <a:ext cx="3936492" cy="990518"/>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89535" rIns="179070" bIns="89535" numCol="1" spcCol="1270" anchor="ctr" anchorCtr="0">
          <a:noAutofit/>
        </a:bodyPr>
        <a:lstStyle/>
        <a:p>
          <a:pPr lvl="0" algn="ctr" defTabSz="2089150">
            <a:lnSpc>
              <a:spcPct val="90000"/>
            </a:lnSpc>
            <a:spcBef>
              <a:spcPct val="0"/>
            </a:spcBef>
            <a:spcAft>
              <a:spcPct val="35000"/>
            </a:spcAft>
          </a:pPr>
          <a:r>
            <a:rPr lang="zh-CN" altLang="en-US" sz="4700" kern="1200" dirty="0" smtClean="0"/>
            <a:t>高可用</a:t>
          </a:r>
          <a:r>
            <a:rPr lang="en-US" altLang="zh-CN" sz="4700" kern="1200" dirty="0" smtClean="0"/>
            <a:t>:</a:t>
          </a:r>
          <a:endParaRPr lang="zh-CN" altLang="en-US" sz="4700" kern="1200" dirty="0"/>
        </a:p>
      </dsp:txBody>
      <dsp:txXfrm>
        <a:off x="48353" y="50618"/>
        <a:ext cx="3839786" cy="893812"/>
      </dsp:txXfrm>
    </dsp:sp>
    <dsp:sp modelId="{24BF0B67-E546-4ADC-B440-47D80EC50AC9}">
      <dsp:nvSpPr>
        <dsp:cNvPr id="0" name=""/>
        <dsp:cNvSpPr/>
      </dsp:nvSpPr>
      <dsp:spPr>
        <a:xfrm rot="5400000">
          <a:off x="7039388" y="-1961534"/>
          <a:ext cx="792414" cy="6998208"/>
        </a:xfrm>
        <a:prstGeom prst="round2SameRect">
          <a:avLst/>
        </a:prstGeom>
        <a:solidFill>
          <a:schemeClr val="accent4">
            <a:tint val="40000"/>
            <a:alpha val="90000"/>
            <a:hueOff val="2715481"/>
            <a:satOff val="-12811"/>
            <a:lumOff val="-463"/>
            <a:alphaOff val="0"/>
          </a:schemeClr>
        </a:solidFill>
        <a:ln w="12700" cap="flat" cmpd="sng" algn="ctr">
          <a:solidFill>
            <a:schemeClr val="accent4">
              <a:tint val="40000"/>
              <a:alpha val="90000"/>
              <a:hueOff val="2715481"/>
              <a:satOff val="-12811"/>
              <a:lumOff val="-46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har char="••"/>
          </a:pPr>
          <a:r>
            <a:rPr lang="zh-CN" altLang="en-US" sz="2100" kern="1200" dirty="0" smtClean="0"/>
            <a:t>支持</a:t>
          </a:r>
          <a:r>
            <a:rPr lang="en-US" altLang="en-US" sz="2100" kern="1200" dirty="0" smtClean="0"/>
            <a:t>PB</a:t>
          </a:r>
          <a:r>
            <a:rPr lang="zh-CN" altLang="en-US" sz="2100" kern="1200" dirty="0" smtClean="0"/>
            <a:t>级数据存储，不停服分钟级扩缩容</a:t>
          </a:r>
          <a:endParaRPr lang="zh-CN" altLang="en-US" sz="2100" kern="1200" dirty="0"/>
        </a:p>
      </dsp:txBody>
      <dsp:txXfrm rot="-5400000">
        <a:off x="3936491" y="1180045"/>
        <a:ext cx="6959526" cy="715050"/>
      </dsp:txXfrm>
    </dsp:sp>
    <dsp:sp modelId="{93638684-6BD1-4F99-A0D6-B923C93F7DF0}">
      <dsp:nvSpPr>
        <dsp:cNvPr id="0" name=""/>
        <dsp:cNvSpPr/>
      </dsp:nvSpPr>
      <dsp:spPr>
        <a:xfrm>
          <a:off x="0" y="1042310"/>
          <a:ext cx="3936492" cy="990518"/>
        </a:xfrm>
        <a:prstGeom prst="roundRect">
          <a:avLst/>
        </a:prstGeom>
        <a:solidFill>
          <a:schemeClr val="accent4">
            <a:hueOff val="2450223"/>
            <a:satOff val="-10194"/>
            <a:lumOff val="24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89535" rIns="179070" bIns="89535" numCol="1" spcCol="1270" anchor="ctr" anchorCtr="0">
          <a:noAutofit/>
        </a:bodyPr>
        <a:lstStyle/>
        <a:p>
          <a:pPr lvl="0" algn="ctr" defTabSz="2089150">
            <a:lnSpc>
              <a:spcPct val="90000"/>
            </a:lnSpc>
            <a:spcBef>
              <a:spcPct val="0"/>
            </a:spcBef>
            <a:spcAft>
              <a:spcPct val="35000"/>
            </a:spcAft>
          </a:pPr>
          <a:r>
            <a:rPr lang="zh-CN" altLang="en-US" sz="4700" kern="1200" dirty="0" smtClean="0"/>
            <a:t>高容量</a:t>
          </a:r>
          <a:r>
            <a:rPr lang="en-US" altLang="zh-CN" sz="4700" kern="1200" dirty="0" smtClean="0"/>
            <a:t>:</a:t>
          </a:r>
          <a:endParaRPr lang="zh-CN" altLang="en-US" sz="4700" kern="1200" dirty="0"/>
        </a:p>
      </dsp:txBody>
      <dsp:txXfrm>
        <a:off x="48353" y="1090663"/>
        <a:ext cx="3839786" cy="893812"/>
      </dsp:txXfrm>
    </dsp:sp>
    <dsp:sp modelId="{ABEFCC87-6489-43D9-9692-6642BB036DB7}">
      <dsp:nvSpPr>
        <dsp:cNvPr id="0" name=""/>
        <dsp:cNvSpPr/>
      </dsp:nvSpPr>
      <dsp:spPr>
        <a:xfrm rot="5400000">
          <a:off x="7039388" y="-921490"/>
          <a:ext cx="792414" cy="6998208"/>
        </a:xfrm>
        <a:prstGeom prst="round2SameRect">
          <a:avLst/>
        </a:prstGeom>
        <a:solidFill>
          <a:schemeClr val="accent4">
            <a:tint val="40000"/>
            <a:alpha val="90000"/>
            <a:hueOff val="5430963"/>
            <a:satOff val="-25622"/>
            <a:lumOff val="-925"/>
            <a:alphaOff val="0"/>
          </a:schemeClr>
        </a:solidFill>
        <a:ln w="12700" cap="flat" cmpd="sng" algn="ctr">
          <a:solidFill>
            <a:schemeClr val="accent4">
              <a:tint val="40000"/>
              <a:alpha val="90000"/>
              <a:hueOff val="5430963"/>
              <a:satOff val="-25622"/>
              <a:lumOff val="-92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har char="••"/>
          </a:pPr>
          <a:r>
            <a:rPr lang="zh-CN" altLang="en-US" sz="2100" kern="1200" dirty="0" smtClean="0"/>
            <a:t>单表</a:t>
          </a:r>
          <a:r>
            <a:rPr lang="en-US" altLang="en-US" sz="2100" kern="1200" dirty="0" smtClean="0"/>
            <a:t>1</a:t>
          </a:r>
          <a:r>
            <a:rPr lang="zh-CN" altLang="en-US" sz="2100" kern="1200" dirty="0" smtClean="0"/>
            <a:t>亿行，</a:t>
          </a:r>
          <a:r>
            <a:rPr lang="en-US" altLang="en-US" sz="2100" kern="1200" dirty="0" smtClean="0"/>
            <a:t>1</a:t>
          </a:r>
          <a:r>
            <a:rPr lang="zh-CN" altLang="en-US" sz="2100" kern="1200" dirty="0" smtClean="0"/>
            <a:t>百列情况下单节点</a:t>
          </a:r>
          <a:r>
            <a:rPr lang="en-US" altLang="zh-CN" sz="2100" kern="1200" dirty="0" smtClean="0"/>
            <a:t> </a:t>
          </a:r>
          <a:r>
            <a:rPr lang="en-US" altLang="en-US" sz="2100" kern="1200" dirty="0" smtClean="0"/>
            <a:t>QPS 5</a:t>
          </a:r>
          <a:r>
            <a:rPr lang="en-US" altLang="zh-CN" sz="2100" kern="1200" dirty="0" smtClean="0"/>
            <a:t>k</a:t>
          </a:r>
          <a:r>
            <a:rPr lang="en-US" altLang="en-US" sz="2100" kern="1200" dirty="0" smtClean="0"/>
            <a:t>+</a:t>
          </a:r>
          <a:r>
            <a:rPr lang="zh-CN" altLang="en-US" sz="2100" kern="1200" dirty="0" smtClean="0"/>
            <a:t>，低延迟：点查 </a:t>
          </a:r>
          <a:r>
            <a:rPr lang="en-US" altLang="en-US" sz="2100" kern="1200" dirty="0" smtClean="0"/>
            <a:t>P99 </a:t>
          </a:r>
          <a:r>
            <a:rPr lang="zh-CN" altLang="en-US" sz="2100" kern="1200" dirty="0" smtClean="0"/>
            <a:t>小于 </a:t>
          </a:r>
          <a:r>
            <a:rPr lang="en-US" altLang="en-US" sz="2100" kern="1200" dirty="0" smtClean="0"/>
            <a:t>20ms</a:t>
          </a:r>
          <a:endParaRPr lang="zh-CN" altLang="en-US" sz="2100" kern="1200" dirty="0"/>
        </a:p>
      </dsp:txBody>
      <dsp:txXfrm rot="-5400000">
        <a:off x="3936491" y="2220089"/>
        <a:ext cx="6959526" cy="715050"/>
      </dsp:txXfrm>
    </dsp:sp>
    <dsp:sp modelId="{4C75D61B-86CD-4882-9473-66055EC5FA98}">
      <dsp:nvSpPr>
        <dsp:cNvPr id="0" name=""/>
        <dsp:cNvSpPr/>
      </dsp:nvSpPr>
      <dsp:spPr>
        <a:xfrm>
          <a:off x="0" y="2082354"/>
          <a:ext cx="3936492" cy="990518"/>
        </a:xfrm>
        <a:prstGeom prst="roundRect">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89535" rIns="179070" bIns="89535" numCol="1" spcCol="1270" anchor="ctr" anchorCtr="0">
          <a:noAutofit/>
        </a:bodyPr>
        <a:lstStyle/>
        <a:p>
          <a:pPr lvl="0" algn="ctr" defTabSz="2089150">
            <a:lnSpc>
              <a:spcPct val="90000"/>
            </a:lnSpc>
            <a:spcBef>
              <a:spcPct val="0"/>
            </a:spcBef>
            <a:spcAft>
              <a:spcPct val="35000"/>
            </a:spcAft>
          </a:pPr>
          <a:r>
            <a:rPr lang="zh-CN" altLang="en-US" sz="4700" kern="1200" dirty="0" smtClean="0"/>
            <a:t>高性能</a:t>
          </a:r>
          <a:r>
            <a:rPr lang="en-US" altLang="zh-CN" sz="4700" kern="1200" dirty="0" smtClean="0"/>
            <a:t>:</a:t>
          </a:r>
          <a:endParaRPr lang="zh-CN" altLang="en-US" sz="4700" kern="1200" dirty="0"/>
        </a:p>
      </dsp:txBody>
      <dsp:txXfrm>
        <a:off x="48353" y="2130707"/>
        <a:ext cx="3839786" cy="893812"/>
      </dsp:txXfrm>
    </dsp:sp>
    <dsp:sp modelId="{92D988C5-1A86-4C92-B780-47E410F4EB99}">
      <dsp:nvSpPr>
        <dsp:cNvPr id="0" name=""/>
        <dsp:cNvSpPr/>
      </dsp:nvSpPr>
      <dsp:spPr>
        <a:xfrm rot="5400000">
          <a:off x="7039388" y="118554"/>
          <a:ext cx="792414" cy="6998208"/>
        </a:xfrm>
        <a:prstGeom prst="round2SameRect">
          <a:avLst/>
        </a:prstGeom>
        <a:solidFill>
          <a:schemeClr val="accent4">
            <a:tint val="40000"/>
            <a:alpha val="90000"/>
            <a:hueOff val="8146444"/>
            <a:satOff val="-38434"/>
            <a:lumOff val="-1388"/>
            <a:alphaOff val="0"/>
          </a:schemeClr>
        </a:solidFill>
        <a:ln w="12700" cap="flat" cmpd="sng" algn="ctr">
          <a:solidFill>
            <a:schemeClr val="accent4">
              <a:tint val="40000"/>
              <a:alpha val="90000"/>
              <a:hueOff val="8146444"/>
              <a:satOff val="-38434"/>
              <a:lumOff val="-138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har char="••"/>
          </a:pPr>
          <a:r>
            <a:rPr lang="zh-CN" altLang="en-US" sz="2100" kern="1200" dirty="0" smtClean="0"/>
            <a:t>基于</a:t>
          </a:r>
          <a:r>
            <a:rPr lang="en-US" altLang="en-US" sz="2100" kern="1200" dirty="0" smtClean="0"/>
            <a:t>Multi Raft </a:t>
          </a:r>
          <a:r>
            <a:rPr lang="zh-CN" altLang="en-US" sz="2100" kern="1200" dirty="0" smtClean="0"/>
            <a:t>协议保障数据强一致性</a:t>
          </a:r>
          <a:endParaRPr lang="zh-CN" altLang="en-US" sz="2100" kern="1200" dirty="0"/>
        </a:p>
      </dsp:txBody>
      <dsp:txXfrm rot="-5400000">
        <a:off x="3936491" y="3260133"/>
        <a:ext cx="6959526" cy="715050"/>
      </dsp:txXfrm>
    </dsp:sp>
    <dsp:sp modelId="{1B5BC894-A629-448E-93CF-62B95CBDF5F4}">
      <dsp:nvSpPr>
        <dsp:cNvPr id="0" name=""/>
        <dsp:cNvSpPr/>
      </dsp:nvSpPr>
      <dsp:spPr>
        <a:xfrm>
          <a:off x="0" y="3122399"/>
          <a:ext cx="3936492" cy="990518"/>
        </a:xfrm>
        <a:prstGeom prst="roundRect">
          <a:avLst/>
        </a:prstGeom>
        <a:solidFill>
          <a:schemeClr val="accent4">
            <a:hueOff val="7350668"/>
            <a:satOff val="-30583"/>
            <a:lumOff val="72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89535" rIns="179070" bIns="89535" numCol="1" spcCol="1270" anchor="ctr" anchorCtr="0">
          <a:noAutofit/>
        </a:bodyPr>
        <a:lstStyle/>
        <a:p>
          <a:pPr lvl="0" algn="ctr" defTabSz="2089150">
            <a:lnSpc>
              <a:spcPct val="90000"/>
            </a:lnSpc>
            <a:spcBef>
              <a:spcPct val="0"/>
            </a:spcBef>
            <a:spcAft>
              <a:spcPct val="35000"/>
            </a:spcAft>
          </a:pPr>
          <a:r>
            <a:rPr lang="zh-CN" altLang="en-US" sz="4700" kern="1200" dirty="0" smtClean="0"/>
            <a:t>一致性</a:t>
          </a:r>
          <a:r>
            <a:rPr lang="en-US" altLang="zh-CN" sz="4700" kern="1200" dirty="0" smtClean="0"/>
            <a:t>:</a:t>
          </a:r>
          <a:endParaRPr lang="zh-CN" altLang="en-US" sz="4700" kern="1200" dirty="0"/>
        </a:p>
      </dsp:txBody>
      <dsp:txXfrm>
        <a:off x="48353" y="3170752"/>
        <a:ext cx="3839786" cy="893812"/>
      </dsp:txXfrm>
    </dsp:sp>
    <dsp:sp modelId="{3F17D5E7-C56D-44C7-B42A-566A6A7C72E1}">
      <dsp:nvSpPr>
        <dsp:cNvPr id="0" name=""/>
        <dsp:cNvSpPr/>
      </dsp:nvSpPr>
      <dsp:spPr>
        <a:xfrm rot="5400000">
          <a:off x="7039388" y="1158599"/>
          <a:ext cx="792414" cy="6998208"/>
        </a:xfrm>
        <a:prstGeom prst="round2SameRect">
          <a:avLst/>
        </a:prstGeom>
        <a:solidFill>
          <a:schemeClr val="accent4">
            <a:tint val="40000"/>
            <a:alpha val="90000"/>
            <a:hueOff val="10861925"/>
            <a:satOff val="-51245"/>
            <a:lumOff val="-1851"/>
            <a:alphaOff val="0"/>
          </a:schemeClr>
        </a:solidFill>
        <a:ln w="12700" cap="flat" cmpd="sng" algn="ctr">
          <a:solidFill>
            <a:schemeClr val="accent4">
              <a:tint val="40000"/>
              <a:alpha val="90000"/>
              <a:hueOff val="10861925"/>
              <a:satOff val="-51245"/>
              <a:lumOff val="-185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har char="••"/>
          </a:pPr>
          <a:r>
            <a:rPr lang="zh-CN" altLang="en-US" sz="2100" kern="1200" smtClean="0"/>
            <a:t>兼容</a:t>
          </a:r>
          <a:r>
            <a:rPr lang="en-US" altLang="en-US" sz="2100" kern="1200" dirty="0" smtClean="0"/>
            <a:t>MySQL</a:t>
          </a:r>
          <a:r>
            <a:rPr lang="zh-CN" altLang="en-US" sz="2100" kern="1200" dirty="0" smtClean="0"/>
            <a:t>常见语法，业务平滑迁移；在线</a:t>
          </a:r>
          <a:r>
            <a:rPr lang="en-US" altLang="en-US" sz="2100" kern="1200" dirty="0" smtClean="0"/>
            <a:t>schema</a:t>
          </a:r>
          <a:r>
            <a:rPr lang="zh-CN" altLang="en-US" sz="2100" kern="1200" dirty="0" smtClean="0"/>
            <a:t>变更，秒级动态增加列</a:t>
          </a:r>
          <a:endParaRPr lang="zh-CN" altLang="en-US" sz="2100" kern="1200" dirty="0"/>
        </a:p>
      </dsp:txBody>
      <dsp:txXfrm rot="-5400000">
        <a:off x="3936491" y="4300178"/>
        <a:ext cx="6959526" cy="715050"/>
      </dsp:txXfrm>
    </dsp:sp>
    <dsp:sp modelId="{FD769475-D005-4846-A9AF-A1E80232F062}">
      <dsp:nvSpPr>
        <dsp:cNvPr id="0" name=""/>
        <dsp:cNvSpPr/>
      </dsp:nvSpPr>
      <dsp:spPr>
        <a:xfrm>
          <a:off x="0" y="4162443"/>
          <a:ext cx="3936492" cy="990518"/>
        </a:xfrm>
        <a:prstGeom prst="roundRect">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89535" rIns="179070" bIns="89535" numCol="1" spcCol="1270" anchor="ctr" anchorCtr="0">
          <a:noAutofit/>
        </a:bodyPr>
        <a:lstStyle/>
        <a:p>
          <a:pPr lvl="0" algn="ctr" defTabSz="2089150">
            <a:lnSpc>
              <a:spcPct val="90000"/>
            </a:lnSpc>
            <a:spcBef>
              <a:spcPct val="0"/>
            </a:spcBef>
            <a:spcAft>
              <a:spcPct val="35000"/>
            </a:spcAft>
          </a:pPr>
          <a:r>
            <a:rPr lang="zh-CN" altLang="en-US" sz="4700" kern="1200" dirty="0" smtClean="0"/>
            <a:t>友好性</a:t>
          </a:r>
          <a:r>
            <a:rPr lang="en-US" altLang="zh-CN" sz="4700" kern="1200" dirty="0" smtClean="0"/>
            <a:t>:</a:t>
          </a:r>
          <a:endParaRPr lang="zh-CN" altLang="en-US" sz="4700" kern="1200" dirty="0"/>
        </a:p>
      </dsp:txBody>
      <dsp:txXfrm>
        <a:off x="48353" y="4210796"/>
        <a:ext cx="3839786" cy="89381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5872E1-0FA7-4740-B1CB-1A3D144A2613}">
      <dsp:nvSpPr>
        <dsp:cNvPr id="0" name=""/>
        <dsp:cNvSpPr/>
      </dsp:nvSpPr>
      <dsp:spPr>
        <a:xfrm>
          <a:off x="0" y="375814"/>
          <a:ext cx="10934700" cy="921375"/>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8654" tIns="312420" rIns="848654" bIns="106680" numCol="1" spcCol="1270" anchor="t" anchorCtr="0">
          <a:noAutofit/>
        </a:bodyPr>
        <a:lstStyle/>
        <a:p>
          <a:pPr marL="114300" lvl="1" indent="-114300" algn="l" defTabSz="666750" rtl="0">
            <a:lnSpc>
              <a:spcPct val="90000"/>
            </a:lnSpc>
            <a:spcBef>
              <a:spcPct val="0"/>
            </a:spcBef>
            <a:spcAft>
              <a:spcPct val="15000"/>
            </a:spcAft>
            <a:buChar char="••"/>
          </a:pPr>
          <a:r>
            <a:rPr lang="zh-CN" altLang="en-US" sz="1500" kern="1200" dirty="0" smtClean="0"/>
            <a:t>杨华丽：集群部署与运维，数据同步</a:t>
          </a:r>
          <a:endParaRPr lang="zh-CN" sz="1500" kern="1200" dirty="0"/>
        </a:p>
        <a:p>
          <a:pPr marL="114300" lvl="1" indent="-114300" algn="l" defTabSz="666750" rtl="0">
            <a:lnSpc>
              <a:spcPct val="90000"/>
            </a:lnSpc>
            <a:spcBef>
              <a:spcPct val="0"/>
            </a:spcBef>
            <a:spcAft>
              <a:spcPct val="15000"/>
            </a:spcAft>
            <a:buChar char="••"/>
          </a:pPr>
          <a:r>
            <a:rPr lang="zh-CN" altLang="en-US" sz="1500" kern="1200" dirty="0" smtClean="0"/>
            <a:t>段志军：业务测试与验证</a:t>
          </a:r>
          <a:endParaRPr lang="zh-CN" sz="1500" kern="1200" dirty="0"/>
        </a:p>
      </dsp:txBody>
      <dsp:txXfrm>
        <a:off x="0" y="375814"/>
        <a:ext cx="10934700" cy="921375"/>
      </dsp:txXfrm>
    </dsp:sp>
    <dsp:sp modelId="{E69D361A-9418-4125-9A7A-7D57BF3E0527}">
      <dsp:nvSpPr>
        <dsp:cNvPr id="0" name=""/>
        <dsp:cNvSpPr/>
      </dsp:nvSpPr>
      <dsp:spPr>
        <a:xfrm>
          <a:off x="546735" y="154414"/>
          <a:ext cx="7654290" cy="44280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314" tIns="0" rIns="289314" bIns="0" numCol="1" spcCol="1270" anchor="ctr" anchorCtr="0">
          <a:noAutofit/>
        </a:bodyPr>
        <a:lstStyle/>
        <a:p>
          <a:pPr lvl="0" algn="l" defTabSz="666750" rtl="0">
            <a:lnSpc>
              <a:spcPct val="90000"/>
            </a:lnSpc>
            <a:spcBef>
              <a:spcPct val="0"/>
            </a:spcBef>
            <a:spcAft>
              <a:spcPct val="35000"/>
            </a:spcAft>
          </a:pPr>
          <a:r>
            <a:rPr lang="zh-CN" sz="1500" kern="1200" smtClean="0"/>
            <a:t>第一个业务场景落地：替代支付订单</a:t>
          </a:r>
          <a:r>
            <a:rPr lang="en-US" sz="1500" kern="1200" dirty="0" err="1" smtClean="0"/>
            <a:t>tidb</a:t>
          </a:r>
          <a:r>
            <a:rPr lang="zh-CN" sz="1500" kern="1200" dirty="0" smtClean="0"/>
            <a:t>数据库，确保上线平稳运行</a:t>
          </a:r>
          <a:r>
            <a:rPr lang="zh-CN" altLang="en-US" sz="1500" kern="1200" dirty="0" smtClean="0"/>
            <a:t>：</a:t>
          </a:r>
          <a:r>
            <a:rPr lang="en-US" altLang="zh-CN" sz="1500" b="1" kern="1200" dirty="0" smtClean="0"/>
            <a:t>3</a:t>
          </a:r>
          <a:r>
            <a:rPr lang="zh-CN" altLang="en-US" sz="1500" b="1" kern="1200" dirty="0" smtClean="0"/>
            <a:t>月</a:t>
          </a:r>
          <a:r>
            <a:rPr lang="en-US" altLang="zh-CN" sz="1500" b="1" kern="1200" dirty="0" smtClean="0"/>
            <a:t>31</a:t>
          </a:r>
          <a:r>
            <a:rPr lang="zh-CN" altLang="en-US" sz="1500" b="1" kern="1200" dirty="0" smtClean="0"/>
            <a:t>号</a:t>
          </a:r>
          <a:endParaRPr lang="zh-CN" sz="1500" b="1" kern="1200" dirty="0"/>
        </a:p>
      </dsp:txBody>
      <dsp:txXfrm>
        <a:off x="568351" y="176030"/>
        <a:ext cx="7611058" cy="399568"/>
      </dsp:txXfrm>
    </dsp:sp>
    <dsp:sp modelId="{61F5CC4D-D9F6-4DFC-B9C6-8C612E2340F0}">
      <dsp:nvSpPr>
        <dsp:cNvPr id="0" name=""/>
        <dsp:cNvSpPr/>
      </dsp:nvSpPr>
      <dsp:spPr>
        <a:xfrm>
          <a:off x="0" y="1599589"/>
          <a:ext cx="10934700" cy="649687"/>
        </a:xfrm>
        <a:prstGeom prst="rect">
          <a:avLst/>
        </a:prstGeom>
        <a:solidFill>
          <a:schemeClr val="lt1">
            <a:alpha val="90000"/>
            <a:hueOff val="0"/>
            <a:satOff val="0"/>
            <a:lumOff val="0"/>
            <a:alphaOff val="0"/>
          </a:schemeClr>
        </a:solidFill>
        <a:ln w="12700" cap="flat" cmpd="sng" algn="ctr">
          <a:solidFill>
            <a:schemeClr val="accent5">
              <a:hueOff val="-2252848"/>
              <a:satOff val="-5806"/>
              <a:lumOff val="-392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8654" tIns="312420" rIns="848654" bIns="106680" numCol="1" spcCol="1270" anchor="t" anchorCtr="0">
          <a:noAutofit/>
        </a:bodyPr>
        <a:lstStyle/>
        <a:p>
          <a:pPr marL="114300" lvl="1" indent="-114300" algn="l" defTabSz="666750" rtl="0">
            <a:lnSpc>
              <a:spcPct val="90000"/>
            </a:lnSpc>
            <a:spcBef>
              <a:spcPct val="0"/>
            </a:spcBef>
            <a:spcAft>
              <a:spcPct val="15000"/>
            </a:spcAft>
            <a:buChar char="••"/>
          </a:pPr>
          <a:r>
            <a:rPr lang="zh-CN" altLang="en-US" sz="1500" kern="1200" dirty="0" smtClean="0"/>
            <a:t>唐丽敏：基准测试，高可用，运维性，稳定性</a:t>
          </a:r>
          <a:endParaRPr lang="zh-CN" sz="1500" kern="1200" dirty="0"/>
        </a:p>
      </dsp:txBody>
      <dsp:txXfrm>
        <a:off x="0" y="1599589"/>
        <a:ext cx="10934700" cy="649687"/>
      </dsp:txXfrm>
    </dsp:sp>
    <dsp:sp modelId="{16E09F2F-DA07-4F33-B014-98725B9FBCA0}">
      <dsp:nvSpPr>
        <dsp:cNvPr id="0" name=""/>
        <dsp:cNvSpPr/>
      </dsp:nvSpPr>
      <dsp:spPr>
        <a:xfrm>
          <a:off x="546735" y="1378189"/>
          <a:ext cx="7654290" cy="442800"/>
        </a:xfrm>
        <a:prstGeom prst="round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314" tIns="0" rIns="289314" bIns="0" numCol="1" spcCol="1270" anchor="ctr" anchorCtr="0">
          <a:noAutofit/>
        </a:bodyPr>
        <a:lstStyle/>
        <a:p>
          <a:pPr lvl="0" algn="l" defTabSz="666750" rtl="0">
            <a:lnSpc>
              <a:spcPct val="90000"/>
            </a:lnSpc>
            <a:spcBef>
              <a:spcPct val="0"/>
            </a:spcBef>
            <a:spcAft>
              <a:spcPct val="35000"/>
            </a:spcAft>
          </a:pPr>
          <a:r>
            <a:rPr lang="zh-CN" sz="1500" kern="1200" smtClean="0"/>
            <a:t>交付性能基准和稳定性测试报告</a:t>
          </a:r>
          <a:r>
            <a:rPr lang="zh-CN" altLang="en-US" sz="1500" kern="1200" smtClean="0"/>
            <a:t>：</a:t>
          </a:r>
          <a:r>
            <a:rPr lang="en-US" altLang="zh-CN" sz="1500" b="1" kern="1200" smtClean="0"/>
            <a:t>4</a:t>
          </a:r>
          <a:r>
            <a:rPr lang="zh-CN" altLang="en-US" sz="1500" b="1" kern="1200" smtClean="0"/>
            <a:t>月</a:t>
          </a:r>
          <a:r>
            <a:rPr lang="en-US" altLang="zh-CN" sz="1500" b="1" kern="1200" smtClean="0"/>
            <a:t>30</a:t>
          </a:r>
          <a:r>
            <a:rPr lang="zh-CN" altLang="en-US" sz="1500" b="1" kern="1200" smtClean="0"/>
            <a:t>号</a:t>
          </a:r>
          <a:endParaRPr lang="zh-CN" sz="1500" b="1" kern="1200" dirty="0"/>
        </a:p>
      </dsp:txBody>
      <dsp:txXfrm>
        <a:off x="568351" y="1399805"/>
        <a:ext cx="7611058" cy="399568"/>
      </dsp:txXfrm>
    </dsp:sp>
    <dsp:sp modelId="{1C1F08E4-8611-4A56-9BB8-31AF19E11C06}">
      <dsp:nvSpPr>
        <dsp:cNvPr id="0" name=""/>
        <dsp:cNvSpPr/>
      </dsp:nvSpPr>
      <dsp:spPr>
        <a:xfrm>
          <a:off x="0" y="2551677"/>
          <a:ext cx="10934700" cy="1441125"/>
        </a:xfrm>
        <a:prstGeom prst="rect">
          <a:avLst/>
        </a:prstGeom>
        <a:solidFill>
          <a:schemeClr val="lt1">
            <a:alpha val="90000"/>
            <a:hueOff val="0"/>
            <a:satOff val="0"/>
            <a:lumOff val="0"/>
            <a:alphaOff val="0"/>
          </a:schemeClr>
        </a:solidFill>
        <a:ln w="12700" cap="flat" cmpd="sng" algn="ctr">
          <a:solidFill>
            <a:schemeClr val="accent5">
              <a:hueOff val="-4505695"/>
              <a:satOff val="-11613"/>
              <a:lumOff val="-784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8654" tIns="312420" rIns="848654" bIns="106680" numCol="1" spcCol="1270" anchor="t" anchorCtr="0">
          <a:noAutofit/>
        </a:bodyPr>
        <a:lstStyle/>
        <a:p>
          <a:pPr marL="114300" lvl="1" indent="-114300" algn="l" defTabSz="666750" rtl="0">
            <a:lnSpc>
              <a:spcPct val="90000"/>
            </a:lnSpc>
            <a:spcBef>
              <a:spcPct val="0"/>
            </a:spcBef>
            <a:spcAft>
              <a:spcPct val="15000"/>
            </a:spcAft>
            <a:buChar char="••"/>
          </a:pPr>
          <a:r>
            <a:rPr lang="zh-CN" altLang="en-US" sz="1500" b="0" kern="1200" smtClean="0"/>
            <a:t>吕鑫：监控与数据导入导出工具：</a:t>
          </a:r>
          <a:r>
            <a:rPr lang="en-US" altLang="zh-CN" sz="1500" b="0" kern="1200" smtClean="0"/>
            <a:t>4</a:t>
          </a:r>
          <a:r>
            <a:rPr lang="zh-CN" altLang="en-US" sz="1500" b="0" kern="1200" smtClean="0"/>
            <a:t>月</a:t>
          </a:r>
          <a:r>
            <a:rPr lang="en-US" altLang="zh-CN" sz="1500" b="0" kern="1200" smtClean="0"/>
            <a:t>15</a:t>
          </a:r>
          <a:r>
            <a:rPr lang="zh-CN" altLang="en-US" sz="1500" b="0" kern="1200" smtClean="0"/>
            <a:t>号</a:t>
          </a:r>
          <a:endParaRPr lang="zh-CN" sz="1500" b="0" kern="1200" dirty="0"/>
        </a:p>
        <a:p>
          <a:pPr marL="114300" lvl="1" indent="-114300" algn="l" defTabSz="666750" rtl="0">
            <a:lnSpc>
              <a:spcPct val="90000"/>
            </a:lnSpc>
            <a:spcBef>
              <a:spcPct val="0"/>
            </a:spcBef>
            <a:spcAft>
              <a:spcPct val="15000"/>
            </a:spcAft>
            <a:buChar char="••"/>
          </a:pPr>
          <a:r>
            <a:rPr lang="zh-CN" altLang="en-US" sz="1500" b="0" kern="1200" smtClean="0"/>
            <a:t>刘勇：</a:t>
          </a:r>
          <a:r>
            <a:rPr lang="en-US" altLang="zh-CN" sz="1500" b="0" kern="1200" smtClean="0"/>
            <a:t>sst</a:t>
          </a:r>
          <a:r>
            <a:rPr lang="zh-CN" altLang="en-US" sz="1500" b="0" kern="1200" smtClean="0"/>
            <a:t>远程备份与还原工具：</a:t>
          </a:r>
          <a:r>
            <a:rPr lang="en-US" altLang="zh-CN" sz="1500" b="0" kern="1200" smtClean="0"/>
            <a:t>3</a:t>
          </a:r>
          <a:r>
            <a:rPr lang="zh-CN" altLang="en-US" sz="1500" b="0" kern="1200" smtClean="0"/>
            <a:t>月</a:t>
          </a:r>
          <a:r>
            <a:rPr lang="en-US" altLang="zh-CN" sz="1500" b="0" kern="1200" smtClean="0"/>
            <a:t>20</a:t>
          </a:r>
          <a:r>
            <a:rPr lang="zh-CN" altLang="en-US" sz="1500" b="0" kern="1200" smtClean="0"/>
            <a:t>号</a:t>
          </a:r>
          <a:endParaRPr lang="zh-CN" sz="1500" b="0" kern="1200" dirty="0"/>
        </a:p>
        <a:p>
          <a:pPr marL="114300" lvl="1" indent="-114300" algn="l" defTabSz="666750" rtl="0">
            <a:lnSpc>
              <a:spcPct val="90000"/>
            </a:lnSpc>
            <a:spcBef>
              <a:spcPct val="0"/>
            </a:spcBef>
            <a:spcAft>
              <a:spcPct val="15000"/>
            </a:spcAft>
            <a:buChar char="••"/>
          </a:pPr>
          <a:r>
            <a:rPr lang="zh-CN" altLang="en-US" sz="1500" b="0" kern="1200" smtClean="0"/>
            <a:t>杨华丽：数据同步检测与校验工具：</a:t>
          </a:r>
          <a:r>
            <a:rPr lang="en-US" altLang="zh-CN" sz="1500" b="0" kern="1200" smtClean="0"/>
            <a:t>3</a:t>
          </a:r>
          <a:r>
            <a:rPr lang="zh-CN" altLang="en-US" sz="1500" b="0" kern="1200" smtClean="0"/>
            <a:t>月</a:t>
          </a:r>
          <a:r>
            <a:rPr lang="en-US" altLang="zh-CN" sz="1500" b="0" kern="1200" smtClean="0"/>
            <a:t>20</a:t>
          </a:r>
          <a:r>
            <a:rPr lang="zh-CN" altLang="en-US" sz="1500" b="0" kern="1200" smtClean="0"/>
            <a:t>号</a:t>
          </a:r>
          <a:endParaRPr lang="zh-CN" sz="1500" b="0" kern="1200" dirty="0"/>
        </a:p>
        <a:p>
          <a:pPr marL="114300" lvl="1" indent="-114300" algn="l" defTabSz="666750" rtl="0">
            <a:lnSpc>
              <a:spcPct val="90000"/>
            </a:lnSpc>
            <a:spcBef>
              <a:spcPct val="0"/>
            </a:spcBef>
            <a:spcAft>
              <a:spcPct val="15000"/>
            </a:spcAft>
            <a:buChar char="••"/>
          </a:pPr>
          <a:r>
            <a:rPr lang="zh-CN" altLang="en-US" sz="1500" b="0" kern="1200" smtClean="0"/>
            <a:t>王勇：</a:t>
          </a:r>
          <a:r>
            <a:rPr lang="en-US" altLang="zh-CN" sz="1500" b="0" kern="1200" smtClean="0"/>
            <a:t>DCDB</a:t>
          </a:r>
          <a:r>
            <a:rPr lang="zh-CN" altLang="en-US" sz="1500" b="0" kern="1200" smtClean="0"/>
            <a:t>代码开发，成熟度评估报告：</a:t>
          </a:r>
          <a:r>
            <a:rPr lang="en-US" altLang="zh-CN" sz="1500" b="0" kern="1200" smtClean="0"/>
            <a:t>4</a:t>
          </a:r>
          <a:r>
            <a:rPr lang="zh-CN" altLang="en-US" sz="1500" b="0" kern="1200" smtClean="0"/>
            <a:t>月</a:t>
          </a:r>
          <a:r>
            <a:rPr lang="en-US" altLang="zh-CN" sz="1500" b="0" kern="1200" smtClean="0"/>
            <a:t>15</a:t>
          </a:r>
          <a:r>
            <a:rPr lang="zh-CN" altLang="en-US" sz="1500" b="0" kern="1200" smtClean="0"/>
            <a:t>号</a:t>
          </a:r>
          <a:endParaRPr lang="zh-CN" sz="1500" b="0" kern="1200" dirty="0"/>
        </a:p>
      </dsp:txBody>
      <dsp:txXfrm>
        <a:off x="0" y="2551677"/>
        <a:ext cx="10934700" cy="1441125"/>
      </dsp:txXfrm>
    </dsp:sp>
    <dsp:sp modelId="{6505D7A1-59E6-4BFA-ABA5-70011C8108ED}">
      <dsp:nvSpPr>
        <dsp:cNvPr id="0" name=""/>
        <dsp:cNvSpPr/>
      </dsp:nvSpPr>
      <dsp:spPr>
        <a:xfrm>
          <a:off x="546735" y="2330277"/>
          <a:ext cx="7654290" cy="442800"/>
        </a:xfrm>
        <a:prstGeom prst="round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314" tIns="0" rIns="289314" bIns="0" numCol="1" spcCol="1270" anchor="ctr" anchorCtr="0">
          <a:noAutofit/>
        </a:bodyPr>
        <a:lstStyle/>
        <a:p>
          <a:pPr lvl="0" algn="l" defTabSz="666750" rtl="0">
            <a:lnSpc>
              <a:spcPct val="90000"/>
            </a:lnSpc>
            <a:spcBef>
              <a:spcPct val="0"/>
            </a:spcBef>
            <a:spcAft>
              <a:spcPct val="35000"/>
            </a:spcAft>
          </a:pPr>
          <a:r>
            <a:rPr lang="zh-CN" sz="1500" kern="1200" smtClean="0"/>
            <a:t>完善监控和配套工具，依据</a:t>
          </a:r>
          <a:r>
            <a:rPr lang="en-US" sz="1500" kern="1200" smtClean="0"/>
            <a:t>DBA</a:t>
          </a:r>
          <a:r>
            <a:rPr lang="zh-CN" sz="1500" kern="1200" smtClean="0"/>
            <a:t>规范交付成熟度评估文档</a:t>
          </a:r>
          <a:r>
            <a:rPr lang="zh-CN" altLang="en-US" sz="1500" kern="1200" smtClean="0"/>
            <a:t>：</a:t>
          </a:r>
          <a:r>
            <a:rPr lang="en-US" altLang="zh-CN" sz="1500" b="1" kern="1200" smtClean="0"/>
            <a:t>4</a:t>
          </a:r>
          <a:r>
            <a:rPr lang="zh-CN" altLang="en-US" sz="1500" b="1" kern="1200" smtClean="0"/>
            <a:t>月</a:t>
          </a:r>
          <a:r>
            <a:rPr lang="en-US" altLang="zh-CN" sz="1500" b="1" kern="1200" smtClean="0"/>
            <a:t>15</a:t>
          </a:r>
          <a:r>
            <a:rPr lang="zh-CN" altLang="en-US" sz="1500" b="1" kern="1200" smtClean="0"/>
            <a:t>号</a:t>
          </a:r>
          <a:endParaRPr lang="zh-CN" sz="1500" b="1" kern="1200" dirty="0"/>
        </a:p>
      </dsp:txBody>
      <dsp:txXfrm>
        <a:off x="568351" y="2351893"/>
        <a:ext cx="7611058" cy="399568"/>
      </dsp:txXfrm>
    </dsp:sp>
    <dsp:sp modelId="{03E32559-8ED7-46B3-8EEB-8748DCBE3251}">
      <dsp:nvSpPr>
        <dsp:cNvPr id="0" name=""/>
        <dsp:cNvSpPr/>
      </dsp:nvSpPr>
      <dsp:spPr>
        <a:xfrm>
          <a:off x="0" y="4295202"/>
          <a:ext cx="10934700" cy="649687"/>
        </a:xfrm>
        <a:prstGeom prst="rect">
          <a:avLst/>
        </a:prstGeom>
        <a:solidFill>
          <a:schemeClr val="lt1">
            <a:alpha val="90000"/>
            <a:hueOff val="0"/>
            <a:satOff val="0"/>
            <a:lumOff val="0"/>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8654" tIns="312420" rIns="848654" bIns="106680" numCol="1" spcCol="1270" anchor="t" anchorCtr="0">
          <a:noAutofit/>
        </a:bodyPr>
        <a:lstStyle/>
        <a:p>
          <a:pPr marL="114300" lvl="1" indent="-114300" algn="l" defTabSz="666750" rtl="0">
            <a:lnSpc>
              <a:spcPct val="90000"/>
            </a:lnSpc>
            <a:spcBef>
              <a:spcPct val="0"/>
            </a:spcBef>
            <a:spcAft>
              <a:spcPct val="15000"/>
            </a:spcAft>
            <a:buChar char="••"/>
          </a:pPr>
          <a:r>
            <a:rPr lang="zh-CN" altLang="en-US" sz="1500" b="0" kern="1200" smtClean="0"/>
            <a:t>段志军：针对支付订单库主库场景进行可行测试并出具报告</a:t>
          </a:r>
          <a:endParaRPr lang="en-US" altLang="zh-CN" sz="1500" b="0" kern="1200" dirty="0" smtClean="0"/>
        </a:p>
      </dsp:txBody>
      <dsp:txXfrm>
        <a:off x="0" y="4295202"/>
        <a:ext cx="10934700" cy="649687"/>
      </dsp:txXfrm>
    </dsp:sp>
    <dsp:sp modelId="{6ADD0ACC-8F51-4FC6-B7DA-D8852E174FC2}">
      <dsp:nvSpPr>
        <dsp:cNvPr id="0" name=""/>
        <dsp:cNvSpPr/>
      </dsp:nvSpPr>
      <dsp:spPr>
        <a:xfrm>
          <a:off x="546735" y="4073802"/>
          <a:ext cx="7654290" cy="44280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314" tIns="0" rIns="289314" bIns="0" numCol="1" spcCol="1270" anchor="ctr" anchorCtr="0">
          <a:noAutofit/>
        </a:bodyPr>
        <a:lstStyle/>
        <a:p>
          <a:pPr lvl="0" algn="l" defTabSz="666750" rtl="0">
            <a:lnSpc>
              <a:spcPct val="90000"/>
            </a:lnSpc>
            <a:spcBef>
              <a:spcPct val="0"/>
            </a:spcBef>
            <a:spcAft>
              <a:spcPct val="35000"/>
            </a:spcAft>
          </a:pPr>
          <a:r>
            <a:rPr lang="zh-CN" sz="1500" kern="1200" smtClean="0"/>
            <a:t>完成一个在线核心业务数据库场景落地可行性测试报告</a:t>
          </a:r>
          <a:r>
            <a:rPr lang="zh-CN" altLang="en-US" sz="1500" kern="1200" smtClean="0"/>
            <a:t>：</a:t>
          </a:r>
          <a:r>
            <a:rPr lang="en-US" altLang="zh-CN" sz="1500" b="1" kern="1200" smtClean="0"/>
            <a:t>4</a:t>
          </a:r>
          <a:r>
            <a:rPr lang="zh-CN" altLang="en-US" sz="1500" b="1" kern="1200" smtClean="0"/>
            <a:t>月</a:t>
          </a:r>
          <a:r>
            <a:rPr lang="en-US" altLang="zh-CN" sz="1500" b="1" kern="1200" smtClean="0"/>
            <a:t>30</a:t>
          </a:r>
          <a:r>
            <a:rPr lang="zh-CN" altLang="en-US" sz="1500" b="1" kern="1200" smtClean="0"/>
            <a:t>号</a:t>
          </a:r>
          <a:endParaRPr lang="zh-CN" sz="1500" b="1" kern="1200" dirty="0"/>
        </a:p>
      </dsp:txBody>
      <dsp:txXfrm>
        <a:off x="568351" y="4095418"/>
        <a:ext cx="7611058" cy="39956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193F50-C720-497E-870B-D8F469BFA2F5}">
      <dsp:nvSpPr>
        <dsp:cNvPr id="0" name=""/>
        <dsp:cNvSpPr/>
      </dsp:nvSpPr>
      <dsp:spPr>
        <a:xfrm>
          <a:off x="5954749" y="3684693"/>
          <a:ext cx="2676821" cy="173397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14300" lvl="1" indent="-114300" algn="l" defTabSz="622300">
            <a:lnSpc>
              <a:spcPct val="90000"/>
            </a:lnSpc>
            <a:spcBef>
              <a:spcPct val="0"/>
            </a:spcBef>
            <a:spcAft>
              <a:spcPct val="15000"/>
            </a:spcAft>
            <a:buChar char="••"/>
          </a:pPr>
          <a:r>
            <a:rPr lang="zh-CN" altLang="en-US" sz="1400" kern="1200" dirty="0" smtClean="0"/>
            <a:t>部署：</a:t>
          </a:r>
          <a:r>
            <a:rPr lang="en-US" altLang="zh-CN" sz="1400" kern="1200" dirty="0" smtClean="0"/>
            <a:t>Double Check</a:t>
          </a:r>
          <a:endParaRPr lang="zh-CN" altLang="en-US" sz="1400" kern="1200" dirty="0"/>
        </a:p>
        <a:p>
          <a:pPr marL="114300" lvl="1" indent="-114300" algn="l" defTabSz="622300">
            <a:lnSpc>
              <a:spcPct val="90000"/>
            </a:lnSpc>
            <a:spcBef>
              <a:spcPct val="0"/>
            </a:spcBef>
            <a:spcAft>
              <a:spcPct val="15000"/>
            </a:spcAft>
            <a:buChar char="••"/>
          </a:pPr>
          <a:r>
            <a:rPr lang="zh-CN" altLang="en-US" sz="1400" kern="1200" dirty="0" smtClean="0"/>
            <a:t>监控：</a:t>
          </a:r>
          <a:r>
            <a:rPr lang="en-US" altLang="zh-CN" sz="1400" kern="1200" dirty="0" smtClean="0"/>
            <a:t>Prometheus</a:t>
          </a:r>
          <a:endParaRPr lang="zh-CN" altLang="en-US" sz="1400" kern="1200" dirty="0"/>
        </a:p>
        <a:p>
          <a:pPr marL="114300" lvl="1" indent="-114300" algn="l" defTabSz="622300">
            <a:lnSpc>
              <a:spcPct val="90000"/>
            </a:lnSpc>
            <a:spcBef>
              <a:spcPct val="0"/>
            </a:spcBef>
            <a:spcAft>
              <a:spcPct val="15000"/>
            </a:spcAft>
            <a:buChar char="••"/>
          </a:pPr>
          <a:r>
            <a:rPr lang="zh-CN" altLang="en-US" sz="1400" kern="1200" dirty="0" smtClean="0"/>
            <a:t>值班制度</a:t>
          </a:r>
          <a:endParaRPr lang="zh-CN" altLang="en-US" sz="1400" kern="1200" dirty="0"/>
        </a:p>
        <a:p>
          <a:pPr marL="114300" lvl="1" indent="-114300" algn="l" defTabSz="622300">
            <a:lnSpc>
              <a:spcPct val="90000"/>
            </a:lnSpc>
            <a:spcBef>
              <a:spcPct val="0"/>
            </a:spcBef>
            <a:spcAft>
              <a:spcPct val="15000"/>
            </a:spcAft>
            <a:buChar char="••"/>
          </a:pPr>
          <a:r>
            <a:rPr lang="zh-CN" altLang="en-US" sz="1400" kern="1200" dirty="0" smtClean="0"/>
            <a:t>应急预案</a:t>
          </a:r>
          <a:endParaRPr lang="zh-CN" altLang="en-US" sz="1400" kern="1200" dirty="0"/>
        </a:p>
      </dsp:txBody>
      <dsp:txXfrm>
        <a:off x="6795886" y="4156276"/>
        <a:ext cx="1797595" cy="1224300"/>
      </dsp:txXfrm>
    </dsp:sp>
    <dsp:sp modelId="{13C70641-5340-4E47-B74C-7C8EBF943787}">
      <dsp:nvSpPr>
        <dsp:cNvPr id="0" name=""/>
        <dsp:cNvSpPr/>
      </dsp:nvSpPr>
      <dsp:spPr>
        <a:xfrm>
          <a:off x="1587304" y="3684693"/>
          <a:ext cx="2676821" cy="173397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14300" lvl="1" indent="-114300" algn="l" defTabSz="622300">
            <a:lnSpc>
              <a:spcPct val="90000"/>
            </a:lnSpc>
            <a:spcBef>
              <a:spcPct val="0"/>
            </a:spcBef>
            <a:spcAft>
              <a:spcPct val="15000"/>
            </a:spcAft>
            <a:buChar char="••"/>
          </a:pPr>
          <a:r>
            <a:rPr lang="zh-CN" altLang="en-US" sz="1400" kern="1200" dirty="0" smtClean="0"/>
            <a:t>上线自动化</a:t>
          </a:r>
          <a:endParaRPr lang="zh-CN" altLang="en-US" sz="1400" kern="1200" dirty="0"/>
        </a:p>
        <a:p>
          <a:pPr marL="114300" lvl="1" indent="-114300" algn="l" defTabSz="622300">
            <a:lnSpc>
              <a:spcPct val="90000"/>
            </a:lnSpc>
            <a:spcBef>
              <a:spcPct val="0"/>
            </a:spcBef>
            <a:spcAft>
              <a:spcPct val="15000"/>
            </a:spcAft>
            <a:buChar char="••"/>
          </a:pPr>
          <a:r>
            <a:rPr lang="zh-CN" altLang="en-US" sz="1400" kern="1200" dirty="0" smtClean="0"/>
            <a:t>监控可视化</a:t>
          </a:r>
          <a:endParaRPr lang="zh-CN" altLang="en-US" sz="1400" kern="1200" dirty="0"/>
        </a:p>
        <a:p>
          <a:pPr marL="114300" lvl="1" indent="-114300" algn="l" defTabSz="622300">
            <a:lnSpc>
              <a:spcPct val="90000"/>
            </a:lnSpc>
            <a:spcBef>
              <a:spcPct val="0"/>
            </a:spcBef>
            <a:spcAft>
              <a:spcPct val="15000"/>
            </a:spcAft>
            <a:buChar char="••"/>
          </a:pPr>
          <a:r>
            <a:rPr lang="zh-CN" altLang="en-US" sz="1400" kern="1200" dirty="0" smtClean="0"/>
            <a:t>运维工具化</a:t>
          </a:r>
          <a:endParaRPr lang="zh-CN" altLang="en-US" sz="1400" kern="1200" dirty="0"/>
        </a:p>
      </dsp:txBody>
      <dsp:txXfrm>
        <a:off x="1625394" y="4156276"/>
        <a:ext cx="1797595" cy="1224300"/>
      </dsp:txXfrm>
    </dsp:sp>
    <dsp:sp modelId="{F1E49F11-3048-4795-87E4-45782A9301D1}">
      <dsp:nvSpPr>
        <dsp:cNvPr id="0" name=""/>
        <dsp:cNvSpPr/>
      </dsp:nvSpPr>
      <dsp:spPr>
        <a:xfrm>
          <a:off x="5804472" y="0"/>
          <a:ext cx="2977375" cy="173397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14300" lvl="1" indent="-114300" algn="l" defTabSz="622300">
            <a:lnSpc>
              <a:spcPct val="90000"/>
            </a:lnSpc>
            <a:spcBef>
              <a:spcPct val="0"/>
            </a:spcBef>
            <a:spcAft>
              <a:spcPct val="15000"/>
            </a:spcAft>
            <a:buChar char="••"/>
          </a:pPr>
          <a:r>
            <a:rPr lang="zh-CN" altLang="en-US" sz="1400" kern="1200" dirty="0" smtClean="0"/>
            <a:t>热备：</a:t>
          </a:r>
          <a:r>
            <a:rPr lang="en-US" altLang="zh-CN" sz="1400" kern="1200" dirty="0" err="1" smtClean="0"/>
            <a:t>SstBackup</a:t>
          </a:r>
          <a:endParaRPr lang="zh-CN" altLang="en-US" sz="1400" kern="1200" dirty="0"/>
        </a:p>
        <a:p>
          <a:pPr marL="114300" lvl="1" indent="-114300" algn="l" defTabSz="622300">
            <a:lnSpc>
              <a:spcPct val="90000"/>
            </a:lnSpc>
            <a:spcBef>
              <a:spcPct val="0"/>
            </a:spcBef>
            <a:spcAft>
              <a:spcPct val="15000"/>
            </a:spcAft>
            <a:buChar char="••"/>
          </a:pPr>
          <a:r>
            <a:rPr lang="zh-CN" altLang="en-US" sz="1400" kern="1200" dirty="0" smtClean="0"/>
            <a:t>冷备：</a:t>
          </a:r>
          <a:r>
            <a:rPr lang="en-US" altLang="zh-CN" sz="1400" kern="1200" dirty="0" err="1" smtClean="0"/>
            <a:t>BaikalDumper</a:t>
          </a:r>
          <a:endParaRPr lang="zh-CN" altLang="en-US" sz="1400" kern="1200" dirty="0"/>
        </a:p>
      </dsp:txBody>
      <dsp:txXfrm>
        <a:off x="6735775" y="38090"/>
        <a:ext cx="2007982" cy="1224300"/>
      </dsp:txXfrm>
    </dsp:sp>
    <dsp:sp modelId="{5BD8F026-7E15-418A-92AC-3B73607004D7}">
      <dsp:nvSpPr>
        <dsp:cNvPr id="0" name=""/>
        <dsp:cNvSpPr/>
      </dsp:nvSpPr>
      <dsp:spPr>
        <a:xfrm>
          <a:off x="1587304" y="0"/>
          <a:ext cx="2676821" cy="173397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14300" lvl="1" indent="-114300" algn="l" defTabSz="622300">
            <a:lnSpc>
              <a:spcPct val="90000"/>
            </a:lnSpc>
            <a:spcBef>
              <a:spcPct val="0"/>
            </a:spcBef>
            <a:spcAft>
              <a:spcPct val="15000"/>
            </a:spcAft>
            <a:buChar char="••"/>
          </a:pPr>
          <a:r>
            <a:rPr lang="zh-CN" altLang="en-US" sz="1400" kern="1200" dirty="0" smtClean="0"/>
            <a:t>监控报警</a:t>
          </a:r>
          <a:endParaRPr lang="zh-CN" altLang="en-US" sz="1400" kern="1200" dirty="0"/>
        </a:p>
        <a:p>
          <a:pPr marL="114300" lvl="1" indent="-114300" algn="l" defTabSz="622300">
            <a:lnSpc>
              <a:spcPct val="90000"/>
            </a:lnSpc>
            <a:spcBef>
              <a:spcPct val="0"/>
            </a:spcBef>
            <a:spcAft>
              <a:spcPct val="15000"/>
            </a:spcAft>
            <a:buChar char="••"/>
          </a:pPr>
          <a:r>
            <a:rPr lang="zh-CN" altLang="en-US" sz="1400" kern="1200" dirty="0" smtClean="0"/>
            <a:t>守护进程</a:t>
          </a:r>
          <a:endParaRPr lang="zh-CN" altLang="en-US" sz="1400" kern="1200" dirty="0"/>
        </a:p>
        <a:p>
          <a:pPr marL="114300" lvl="1" indent="-114300" algn="l" defTabSz="622300">
            <a:lnSpc>
              <a:spcPct val="90000"/>
            </a:lnSpc>
            <a:spcBef>
              <a:spcPct val="0"/>
            </a:spcBef>
            <a:spcAft>
              <a:spcPct val="15000"/>
            </a:spcAft>
            <a:buChar char="••"/>
          </a:pPr>
          <a:r>
            <a:rPr lang="zh-CN" altLang="en-US" sz="1400" kern="1200" dirty="0" smtClean="0"/>
            <a:t>虚拟</a:t>
          </a:r>
          <a:r>
            <a:rPr lang="en-US" altLang="zh-CN" sz="1400" kern="1200" dirty="0" smtClean="0"/>
            <a:t>IP</a:t>
          </a:r>
          <a:endParaRPr lang="zh-CN" altLang="en-US" sz="1400" kern="1200" dirty="0"/>
        </a:p>
      </dsp:txBody>
      <dsp:txXfrm>
        <a:off x="1625394" y="38090"/>
        <a:ext cx="1797595" cy="1224300"/>
      </dsp:txXfrm>
    </dsp:sp>
    <dsp:sp modelId="{12ED3000-2CCF-429F-A599-7D429292F108}">
      <dsp:nvSpPr>
        <dsp:cNvPr id="0" name=""/>
        <dsp:cNvSpPr/>
      </dsp:nvSpPr>
      <dsp:spPr>
        <a:xfrm>
          <a:off x="2784106" y="308864"/>
          <a:ext cx="2346282" cy="2346282"/>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3144" tIns="263144" rIns="263144" bIns="263144" numCol="1" spcCol="1270" anchor="ctr" anchorCtr="0">
          <a:noAutofit/>
        </a:bodyPr>
        <a:lstStyle/>
        <a:p>
          <a:pPr lvl="0" algn="ctr" defTabSz="1644650">
            <a:lnSpc>
              <a:spcPct val="90000"/>
            </a:lnSpc>
            <a:spcBef>
              <a:spcPct val="0"/>
            </a:spcBef>
            <a:spcAft>
              <a:spcPct val="35000"/>
            </a:spcAft>
          </a:pPr>
          <a:r>
            <a:rPr lang="zh-CN" altLang="en-US" sz="3700" kern="1200" dirty="0" smtClean="0"/>
            <a:t>可用性</a:t>
          </a:r>
          <a:endParaRPr lang="zh-CN" altLang="en-US" sz="3700" kern="1200" dirty="0"/>
        </a:p>
      </dsp:txBody>
      <dsp:txXfrm>
        <a:off x="3471316" y="996074"/>
        <a:ext cx="1659072" cy="1659072"/>
      </dsp:txXfrm>
    </dsp:sp>
    <dsp:sp modelId="{316AE4E1-9C39-41CC-ACD2-7BD0C51ADB82}">
      <dsp:nvSpPr>
        <dsp:cNvPr id="0" name=""/>
        <dsp:cNvSpPr/>
      </dsp:nvSpPr>
      <dsp:spPr>
        <a:xfrm rot="5400000">
          <a:off x="5238762" y="308864"/>
          <a:ext cx="2346282" cy="2346282"/>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3144" tIns="263144" rIns="263144" bIns="263144" numCol="1" spcCol="1270" anchor="ctr" anchorCtr="0">
          <a:noAutofit/>
        </a:bodyPr>
        <a:lstStyle/>
        <a:p>
          <a:pPr lvl="0" algn="ctr" defTabSz="1644650">
            <a:lnSpc>
              <a:spcPct val="90000"/>
            </a:lnSpc>
            <a:spcBef>
              <a:spcPct val="0"/>
            </a:spcBef>
            <a:spcAft>
              <a:spcPct val="35000"/>
            </a:spcAft>
          </a:pPr>
          <a:r>
            <a:rPr lang="zh-CN" altLang="en-US" sz="3700" kern="1200" dirty="0" smtClean="0"/>
            <a:t>数据安全</a:t>
          </a:r>
          <a:endParaRPr lang="zh-CN" altLang="en-US" sz="3700" kern="1200" dirty="0"/>
        </a:p>
      </dsp:txBody>
      <dsp:txXfrm rot="-5400000">
        <a:off x="5238762" y="996074"/>
        <a:ext cx="1659072" cy="1659072"/>
      </dsp:txXfrm>
    </dsp:sp>
    <dsp:sp modelId="{093C7D24-9F4D-458F-9B24-E13D399B0A49}">
      <dsp:nvSpPr>
        <dsp:cNvPr id="0" name=""/>
        <dsp:cNvSpPr/>
      </dsp:nvSpPr>
      <dsp:spPr>
        <a:xfrm rot="10800000">
          <a:off x="5238762" y="2763520"/>
          <a:ext cx="2346282" cy="2346282"/>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3144" tIns="263144" rIns="263144" bIns="263144" numCol="1" spcCol="1270" anchor="ctr" anchorCtr="0">
          <a:noAutofit/>
        </a:bodyPr>
        <a:lstStyle/>
        <a:p>
          <a:pPr lvl="0" algn="ctr" defTabSz="1644650">
            <a:lnSpc>
              <a:spcPct val="90000"/>
            </a:lnSpc>
            <a:spcBef>
              <a:spcPct val="0"/>
            </a:spcBef>
            <a:spcAft>
              <a:spcPct val="35000"/>
            </a:spcAft>
          </a:pPr>
          <a:r>
            <a:rPr lang="zh-CN" altLang="en-US" sz="3700" kern="1200" dirty="0" smtClean="0"/>
            <a:t>流程规范</a:t>
          </a:r>
          <a:endParaRPr lang="zh-CN" altLang="en-US" sz="3700" kern="1200" dirty="0"/>
        </a:p>
      </dsp:txBody>
      <dsp:txXfrm rot="10800000">
        <a:off x="5238762" y="2763520"/>
        <a:ext cx="1659072" cy="1659072"/>
      </dsp:txXfrm>
    </dsp:sp>
    <dsp:sp modelId="{1A774423-9F22-452B-BC9D-F3C9B3B415A1}">
      <dsp:nvSpPr>
        <dsp:cNvPr id="0" name=""/>
        <dsp:cNvSpPr/>
      </dsp:nvSpPr>
      <dsp:spPr>
        <a:xfrm rot="16200000">
          <a:off x="2784106" y="2763520"/>
          <a:ext cx="2346282" cy="2346282"/>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3144" tIns="263144" rIns="263144" bIns="263144" numCol="1" spcCol="1270" anchor="ctr" anchorCtr="0">
          <a:noAutofit/>
        </a:bodyPr>
        <a:lstStyle/>
        <a:p>
          <a:pPr lvl="0" algn="ctr" defTabSz="1644650">
            <a:lnSpc>
              <a:spcPct val="90000"/>
            </a:lnSpc>
            <a:spcBef>
              <a:spcPct val="0"/>
            </a:spcBef>
            <a:spcAft>
              <a:spcPct val="35000"/>
            </a:spcAft>
          </a:pPr>
          <a:r>
            <a:rPr lang="zh-CN" altLang="en-US" sz="3700" kern="1200" dirty="0" smtClean="0"/>
            <a:t>效率提升</a:t>
          </a:r>
          <a:endParaRPr lang="zh-CN" altLang="en-US" sz="3700" kern="1200" dirty="0"/>
        </a:p>
      </dsp:txBody>
      <dsp:txXfrm rot="5400000">
        <a:off x="3471316" y="2763520"/>
        <a:ext cx="1659072" cy="1659072"/>
      </dsp:txXfrm>
    </dsp:sp>
    <dsp:sp modelId="{4F2FB590-5FA3-470E-94BD-206740361D53}">
      <dsp:nvSpPr>
        <dsp:cNvPr id="0" name=""/>
        <dsp:cNvSpPr/>
      </dsp:nvSpPr>
      <dsp:spPr>
        <a:xfrm>
          <a:off x="4779530" y="2221653"/>
          <a:ext cx="810090" cy="704426"/>
        </a:xfrm>
        <a:prstGeom prst="circular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E9F2510-4385-4C69-AFF5-30D68F63D61B}">
      <dsp:nvSpPr>
        <dsp:cNvPr id="0" name=""/>
        <dsp:cNvSpPr/>
      </dsp:nvSpPr>
      <dsp:spPr>
        <a:xfrm rot="10800000">
          <a:off x="4779530" y="2492586"/>
          <a:ext cx="810090" cy="704426"/>
        </a:xfrm>
        <a:prstGeom prst="circular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8514CA-5C3D-4FD6-A1E5-FFA69B6ABF2E}">
      <dsp:nvSpPr>
        <dsp:cNvPr id="0" name=""/>
        <dsp:cNvSpPr/>
      </dsp:nvSpPr>
      <dsp:spPr>
        <a:xfrm>
          <a:off x="54" y="56582"/>
          <a:ext cx="5223893" cy="432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lvl="0" algn="ctr" defTabSz="666750" rtl="0">
            <a:lnSpc>
              <a:spcPct val="90000"/>
            </a:lnSpc>
            <a:spcBef>
              <a:spcPct val="0"/>
            </a:spcBef>
            <a:spcAft>
              <a:spcPct val="35000"/>
            </a:spcAft>
          </a:pPr>
          <a:r>
            <a:rPr lang="zh-CN" sz="1500" kern="1200" dirty="0" smtClean="0">
              <a:latin typeface="微软雅黑" panose="020B0503020204020204" pitchFamily="34" charset="-122"/>
              <a:ea typeface="微软雅黑" panose="020B0503020204020204" pitchFamily="34" charset="-122"/>
            </a:rPr>
            <a:t>性能测试</a:t>
          </a:r>
          <a:endParaRPr lang="zh-CN" sz="1500" kern="1200" dirty="0">
            <a:latin typeface="微软雅黑" panose="020B0503020204020204" pitchFamily="34" charset="-122"/>
            <a:ea typeface="微软雅黑" panose="020B0503020204020204" pitchFamily="34" charset="-122"/>
          </a:endParaRPr>
        </a:p>
      </dsp:txBody>
      <dsp:txXfrm>
        <a:off x="54" y="56582"/>
        <a:ext cx="5223893" cy="432000"/>
      </dsp:txXfrm>
    </dsp:sp>
    <dsp:sp modelId="{3E0890C1-6A06-4509-96B7-1F793A1165DA}">
      <dsp:nvSpPr>
        <dsp:cNvPr id="0" name=""/>
        <dsp:cNvSpPr/>
      </dsp:nvSpPr>
      <dsp:spPr>
        <a:xfrm>
          <a:off x="54" y="488582"/>
          <a:ext cx="5223893" cy="148616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rtl="0">
            <a:lnSpc>
              <a:spcPct val="90000"/>
            </a:lnSpc>
            <a:spcBef>
              <a:spcPct val="0"/>
            </a:spcBef>
            <a:spcAft>
              <a:spcPct val="15000"/>
            </a:spcAft>
            <a:buChar char="••"/>
          </a:pPr>
          <a:r>
            <a:rPr lang="zh-CN" sz="1500" kern="1200" dirty="0" smtClean="0">
              <a:latin typeface="微软雅黑" panose="020B0503020204020204" pitchFamily="34" charset="-122"/>
              <a:ea typeface="微软雅黑" panose="020B0503020204020204" pitchFamily="34" charset="-122"/>
            </a:rPr>
            <a:t>读： </a:t>
          </a:r>
          <a:r>
            <a:rPr lang="en-US" sz="1500" kern="1200" dirty="0" smtClean="0">
              <a:latin typeface="微软雅黑" panose="020B0503020204020204" pitchFamily="34" charset="-122"/>
              <a:ea typeface="微软雅黑" panose="020B0503020204020204" pitchFamily="34" charset="-122"/>
            </a:rPr>
            <a:t>5</a:t>
          </a:r>
          <a:r>
            <a:rPr lang="zh-CN" sz="1500" kern="1200" dirty="0" smtClean="0">
              <a:latin typeface="微软雅黑" panose="020B0503020204020204" pitchFamily="34" charset="-122"/>
              <a:ea typeface="微软雅黑" panose="020B0503020204020204" pitchFamily="34" charset="-122"/>
            </a:rPr>
            <a:t>节点读容量为</a:t>
          </a:r>
          <a:r>
            <a:rPr lang="en-US" sz="1500" kern="1200" dirty="0" smtClean="0">
              <a:latin typeface="微软雅黑" panose="020B0503020204020204" pitchFamily="34" charset="-122"/>
              <a:ea typeface="微软雅黑" panose="020B0503020204020204" pitchFamily="34" charset="-122"/>
            </a:rPr>
            <a:t>72K+TPS</a:t>
          </a:r>
          <a:r>
            <a:rPr lang="zh-CN" sz="1500" kern="1200" dirty="0" smtClean="0">
              <a:latin typeface="微软雅黑" panose="020B0503020204020204" pitchFamily="34" charset="-122"/>
              <a:ea typeface="微软雅黑" panose="020B0503020204020204" pitchFamily="34" charset="-122"/>
            </a:rPr>
            <a:t>，性能比</a:t>
          </a:r>
          <a:r>
            <a:rPr lang="en-US" sz="1500" kern="1200" dirty="0" err="1" smtClean="0">
              <a:latin typeface="微软雅黑" panose="020B0503020204020204" pitchFamily="34" charset="-122"/>
              <a:ea typeface="微软雅黑" panose="020B0503020204020204" pitchFamily="34" charset="-122"/>
            </a:rPr>
            <a:t>mysql</a:t>
          </a:r>
          <a:r>
            <a:rPr lang="zh-CN" sz="1500" kern="1200" dirty="0" smtClean="0">
              <a:latin typeface="微软雅黑" panose="020B0503020204020204" pitchFamily="34" charset="-122"/>
              <a:ea typeface="微软雅黑" panose="020B0503020204020204" pitchFamily="34" charset="-122"/>
            </a:rPr>
            <a:t>高</a:t>
          </a:r>
          <a:r>
            <a:rPr lang="en-US" sz="1500" kern="1200" dirty="0" smtClean="0">
              <a:latin typeface="微软雅黑" panose="020B0503020204020204" pitchFamily="34" charset="-122"/>
              <a:ea typeface="微软雅黑" panose="020B0503020204020204" pitchFamily="34" charset="-122"/>
            </a:rPr>
            <a:t>85%+</a:t>
          </a:r>
          <a:r>
            <a:rPr lang="zh-CN" sz="1500" kern="1200" dirty="0" smtClean="0">
              <a:latin typeface="微软雅黑" panose="020B0503020204020204" pitchFamily="34" charset="-122"/>
              <a:ea typeface="微软雅黑" panose="020B0503020204020204" pitchFamily="34" charset="-122"/>
            </a:rPr>
            <a:t>，瓶颈为</a:t>
          </a:r>
          <a:r>
            <a:rPr lang="en-US" sz="1500" kern="1200" dirty="0" smtClean="0">
              <a:latin typeface="微软雅黑" panose="020B0503020204020204" pitchFamily="34" charset="-122"/>
              <a:ea typeface="微软雅黑" panose="020B0503020204020204" pitchFamily="34" charset="-122"/>
            </a:rPr>
            <a:t>CPU</a:t>
          </a:r>
          <a:endParaRPr lang="zh-CN" sz="1500" kern="1200" dirty="0">
            <a:latin typeface="微软雅黑" panose="020B0503020204020204" pitchFamily="34" charset="-122"/>
            <a:ea typeface="微软雅黑" panose="020B0503020204020204" pitchFamily="34" charset="-122"/>
          </a:endParaRPr>
        </a:p>
        <a:p>
          <a:pPr marL="114300" lvl="1" indent="-114300" algn="l" defTabSz="666750" rtl="0">
            <a:lnSpc>
              <a:spcPct val="90000"/>
            </a:lnSpc>
            <a:spcBef>
              <a:spcPct val="0"/>
            </a:spcBef>
            <a:spcAft>
              <a:spcPct val="15000"/>
            </a:spcAft>
            <a:buChar char="••"/>
          </a:pPr>
          <a:r>
            <a:rPr lang="zh-CN" sz="1500" kern="1200" dirty="0" smtClean="0">
              <a:latin typeface="微软雅黑" panose="020B0503020204020204" pitchFamily="34" charset="-122"/>
              <a:ea typeface="微软雅黑" panose="020B0503020204020204" pitchFamily="34" charset="-122"/>
            </a:rPr>
            <a:t>写： </a:t>
          </a:r>
          <a:r>
            <a:rPr lang="en-US" sz="1500" kern="1200" dirty="0" smtClean="0">
              <a:latin typeface="微软雅黑" panose="020B0503020204020204" pitchFamily="34" charset="-122"/>
              <a:ea typeface="微软雅黑" panose="020B0503020204020204" pitchFamily="34" charset="-122"/>
            </a:rPr>
            <a:t>5</a:t>
          </a:r>
          <a:r>
            <a:rPr lang="zh-CN" sz="1500" kern="1200" dirty="0" smtClean="0">
              <a:latin typeface="微软雅黑" panose="020B0503020204020204" pitchFamily="34" charset="-122"/>
              <a:ea typeface="微软雅黑" panose="020B0503020204020204" pitchFamily="34" charset="-122"/>
            </a:rPr>
            <a:t>节点写性能为</a:t>
          </a:r>
          <a:r>
            <a:rPr lang="en-US" sz="1500" kern="1200" dirty="0" smtClean="0">
              <a:latin typeface="微软雅黑" panose="020B0503020204020204" pitchFamily="34" charset="-122"/>
              <a:ea typeface="微软雅黑" panose="020B0503020204020204" pitchFamily="34" charset="-122"/>
            </a:rPr>
            <a:t>9.6K+TPS</a:t>
          </a:r>
          <a:r>
            <a:rPr lang="zh-CN" sz="1500" kern="1200" dirty="0" smtClean="0">
              <a:latin typeface="微软雅黑" panose="020B0503020204020204" pitchFamily="34" charset="-122"/>
              <a:ea typeface="微软雅黑" panose="020B0503020204020204" pitchFamily="34" charset="-122"/>
            </a:rPr>
            <a:t>，与</a:t>
          </a:r>
          <a:r>
            <a:rPr lang="en-US" sz="1500" kern="1200" dirty="0" err="1" smtClean="0">
              <a:latin typeface="微软雅黑" panose="020B0503020204020204" pitchFamily="34" charset="-122"/>
              <a:ea typeface="微软雅黑" panose="020B0503020204020204" pitchFamily="34" charset="-122"/>
            </a:rPr>
            <a:t>mysql</a:t>
          </a:r>
          <a:r>
            <a:rPr lang="zh-CN" sz="1500" kern="1200" dirty="0" smtClean="0">
              <a:latin typeface="微软雅黑" panose="020B0503020204020204" pitchFamily="34" charset="-122"/>
              <a:ea typeface="微软雅黑" panose="020B0503020204020204" pitchFamily="34" charset="-122"/>
            </a:rPr>
            <a:t>相当，为</a:t>
          </a:r>
          <a:r>
            <a:rPr lang="en-US" sz="1500" kern="1200" dirty="0" err="1" smtClean="0">
              <a:latin typeface="微软雅黑" panose="020B0503020204020204" pitchFamily="34" charset="-122"/>
              <a:ea typeface="微软雅黑" panose="020B0503020204020204" pitchFamily="34" charset="-122"/>
            </a:rPr>
            <a:t>mysql</a:t>
          </a:r>
          <a:r>
            <a:rPr lang="zh-CN" sz="1500" kern="1200" dirty="0" smtClean="0">
              <a:latin typeface="微软雅黑" panose="020B0503020204020204" pitchFamily="34" charset="-122"/>
              <a:ea typeface="微软雅黑" panose="020B0503020204020204" pitchFamily="34" charset="-122"/>
            </a:rPr>
            <a:t>的</a:t>
          </a:r>
          <a:r>
            <a:rPr lang="en-US" sz="1500" kern="1200" dirty="0" smtClean="0">
              <a:latin typeface="微软雅黑" panose="020B0503020204020204" pitchFamily="34" charset="-122"/>
              <a:ea typeface="微软雅黑" panose="020B0503020204020204" pitchFamily="34" charset="-122"/>
            </a:rPr>
            <a:t>85%~120%</a:t>
          </a:r>
          <a:r>
            <a:rPr lang="zh-CN" sz="1500" kern="1200" dirty="0" smtClean="0">
              <a:latin typeface="微软雅黑" panose="020B0503020204020204" pitchFamily="34" charset="-122"/>
              <a:ea typeface="微软雅黑" panose="020B0503020204020204" pitchFamily="34" charset="-122"/>
            </a:rPr>
            <a:t>之间，瓶颈为</a:t>
          </a:r>
          <a:r>
            <a:rPr lang="en-US" sz="1500" kern="1200" dirty="0" err="1" smtClean="0">
              <a:latin typeface="微软雅黑" panose="020B0503020204020204" pitchFamily="34" charset="-122"/>
              <a:ea typeface="微软雅黑" panose="020B0503020204020204" pitchFamily="34" charset="-122"/>
            </a:rPr>
            <a:t>DiskIO</a:t>
          </a:r>
          <a:endParaRPr lang="zh-CN" sz="1500" kern="1200" dirty="0">
            <a:latin typeface="微软雅黑" panose="020B0503020204020204" pitchFamily="34" charset="-122"/>
            <a:ea typeface="微软雅黑" panose="020B0503020204020204" pitchFamily="34" charset="-122"/>
          </a:endParaRPr>
        </a:p>
      </dsp:txBody>
      <dsp:txXfrm>
        <a:off x="54" y="488582"/>
        <a:ext cx="5223893" cy="1486160"/>
      </dsp:txXfrm>
    </dsp:sp>
    <dsp:sp modelId="{D745A0A5-8597-445B-A127-1A715196047C}">
      <dsp:nvSpPr>
        <dsp:cNvPr id="0" name=""/>
        <dsp:cNvSpPr/>
      </dsp:nvSpPr>
      <dsp:spPr>
        <a:xfrm>
          <a:off x="5955293" y="56582"/>
          <a:ext cx="5223893" cy="432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lvl="0" algn="ctr" defTabSz="666750" rtl="0">
            <a:lnSpc>
              <a:spcPct val="90000"/>
            </a:lnSpc>
            <a:spcBef>
              <a:spcPct val="0"/>
            </a:spcBef>
            <a:spcAft>
              <a:spcPct val="35000"/>
            </a:spcAft>
          </a:pPr>
          <a:r>
            <a:rPr lang="zh-CN" sz="1500" kern="1200" dirty="0" smtClean="0">
              <a:latin typeface="微软雅黑" panose="020B0503020204020204" pitchFamily="34" charset="-122"/>
              <a:ea typeface="微软雅黑" panose="020B0503020204020204" pitchFamily="34" charset="-122"/>
            </a:rPr>
            <a:t>扩展性测试</a:t>
          </a:r>
          <a:endParaRPr lang="zh-CN" sz="1500" kern="1200" dirty="0">
            <a:latin typeface="微软雅黑" panose="020B0503020204020204" pitchFamily="34" charset="-122"/>
            <a:ea typeface="微软雅黑" panose="020B0503020204020204" pitchFamily="34" charset="-122"/>
          </a:endParaRPr>
        </a:p>
      </dsp:txBody>
      <dsp:txXfrm>
        <a:off x="5955293" y="56582"/>
        <a:ext cx="5223893" cy="432000"/>
      </dsp:txXfrm>
    </dsp:sp>
    <dsp:sp modelId="{5039E8D8-021D-4D79-9AB6-FE8A85CD2D72}">
      <dsp:nvSpPr>
        <dsp:cNvPr id="0" name=""/>
        <dsp:cNvSpPr/>
      </dsp:nvSpPr>
      <dsp:spPr>
        <a:xfrm>
          <a:off x="5955293" y="488582"/>
          <a:ext cx="5223893" cy="148616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rtl="0">
            <a:lnSpc>
              <a:spcPct val="90000"/>
            </a:lnSpc>
            <a:spcBef>
              <a:spcPct val="0"/>
            </a:spcBef>
            <a:spcAft>
              <a:spcPct val="15000"/>
            </a:spcAft>
            <a:buChar char="••"/>
          </a:pPr>
          <a:r>
            <a:rPr lang="zh-CN" sz="1500" kern="1200" dirty="0" smtClean="0">
              <a:latin typeface="微软雅黑" panose="020B0503020204020204" pitchFamily="34" charset="-122"/>
              <a:ea typeface="微软雅黑" panose="020B0503020204020204" pitchFamily="34" charset="-122"/>
            </a:rPr>
            <a:t>加节点：前端吞吐平稳</a:t>
          </a:r>
          <a:endParaRPr lang="zh-CN" sz="1500" kern="1200" dirty="0">
            <a:latin typeface="微软雅黑" panose="020B0503020204020204" pitchFamily="34" charset="-122"/>
            <a:ea typeface="微软雅黑" panose="020B0503020204020204" pitchFamily="34" charset="-122"/>
          </a:endParaRPr>
        </a:p>
        <a:p>
          <a:pPr marL="114300" lvl="1" indent="-114300" algn="l" defTabSz="666750" rtl="0">
            <a:lnSpc>
              <a:spcPct val="90000"/>
            </a:lnSpc>
            <a:spcBef>
              <a:spcPct val="0"/>
            </a:spcBef>
            <a:spcAft>
              <a:spcPct val="15000"/>
            </a:spcAft>
            <a:buChar char="••"/>
          </a:pPr>
          <a:r>
            <a:rPr lang="zh-CN" sz="1500" kern="1200" dirty="0" smtClean="0">
              <a:latin typeface="微软雅黑" panose="020B0503020204020204" pitchFamily="34" charset="-122"/>
              <a:ea typeface="微软雅黑" panose="020B0503020204020204" pitchFamily="34" charset="-122"/>
            </a:rPr>
            <a:t>减节点：减节点操作需要确保集群能力有足够的余量，能承载被减掉节点转移的压力</a:t>
          </a:r>
          <a:endParaRPr lang="zh-CN" sz="1500" kern="1200" dirty="0">
            <a:latin typeface="微软雅黑" panose="020B0503020204020204" pitchFamily="34" charset="-122"/>
            <a:ea typeface="微软雅黑" panose="020B0503020204020204" pitchFamily="34" charset="-122"/>
          </a:endParaRPr>
        </a:p>
        <a:p>
          <a:pPr marL="114300" lvl="1" indent="-114300" algn="l" defTabSz="666750" rtl="0">
            <a:lnSpc>
              <a:spcPct val="90000"/>
            </a:lnSpc>
            <a:spcBef>
              <a:spcPct val="0"/>
            </a:spcBef>
            <a:spcAft>
              <a:spcPct val="15000"/>
            </a:spcAft>
            <a:buChar char="••"/>
          </a:pPr>
          <a:r>
            <a:rPr lang="zh-CN" sz="1500" kern="1200" dirty="0" smtClean="0">
              <a:latin typeface="微软雅黑" panose="020B0503020204020204" pitchFamily="34" charset="-122"/>
              <a:ea typeface="微软雅黑" panose="020B0503020204020204" pitchFamily="34" charset="-122"/>
            </a:rPr>
            <a:t>加列： </a:t>
          </a:r>
          <a:r>
            <a:rPr lang="en-US" sz="1500" kern="1200" dirty="0" smtClean="0">
              <a:latin typeface="微软雅黑" panose="020B0503020204020204" pitchFamily="34" charset="-122"/>
              <a:ea typeface="微软雅黑" panose="020B0503020204020204" pitchFamily="34" charset="-122"/>
            </a:rPr>
            <a:t>22</a:t>
          </a:r>
          <a:r>
            <a:rPr lang="zh-CN" sz="1500" kern="1200" dirty="0" smtClean="0">
              <a:latin typeface="微软雅黑" panose="020B0503020204020204" pitchFamily="34" charset="-122"/>
              <a:ea typeface="微软雅黑" panose="020B0503020204020204" pitchFamily="34" charset="-122"/>
            </a:rPr>
            <a:t>秒新列生效（</a:t>
          </a:r>
          <a:r>
            <a:rPr lang="en-US" sz="1500" kern="1200" dirty="0" smtClean="0">
              <a:latin typeface="微软雅黑" panose="020B0503020204020204" pitchFamily="34" charset="-122"/>
              <a:ea typeface="微软雅黑" panose="020B0503020204020204" pitchFamily="34" charset="-122"/>
            </a:rPr>
            <a:t>1.25</a:t>
          </a:r>
          <a:r>
            <a:rPr lang="zh-CN" sz="1500" kern="1200" dirty="0" smtClean="0">
              <a:latin typeface="微软雅黑" panose="020B0503020204020204" pitchFamily="34" charset="-122"/>
              <a:ea typeface="微软雅黑" panose="020B0503020204020204" pitchFamily="34" charset="-122"/>
            </a:rPr>
            <a:t>亿基础数据</a:t>
          </a:r>
          <a:r>
            <a:rPr lang="zh-CN" altLang="en-US" sz="1500" kern="1200" dirty="0" smtClean="0">
              <a:latin typeface="微软雅黑" panose="020B0503020204020204" pitchFamily="34" charset="-122"/>
              <a:ea typeface="微软雅黑" panose="020B0503020204020204" pitchFamily="34" charset="-122"/>
            </a:rPr>
            <a:t>）</a:t>
          </a:r>
          <a:endParaRPr lang="zh-CN" sz="1500" kern="1200" dirty="0">
            <a:latin typeface="微软雅黑" panose="020B0503020204020204" pitchFamily="34" charset="-122"/>
            <a:ea typeface="微软雅黑" panose="020B0503020204020204" pitchFamily="34" charset="-122"/>
          </a:endParaRPr>
        </a:p>
      </dsp:txBody>
      <dsp:txXfrm>
        <a:off x="5955293" y="488582"/>
        <a:ext cx="5223893" cy="148616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CC7915-A7D2-42A7-A32F-3A8BD0054C11}">
      <dsp:nvSpPr>
        <dsp:cNvPr id="0" name=""/>
        <dsp:cNvSpPr/>
      </dsp:nvSpPr>
      <dsp:spPr>
        <a:xfrm>
          <a:off x="811440" y="0"/>
          <a:ext cx="9196321" cy="1323439"/>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F898F9-7011-4CAD-A57A-BA943F6AAB50}">
      <dsp:nvSpPr>
        <dsp:cNvPr id="0" name=""/>
        <dsp:cNvSpPr/>
      </dsp:nvSpPr>
      <dsp:spPr>
        <a:xfrm>
          <a:off x="3797" y="397031"/>
          <a:ext cx="2527578" cy="5293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zh-CN" sz="2100" kern="1200" smtClean="0"/>
            <a:t>可用率：</a:t>
          </a:r>
          <a:r>
            <a:rPr lang="en-US" sz="2100" kern="1200" smtClean="0"/>
            <a:t>100%</a:t>
          </a:r>
          <a:endParaRPr lang="zh-CN" sz="2100" kern="1200"/>
        </a:p>
      </dsp:txBody>
      <dsp:txXfrm>
        <a:off x="29639" y="422873"/>
        <a:ext cx="2475894" cy="477691"/>
      </dsp:txXfrm>
    </dsp:sp>
    <dsp:sp modelId="{A2F37A80-E6BC-4774-AF58-5A5C97E86DD0}">
      <dsp:nvSpPr>
        <dsp:cNvPr id="0" name=""/>
        <dsp:cNvSpPr/>
      </dsp:nvSpPr>
      <dsp:spPr>
        <a:xfrm>
          <a:off x="2765140" y="397031"/>
          <a:ext cx="2527578" cy="5293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zh-CN" sz="2100" kern="1200" smtClean="0"/>
            <a:t>复购率：</a:t>
          </a:r>
          <a:r>
            <a:rPr lang="en-US" sz="2100" kern="1200" smtClean="0"/>
            <a:t>100%</a:t>
          </a:r>
          <a:endParaRPr lang="zh-CN" sz="2100" kern="1200"/>
        </a:p>
      </dsp:txBody>
      <dsp:txXfrm>
        <a:off x="2790982" y="422873"/>
        <a:ext cx="2475894" cy="477691"/>
      </dsp:txXfrm>
    </dsp:sp>
    <dsp:sp modelId="{0E1BB410-0F28-4C59-AE93-7A7588882835}">
      <dsp:nvSpPr>
        <dsp:cNvPr id="0" name=""/>
        <dsp:cNvSpPr/>
      </dsp:nvSpPr>
      <dsp:spPr>
        <a:xfrm>
          <a:off x="5526483" y="397031"/>
          <a:ext cx="2527578" cy="5293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zh-CN" sz="2100" kern="1200" smtClean="0"/>
            <a:t>新上线：</a:t>
          </a:r>
          <a:r>
            <a:rPr lang="en-US" sz="2100" kern="1200" smtClean="0"/>
            <a:t>5</a:t>
          </a:r>
          <a:r>
            <a:rPr lang="zh-CN" sz="2100" kern="1200" smtClean="0"/>
            <a:t>家</a:t>
          </a:r>
          <a:endParaRPr lang="zh-CN" sz="2100" kern="1200"/>
        </a:p>
      </dsp:txBody>
      <dsp:txXfrm>
        <a:off x="5552325" y="422873"/>
        <a:ext cx="2475894" cy="477691"/>
      </dsp:txXfrm>
    </dsp:sp>
    <dsp:sp modelId="{71E986F6-3758-4809-A11D-18F511BB2F31}">
      <dsp:nvSpPr>
        <dsp:cNvPr id="0" name=""/>
        <dsp:cNvSpPr/>
      </dsp:nvSpPr>
      <dsp:spPr>
        <a:xfrm>
          <a:off x="8287826" y="397031"/>
          <a:ext cx="2527578" cy="5293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zh-CN" sz="2100" kern="1200" smtClean="0"/>
            <a:t>试用中：</a:t>
          </a:r>
          <a:r>
            <a:rPr lang="en-US" sz="2100" kern="1200" smtClean="0"/>
            <a:t>8</a:t>
          </a:r>
          <a:r>
            <a:rPr lang="zh-CN" sz="2100" kern="1200" smtClean="0"/>
            <a:t>家</a:t>
          </a:r>
          <a:endParaRPr lang="zh-CN" sz="2100" kern="1200"/>
        </a:p>
      </dsp:txBody>
      <dsp:txXfrm>
        <a:off x="8313668" y="422873"/>
        <a:ext cx="2475894" cy="47769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A804F5-ED57-44B7-9484-E2BE3F7684D4}">
      <dsp:nvSpPr>
        <dsp:cNvPr id="0" name=""/>
        <dsp:cNvSpPr/>
      </dsp:nvSpPr>
      <dsp:spPr>
        <a:xfrm>
          <a:off x="3037" y="289132"/>
          <a:ext cx="2961891" cy="662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lvl="0" algn="ctr" defTabSz="1022350" rtl="0">
            <a:lnSpc>
              <a:spcPct val="90000"/>
            </a:lnSpc>
            <a:spcBef>
              <a:spcPct val="0"/>
            </a:spcBef>
            <a:spcAft>
              <a:spcPct val="35000"/>
            </a:spcAft>
          </a:pPr>
          <a:r>
            <a:rPr lang="zh-CN" sz="2300" kern="1200" dirty="0" smtClean="0">
              <a:latin typeface="微软雅黑" panose="020B0503020204020204" pitchFamily="34" charset="-122"/>
              <a:ea typeface="微软雅黑" panose="020B0503020204020204" pitchFamily="34" charset="-122"/>
            </a:rPr>
            <a:t>好用</a:t>
          </a:r>
          <a:endParaRPr lang="zh-CN" sz="2300" kern="1200" dirty="0">
            <a:latin typeface="微软雅黑" panose="020B0503020204020204" pitchFamily="34" charset="-122"/>
            <a:ea typeface="微软雅黑" panose="020B0503020204020204" pitchFamily="34" charset="-122"/>
          </a:endParaRPr>
        </a:p>
      </dsp:txBody>
      <dsp:txXfrm>
        <a:off x="3037" y="289132"/>
        <a:ext cx="2961891" cy="662400"/>
      </dsp:txXfrm>
    </dsp:sp>
    <dsp:sp modelId="{CED94BF7-B4EF-4BBE-AAE9-41917BE37A9B}">
      <dsp:nvSpPr>
        <dsp:cNvPr id="0" name=""/>
        <dsp:cNvSpPr/>
      </dsp:nvSpPr>
      <dsp:spPr>
        <a:xfrm>
          <a:off x="3037" y="951532"/>
          <a:ext cx="2961891" cy="322383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rtl="0">
            <a:lnSpc>
              <a:spcPct val="90000"/>
            </a:lnSpc>
            <a:spcBef>
              <a:spcPct val="0"/>
            </a:spcBef>
            <a:spcAft>
              <a:spcPct val="15000"/>
            </a:spcAft>
            <a:buChar char="••"/>
          </a:pPr>
          <a:r>
            <a:rPr lang="en-US" sz="2300" kern="1200" dirty="0" err="1" smtClean="0">
              <a:latin typeface="微软雅黑" panose="020B0503020204020204" pitchFamily="34" charset="-122"/>
              <a:ea typeface="微软雅黑" panose="020B0503020204020204" pitchFamily="34" charset="-122"/>
            </a:rPr>
            <a:t>mysql</a:t>
          </a:r>
          <a:r>
            <a:rPr lang="zh-CN" sz="2300" kern="1200" dirty="0" smtClean="0">
              <a:latin typeface="微软雅黑" panose="020B0503020204020204" pitchFamily="34" charset="-122"/>
              <a:ea typeface="微软雅黑" panose="020B0503020204020204" pitchFamily="34" charset="-122"/>
            </a:rPr>
            <a:t>兼容</a:t>
          </a:r>
          <a:endParaRPr lang="zh-CN" sz="2300" kern="1200" dirty="0">
            <a:latin typeface="微软雅黑" panose="020B0503020204020204" pitchFamily="34" charset="-122"/>
            <a:ea typeface="微软雅黑" panose="020B0503020204020204" pitchFamily="34" charset="-122"/>
          </a:endParaRPr>
        </a:p>
        <a:p>
          <a:pPr marL="228600" lvl="1" indent="-228600" algn="l" defTabSz="1022350" rtl="0">
            <a:lnSpc>
              <a:spcPct val="90000"/>
            </a:lnSpc>
            <a:spcBef>
              <a:spcPct val="0"/>
            </a:spcBef>
            <a:spcAft>
              <a:spcPct val="15000"/>
            </a:spcAft>
            <a:buChar char="••"/>
          </a:pPr>
          <a:r>
            <a:rPr lang="zh-CN" sz="2300" kern="1200" dirty="0" smtClean="0">
              <a:latin typeface="微软雅黑" panose="020B0503020204020204" pitchFamily="34" charset="-122"/>
              <a:ea typeface="微软雅黑" panose="020B0503020204020204" pitchFamily="34" charset="-122"/>
            </a:rPr>
            <a:t>实时变更</a:t>
          </a:r>
          <a:r>
            <a:rPr lang="en-US" sz="2300" kern="1200" dirty="0" smtClean="0">
              <a:latin typeface="微软雅黑" panose="020B0503020204020204" pitchFamily="34" charset="-122"/>
              <a:ea typeface="微软雅黑" panose="020B0503020204020204" pitchFamily="34" charset="-122"/>
            </a:rPr>
            <a:t>schema</a:t>
          </a:r>
          <a:endParaRPr lang="zh-CN" sz="2300" kern="1200" dirty="0">
            <a:latin typeface="微软雅黑" panose="020B0503020204020204" pitchFamily="34" charset="-122"/>
            <a:ea typeface="微软雅黑" panose="020B0503020204020204" pitchFamily="34" charset="-122"/>
          </a:endParaRPr>
        </a:p>
        <a:p>
          <a:pPr marL="228600" lvl="1" indent="-228600" algn="l" defTabSz="1022350" rtl="0">
            <a:lnSpc>
              <a:spcPct val="90000"/>
            </a:lnSpc>
            <a:spcBef>
              <a:spcPct val="0"/>
            </a:spcBef>
            <a:spcAft>
              <a:spcPct val="15000"/>
            </a:spcAft>
            <a:buChar char="••"/>
          </a:pPr>
          <a:r>
            <a:rPr lang="zh-CN" sz="2300" kern="1200" dirty="0" smtClean="0">
              <a:latin typeface="微软雅黑" panose="020B0503020204020204" pitchFamily="34" charset="-122"/>
              <a:ea typeface="微软雅黑" panose="020B0503020204020204" pitchFamily="34" charset="-122"/>
            </a:rPr>
            <a:t>性能水平扩展</a:t>
          </a:r>
          <a:endParaRPr lang="zh-CN" sz="2300" kern="1200" dirty="0">
            <a:latin typeface="微软雅黑" panose="020B0503020204020204" pitchFamily="34" charset="-122"/>
            <a:ea typeface="微软雅黑" panose="020B0503020204020204" pitchFamily="34" charset="-122"/>
          </a:endParaRPr>
        </a:p>
        <a:p>
          <a:pPr marL="228600" lvl="1" indent="-228600" algn="l" defTabSz="1022350" rtl="0">
            <a:lnSpc>
              <a:spcPct val="90000"/>
            </a:lnSpc>
            <a:spcBef>
              <a:spcPct val="0"/>
            </a:spcBef>
            <a:spcAft>
              <a:spcPct val="15000"/>
            </a:spcAft>
            <a:buChar char="••"/>
          </a:pPr>
          <a:r>
            <a:rPr lang="zh-CN" sz="2300" kern="1200" smtClean="0">
              <a:latin typeface="微软雅黑" panose="020B0503020204020204" pitchFamily="34" charset="-122"/>
              <a:ea typeface="微软雅黑" panose="020B0503020204020204" pitchFamily="34" charset="-122"/>
            </a:rPr>
            <a:t>准入规范友好</a:t>
          </a:r>
          <a:endParaRPr lang="zh-CN" sz="2300" kern="1200">
            <a:latin typeface="微软雅黑" panose="020B0503020204020204" pitchFamily="34" charset="-122"/>
            <a:ea typeface="微软雅黑" panose="020B0503020204020204" pitchFamily="34" charset="-122"/>
          </a:endParaRPr>
        </a:p>
      </dsp:txBody>
      <dsp:txXfrm>
        <a:off x="3037" y="951532"/>
        <a:ext cx="2961891" cy="3223830"/>
      </dsp:txXfrm>
    </dsp:sp>
    <dsp:sp modelId="{7786462E-BEDF-47E6-B859-2E2F3CC5B910}">
      <dsp:nvSpPr>
        <dsp:cNvPr id="0" name=""/>
        <dsp:cNvSpPr/>
      </dsp:nvSpPr>
      <dsp:spPr>
        <a:xfrm>
          <a:off x="3379594" y="289132"/>
          <a:ext cx="2961891" cy="662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lvl="0" algn="ctr" defTabSz="1022350" rtl="0">
            <a:lnSpc>
              <a:spcPct val="90000"/>
            </a:lnSpc>
            <a:spcBef>
              <a:spcPct val="0"/>
            </a:spcBef>
            <a:spcAft>
              <a:spcPct val="35000"/>
            </a:spcAft>
          </a:pPr>
          <a:r>
            <a:rPr lang="zh-CN" sz="2300" kern="1200" smtClean="0">
              <a:latin typeface="微软雅黑" panose="020B0503020204020204" pitchFamily="34" charset="-122"/>
              <a:ea typeface="微软雅黑" panose="020B0503020204020204" pitchFamily="34" charset="-122"/>
            </a:rPr>
            <a:t>免费</a:t>
          </a:r>
          <a:endParaRPr lang="zh-CN" sz="2300" kern="1200">
            <a:latin typeface="微软雅黑" panose="020B0503020204020204" pitchFamily="34" charset="-122"/>
            <a:ea typeface="微软雅黑" panose="020B0503020204020204" pitchFamily="34" charset="-122"/>
          </a:endParaRPr>
        </a:p>
      </dsp:txBody>
      <dsp:txXfrm>
        <a:off x="3379594" y="289132"/>
        <a:ext cx="2961891" cy="662400"/>
      </dsp:txXfrm>
    </dsp:sp>
    <dsp:sp modelId="{A2342910-E209-43BA-82B0-89B4D1836F3C}">
      <dsp:nvSpPr>
        <dsp:cNvPr id="0" name=""/>
        <dsp:cNvSpPr/>
      </dsp:nvSpPr>
      <dsp:spPr>
        <a:xfrm>
          <a:off x="3379594" y="951532"/>
          <a:ext cx="2961891" cy="322383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rtl="0">
            <a:lnSpc>
              <a:spcPct val="90000"/>
            </a:lnSpc>
            <a:spcBef>
              <a:spcPct val="0"/>
            </a:spcBef>
            <a:spcAft>
              <a:spcPct val="15000"/>
            </a:spcAft>
            <a:buChar char="••"/>
          </a:pPr>
          <a:r>
            <a:rPr lang="zh-CN" sz="2300" kern="1200" dirty="0" smtClean="0">
              <a:latin typeface="微软雅黑" panose="020B0503020204020204" pitchFamily="34" charset="-122"/>
              <a:ea typeface="微软雅黑" panose="020B0503020204020204" pitchFamily="34" charset="-122"/>
            </a:rPr>
            <a:t>包邮</a:t>
          </a:r>
          <a:r>
            <a:rPr lang="en-US" sz="2300" kern="1200" dirty="0" smtClean="0">
              <a:latin typeface="微软雅黑" panose="020B0503020204020204" pitchFamily="34" charset="-122"/>
              <a:ea typeface="微软雅黑" panose="020B0503020204020204" pitchFamily="34" charset="-122"/>
            </a:rPr>
            <a:t>(</a:t>
          </a:r>
          <a:r>
            <a:rPr lang="zh-CN" sz="2300" kern="1200" dirty="0" smtClean="0">
              <a:latin typeface="微软雅黑" panose="020B0503020204020204" pitchFamily="34" charset="-122"/>
              <a:ea typeface="微软雅黑" panose="020B0503020204020204" pitchFamily="34" charset="-122"/>
            </a:rPr>
            <a:t>无缝迁入）</a:t>
          </a:r>
          <a:endParaRPr lang="zh-CN" sz="2300" kern="1200" dirty="0">
            <a:latin typeface="微软雅黑" panose="020B0503020204020204" pitchFamily="34" charset="-122"/>
            <a:ea typeface="微软雅黑" panose="020B0503020204020204" pitchFamily="34" charset="-122"/>
          </a:endParaRPr>
        </a:p>
        <a:p>
          <a:pPr marL="228600" lvl="1" indent="-228600" algn="l" defTabSz="1022350" rtl="0">
            <a:lnSpc>
              <a:spcPct val="90000"/>
            </a:lnSpc>
            <a:spcBef>
              <a:spcPct val="0"/>
            </a:spcBef>
            <a:spcAft>
              <a:spcPct val="15000"/>
            </a:spcAft>
            <a:buChar char="••"/>
          </a:pPr>
          <a:r>
            <a:rPr lang="en-US" sz="2300" kern="1200" dirty="0" smtClean="0">
              <a:latin typeface="微软雅黑" panose="020B0503020204020204" pitchFamily="34" charset="-122"/>
              <a:ea typeface="微软雅黑" panose="020B0503020204020204" pitchFamily="34" charset="-122"/>
            </a:rPr>
            <a:t>0</a:t>
          </a:r>
          <a:r>
            <a:rPr lang="zh-CN" sz="2300" kern="1200" dirty="0" smtClean="0">
              <a:latin typeface="微软雅黑" panose="020B0503020204020204" pitchFamily="34" charset="-122"/>
              <a:ea typeface="微软雅黑" panose="020B0503020204020204" pitchFamily="34" charset="-122"/>
            </a:rPr>
            <a:t>元（我们承担硬件成本，运维成本，没有开发成本）</a:t>
          </a:r>
          <a:endParaRPr lang="zh-CN" sz="2300" kern="1200" dirty="0">
            <a:latin typeface="微软雅黑" panose="020B0503020204020204" pitchFamily="34" charset="-122"/>
            <a:ea typeface="微软雅黑" panose="020B0503020204020204" pitchFamily="34" charset="-122"/>
          </a:endParaRPr>
        </a:p>
        <a:p>
          <a:pPr marL="228600" lvl="1" indent="-228600" algn="l" defTabSz="1022350" rtl="0">
            <a:lnSpc>
              <a:spcPct val="90000"/>
            </a:lnSpc>
            <a:spcBef>
              <a:spcPct val="0"/>
            </a:spcBef>
            <a:spcAft>
              <a:spcPct val="15000"/>
            </a:spcAft>
            <a:buChar char="••"/>
          </a:pPr>
          <a:r>
            <a:rPr lang="zh-CN" sz="2300" kern="1200" dirty="0" smtClean="0">
              <a:latin typeface="微软雅黑" panose="020B0503020204020204" pitchFamily="34" charset="-122"/>
              <a:ea typeface="微软雅黑" panose="020B0503020204020204" pitchFamily="34" charset="-122"/>
            </a:rPr>
            <a:t>包退（不想用随时免费迁走）</a:t>
          </a:r>
          <a:endParaRPr lang="zh-CN" sz="2300" kern="1200" dirty="0">
            <a:latin typeface="微软雅黑" panose="020B0503020204020204" pitchFamily="34" charset="-122"/>
            <a:ea typeface="微软雅黑" panose="020B0503020204020204" pitchFamily="34" charset="-122"/>
          </a:endParaRPr>
        </a:p>
      </dsp:txBody>
      <dsp:txXfrm>
        <a:off x="3379594" y="951532"/>
        <a:ext cx="2961891" cy="3223830"/>
      </dsp:txXfrm>
    </dsp:sp>
    <dsp:sp modelId="{2231AD1B-C626-4846-90C9-B281A0BF807A}">
      <dsp:nvSpPr>
        <dsp:cNvPr id="0" name=""/>
        <dsp:cNvSpPr/>
      </dsp:nvSpPr>
      <dsp:spPr>
        <a:xfrm>
          <a:off x="6756150" y="289132"/>
          <a:ext cx="2961891" cy="662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lvl="0" algn="ctr" defTabSz="1022350" rtl="0">
            <a:lnSpc>
              <a:spcPct val="90000"/>
            </a:lnSpc>
            <a:spcBef>
              <a:spcPct val="0"/>
            </a:spcBef>
            <a:spcAft>
              <a:spcPct val="35000"/>
            </a:spcAft>
          </a:pPr>
          <a:r>
            <a:rPr lang="zh-CN" sz="2300" kern="1200" smtClean="0">
              <a:latin typeface="微软雅黑" panose="020B0503020204020204" pitchFamily="34" charset="-122"/>
              <a:ea typeface="微软雅黑" panose="020B0503020204020204" pitchFamily="34" charset="-122"/>
            </a:rPr>
            <a:t>免责</a:t>
          </a:r>
          <a:endParaRPr lang="zh-CN" sz="2300" kern="1200">
            <a:latin typeface="微软雅黑" panose="020B0503020204020204" pitchFamily="34" charset="-122"/>
            <a:ea typeface="微软雅黑" panose="020B0503020204020204" pitchFamily="34" charset="-122"/>
          </a:endParaRPr>
        </a:p>
      </dsp:txBody>
      <dsp:txXfrm>
        <a:off x="6756150" y="289132"/>
        <a:ext cx="2961891" cy="662400"/>
      </dsp:txXfrm>
    </dsp:sp>
    <dsp:sp modelId="{2248F57F-4C55-4D4F-95F9-2D02120E1674}">
      <dsp:nvSpPr>
        <dsp:cNvPr id="0" name=""/>
        <dsp:cNvSpPr/>
      </dsp:nvSpPr>
      <dsp:spPr>
        <a:xfrm>
          <a:off x="6756150" y="951532"/>
          <a:ext cx="2961891" cy="322383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rtl="0">
            <a:lnSpc>
              <a:spcPct val="90000"/>
            </a:lnSpc>
            <a:spcBef>
              <a:spcPct val="0"/>
            </a:spcBef>
            <a:spcAft>
              <a:spcPct val="15000"/>
            </a:spcAft>
            <a:buChar char="••"/>
          </a:pPr>
          <a:r>
            <a:rPr lang="zh-CN" sz="2300" kern="1200" dirty="0" smtClean="0">
              <a:latin typeface="微软雅黑" panose="020B0503020204020204" pitchFamily="34" charset="-122"/>
              <a:ea typeface="微软雅黑" panose="020B0503020204020204" pitchFamily="34" charset="-122"/>
            </a:rPr>
            <a:t>我们</a:t>
          </a:r>
          <a:r>
            <a:rPr lang="en-US" sz="2300" kern="1200" dirty="0" smtClean="0">
              <a:latin typeface="微软雅黑" panose="020B0503020204020204" pitchFamily="34" charset="-122"/>
              <a:ea typeface="微软雅黑" panose="020B0503020204020204" pitchFamily="34" charset="-122"/>
            </a:rPr>
            <a:t>100%</a:t>
          </a:r>
          <a:r>
            <a:rPr lang="zh-CN" sz="2300" kern="1200" dirty="0" smtClean="0">
              <a:latin typeface="微软雅黑" panose="020B0503020204020204" pitchFamily="34" charset="-122"/>
              <a:ea typeface="微软雅黑" panose="020B0503020204020204" pitchFamily="34" charset="-122"/>
            </a:rPr>
            <a:t>承担机器故障， </a:t>
          </a:r>
          <a:r>
            <a:rPr lang="zh-CN" altLang="en-US" sz="2300" kern="1200" dirty="0" smtClean="0">
              <a:latin typeface="微软雅黑" panose="020B0503020204020204" pitchFamily="34" charset="-122"/>
              <a:ea typeface="微软雅黑" panose="020B0503020204020204" pitchFamily="34" charset="-122"/>
            </a:rPr>
            <a:t>线上运维，数据安全相关</a:t>
          </a:r>
          <a:r>
            <a:rPr lang="zh-CN" sz="2300" kern="1200" dirty="0" smtClean="0">
              <a:latin typeface="微软雅黑" panose="020B0503020204020204" pitchFamily="34" charset="-122"/>
              <a:ea typeface="微软雅黑" panose="020B0503020204020204" pitchFamily="34" charset="-122"/>
            </a:rPr>
            <a:t>责任</a:t>
          </a:r>
          <a:endParaRPr lang="zh-CN" sz="2300" kern="1200" dirty="0">
            <a:latin typeface="微软雅黑" panose="020B0503020204020204" pitchFamily="34" charset="-122"/>
            <a:ea typeface="微软雅黑" panose="020B0503020204020204" pitchFamily="34" charset="-122"/>
          </a:endParaRPr>
        </a:p>
      </dsp:txBody>
      <dsp:txXfrm>
        <a:off x="6756150" y="951532"/>
        <a:ext cx="2961891" cy="322383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660DF4-05DB-A44D-9492-46D446118C52}" type="datetimeFigureOut">
              <a:rPr kumimoji="1" lang="zh-CN" altLang="en-US" smtClean="0"/>
              <a:t>2020/8/20</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596F9B-3F3A-754E-B54D-BFDCBFFB48C4}" type="slidenum">
              <a:rPr kumimoji="1" lang="zh-CN" altLang="en-US" smtClean="0"/>
              <a:t>‹#›</a:t>
            </a:fld>
            <a:endParaRPr kumimoji="1" lang="zh-CN" altLang="en-US"/>
          </a:p>
        </p:txBody>
      </p:sp>
    </p:spTree>
    <p:extLst>
      <p:ext uri="{BB962C8B-B14F-4D97-AF65-F5344CB8AC3E}">
        <p14:creationId xmlns:p14="http://schemas.microsoft.com/office/powerpoint/2010/main" val="2109463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A596F9B-3F3A-754E-B54D-BFDCBFFB48C4}" type="slidenum">
              <a:rPr kumimoji="1" lang="zh-CN" altLang="en-US" smtClean="0"/>
              <a:t>4</a:t>
            </a:fld>
            <a:endParaRPr kumimoji="1" lang="zh-CN" altLang="en-US"/>
          </a:p>
        </p:txBody>
      </p:sp>
    </p:spTree>
    <p:extLst>
      <p:ext uri="{BB962C8B-B14F-4D97-AF65-F5344CB8AC3E}">
        <p14:creationId xmlns:p14="http://schemas.microsoft.com/office/powerpoint/2010/main" val="49087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A596F9B-3F3A-754E-B54D-BFDCBFFB48C4}" type="slidenum">
              <a:rPr kumimoji="1" lang="zh-CN" altLang="en-US" smtClean="0"/>
              <a:t>11</a:t>
            </a:fld>
            <a:endParaRPr kumimoji="1" lang="zh-CN" altLang="en-US"/>
          </a:p>
        </p:txBody>
      </p:sp>
    </p:spTree>
    <p:extLst>
      <p:ext uri="{BB962C8B-B14F-4D97-AF65-F5344CB8AC3E}">
        <p14:creationId xmlns:p14="http://schemas.microsoft.com/office/powerpoint/2010/main" val="3208610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A596F9B-3F3A-754E-B54D-BFDCBFFB48C4}" type="slidenum">
              <a:rPr kumimoji="1" lang="zh-CN" altLang="en-US" smtClean="0"/>
              <a:t>12</a:t>
            </a:fld>
            <a:endParaRPr kumimoji="1" lang="zh-CN" altLang="en-US"/>
          </a:p>
        </p:txBody>
      </p:sp>
    </p:spTree>
    <p:extLst>
      <p:ext uri="{BB962C8B-B14F-4D97-AF65-F5344CB8AC3E}">
        <p14:creationId xmlns:p14="http://schemas.microsoft.com/office/powerpoint/2010/main" val="2714262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A596F9B-3F3A-754E-B54D-BFDCBFFB48C4}" type="slidenum">
              <a:rPr kumimoji="1" lang="zh-CN" altLang="en-US" smtClean="0"/>
              <a:t>13</a:t>
            </a:fld>
            <a:endParaRPr kumimoji="1" lang="zh-CN" altLang="en-US"/>
          </a:p>
        </p:txBody>
      </p:sp>
    </p:spTree>
    <p:extLst>
      <p:ext uri="{BB962C8B-B14F-4D97-AF65-F5344CB8AC3E}">
        <p14:creationId xmlns:p14="http://schemas.microsoft.com/office/powerpoint/2010/main" val="32831813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A596F9B-3F3A-754E-B54D-BFDCBFFB48C4}" type="slidenum">
              <a:rPr kumimoji="1" lang="zh-CN" altLang="en-US" smtClean="0"/>
              <a:t>14</a:t>
            </a:fld>
            <a:endParaRPr kumimoji="1" lang="zh-CN" altLang="en-US"/>
          </a:p>
        </p:txBody>
      </p:sp>
    </p:spTree>
    <p:extLst>
      <p:ext uri="{BB962C8B-B14F-4D97-AF65-F5344CB8AC3E}">
        <p14:creationId xmlns:p14="http://schemas.microsoft.com/office/powerpoint/2010/main" val="24477283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A596F9B-3F3A-754E-B54D-BFDCBFFB48C4}" type="slidenum">
              <a:rPr kumimoji="1" lang="zh-CN" altLang="en-US" smtClean="0"/>
              <a:t>15</a:t>
            </a:fld>
            <a:endParaRPr kumimoji="1" lang="zh-CN" altLang="en-US"/>
          </a:p>
        </p:txBody>
      </p:sp>
    </p:spTree>
    <p:extLst>
      <p:ext uri="{BB962C8B-B14F-4D97-AF65-F5344CB8AC3E}">
        <p14:creationId xmlns:p14="http://schemas.microsoft.com/office/powerpoint/2010/main" val="32086101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A596F9B-3F3A-754E-B54D-BFDCBFFB48C4}" type="slidenum">
              <a:rPr kumimoji="1" lang="zh-CN" altLang="en-US" smtClean="0"/>
              <a:t>16</a:t>
            </a:fld>
            <a:endParaRPr kumimoji="1" lang="zh-CN" altLang="en-US"/>
          </a:p>
        </p:txBody>
      </p:sp>
    </p:spTree>
    <p:extLst>
      <p:ext uri="{BB962C8B-B14F-4D97-AF65-F5344CB8AC3E}">
        <p14:creationId xmlns:p14="http://schemas.microsoft.com/office/powerpoint/2010/main" val="17060216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A596F9B-3F3A-754E-B54D-BFDCBFFB48C4}" type="slidenum">
              <a:rPr kumimoji="1" lang="zh-CN" altLang="en-US" smtClean="0"/>
              <a:t>17</a:t>
            </a:fld>
            <a:endParaRPr kumimoji="1" lang="zh-CN" altLang="en-US"/>
          </a:p>
        </p:txBody>
      </p:sp>
    </p:spTree>
    <p:extLst>
      <p:ext uri="{BB962C8B-B14F-4D97-AF65-F5344CB8AC3E}">
        <p14:creationId xmlns:p14="http://schemas.microsoft.com/office/powerpoint/2010/main" val="3283181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A596F9B-3F3A-754E-B54D-BFDCBFFB48C4}" type="slidenum">
              <a:rPr kumimoji="1" lang="zh-CN" altLang="en-US" smtClean="0"/>
              <a:t>18</a:t>
            </a:fld>
            <a:endParaRPr kumimoji="1" lang="zh-CN" altLang="en-US"/>
          </a:p>
        </p:txBody>
      </p:sp>
    </p:spTree>
    <p:extLst>
      <p:ext uri="{BB962C8B-B14F-4D97-AF65-F5344CB8AC3E}">
        <p14:creationId xmlns:p14="http://schemas.microsoft.com/office/powerpoint/2010/main" val="3283181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A596F9B-3F3A-754E-B54D-BFDCBFFB48C4}" type="slidenum">
              <a:rPr kumimoji="1" lang="zh-CN" altLang="en-US" smtClean="0"/>
              <a:t>19</a:t>
            </a:fld>
            <a:endParaRPr kumimoji="1" lang="zh-CN" altLang="en-US"/>
          </a:p>
        </p:txBody>
      </p:sp>
    </p:spTree>
    <p:extLst>
      <p:ext uri="{BB962C8B-B14F-4D97-AF65-F5344CB8AC3E}">
        <p14:creationId xmlns:p14="http://schemas.microsoft.com/office/powerpoint/2010/main" val="32831813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A596F9B-3F3A-754E-B54D-BFDCBFFB48C4}" type="slidenum">
              <a:rPr kumimoji="1" lang="zh-CN" altLang="en-US" smtClean="0"/>
              <a:t>20</a:t>
            </a:fld>
            <a:endParaRPr kumimoji="1" lang="zh-CN" altLang="en-US"/>
          </a:p>
        </p:txBody>
      </p:sp>
    </p:spTree>
    <p:extLst>
      <p:ext uri="{BB962C8B-B14F-4D97-AF65-F5344CB8AC3E}">
        <p14:creationId xmlns:p14="http://schemas.microsoft.com/office/powerpoint/2010/main" val="32831813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A596F9B-3F3A-754E-B54D-BFDCBFFB48C4}" type="slidenum">
              <a:rPr kumimoji="1" lang="zh-CN" altLang="en-US" smtClean="0"/>
              <a:t>21</a:t>
            </a:fld>
            <a:endParaRPr kumimoji="1" lang="zh-CN" altLang="en-US"/>
          </a:p>
        </p:txBody>
      </p:sp>
    </p:spTree>
    <p:extLst>
      <p:ext uri="{BB962C8B-B14F-4D97-AF65-F5344CB8AC3E}">
        <p14:creationId xmlns:p14="http://schemas.microsoft.com/office/powerpoint/2010/main" val="32831813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7A596F9B-3F3A-754E-B54D-BFDCBFFB48C4}" type="slidenum">
              <a:rPr kumimoji="1" lang="zh-CN" altLang="en-US" smtClean="0"/>
              <a:t>25</a:t>
            </a:fld>
            <a:endParaRPr kumimoji="1" lang="zh-CN" altLang="en-US"/>
          </a:p>
        </p:txBody>
      </p:sp>
    </p:spTree>
    <p:extLst>
      <p:ext uri="{BB962C8B-B14F-4D97-AF65-F5344CB8AC3E}">
        <p14:creationId xmlns:p14="http://schemas.microsoft.com/office/powerpoint/2010/main" val="39475767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人员：项目人员新组建跨部门跨公司（开源社区），如何保证高效合作；</a:t>
            </a:r>
          </a:p>
          <a:p>
            <a:r>
              <a:rPr lang="zh-CN" altLang="en-US" sz="1200" b="0" i="0" kern="1200" dirty="0" smtClean="0">
                <a:solidFill>
                  <a:schemeClr val="tx1"/>
                </a:solidFill>
                <a:effectLst/>
                <a:latin typeface="+mn-lt"/>
                <a:ea typeface="+mn-ea"/>
                <a:cs typeface="+mn-cs"/>
              </a:rPr>
              <a:t>流程：早会，日报，周会，周报，</a:t>
            </a:r>
            <a:r>
              <a:rPr lang="en-US" altLang="zh-CN" sz="1200" b="0" i="0" kern="1200" dirty="0" smtClean="0">
                <a:solidFill>
                  <a:schemeClr val="tx1"/>
                </a:solidFill>
                <a:effectLst/>
                <a:latin typeface="+mn-lt"/>
                <a:ea typeface="+mn-ea"/>
                <a:cs typeface="+mn-cs"/>
              </a:rPr>
              <a:t>wiki</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matrix</a:t>
            </a:r>
            <a:r>
              <a:rPr lang="zh-CN" altLang="en-US" sz="1200" b="0" i="0" kern="1200" dirty="0" smtClean="0">
                <a:solidFill>
                  <a:schemeClr val="tx1"/>
                </a:solidFill>
                <a:effectLst/>
                <a:latin typeface="+mn-lt"/>
                <a:ea typeface="+mn-ea"/>
                <a:cs typeface="+mn-cs"/>
              </a:rPr>
              <a:t>，上线流程，监控流程，交叉验证流程等都是第一次实施；</a:t>
            </a:r>
          </a:p>
          <a:p>
            <a:r>
              <a:rPr lang="zh-CN" altLang="en-US" sz="1200" b="0" i="0" kern="1200" dirty="0" smtClean="0">
                <a:solidFill>
                  <a:schemeClr val="tx1"/>
                </a:solidFill>
                <a:effectLst/>
                <a:latin typeface="+mn-lt"/>
                <a:ea typeface="+mn-ea"/>
                <a:cs typeface="+mn-cs"/>
              </a:rPr>
              <a:t>开发：代码开发均以</a:t>
            </a:r>
            <a:r>
              <a:rPr lang="en-US" altLang="zh-CN" sz="1200" b="0" i="0" kern="1200" dirty="0" err="1" smtClean="0">
                <a:solidFill>
                  <a:schemeClr val="tx1"/>
                </a:solidFill>
                <a:effectLst/>
                <a:latin typeface="+mn-lt"/>
                <a:ea typeface="+mn-ea"/>
                <a:cs typeface="+mn-cs"/>
              </a:rPr>
              <a:t>pr</a:t>
            </a:r>
            <a:r>
              <a:rPr lang="zh-CN" altLang="en-US" sz="1200" b="0" i="0" kern="1200" dirty="0" smtClean="0">
                <a:solidFill>
                  <a:schemeClr val="tx1"/>
                </a:solidFill>
                <a:effectLst/>
                <a:latin typeface="+mn-lt"/>
                <a:ea typeface="+mn-ea"/>
                <a:cs typeface="+mn-cs"/>
              </a:rPr>
              <a:t>形式提交社区，需要完成</a:t>
            </a:r>
            <a:r>
              <a:rPr lang="en-US" altLang="zh-CN" sz="1200" b="0" i="0" kern="1200" dirty="0" smtClean="0">
                <a:solidFill>
                  <a:schemeClr val="tx1"/>
                </a:solidFill>
                <a:effectLst/>
                <a:latin typeface="+mn-lt"/>
                <a:ea typeface="+mn-ea"/>
                <a:cs typeface="+mn-cs"/>
              </a:rPr>
              <a:t>code review</a:t>
            </a:r>
            <a:r>
              <a:rPr lang="zh-CN" altLang="en-US" sz="1200" b="0" i="0" kern="1200" dirty="0" smtClean="0">
                <a:solidFill>
                  <a:schemeClr val="tx1"/>
                </a:solidFill>
                <a:effectLst/>
                <a:latin typeface="+mn-lt"/>
                <a:ea typeface="+mn-ea"/>
                <a:cs typeface="+mn-cs"/>
              </a:rPr>
              <a:t>方可</a:t>
            </a:r>
            <a:r>
              <a:rPr lang="en-US" altLang="zh-CN" sz="1200" b="0" i="0" kern="1200" dirty="0" smtClean="0">
                <a:solidFill>
                  <a:schemeClr val="tx1"/>
                </a:solidFill>
                <a:effectLst/>
                <a:latin typeface="+mn-lt"/>
                <a:ea typeface="+mn-ea"/>
                <a:cs typeface="+mn-cs"/>
              </a:rPr>
              <a:t>merge</a:t>
            </a:r>
            <a:r>
              <a:rPr lang="zh-CN" altLang="en-US" sz="1200" b="0" i="0" kern="1200" dirty="0" smtClean="0">
                <a:solidFill>
                  <a:schemeClr val="tx1"/>
                </a:solidFill>
                <a:effectLst/>
                <a:latin typeface="+mn-lt"/>
                <a:ea typeface="+mn-ea"/>
                <a:cs typeface="+mn-cs"/>
              </a:rPr>
              <a:t>，目前做的全部</a:t>
            </a:r>
            <a:r>
              <a:rPr lang="en-US" altLang="zh-CN" sz="1200" b="0" i="0" kern="1200" dirty="0" smtClean="0">
                <a:solidFill>
                  <a:schemeClr val="tx1"/>
                </a:solidFill>
                <a:effectLst/>
                <a:latin typeface="+mn-lt"/>
                <a:ea typeface="+mn-ea"/>
                <a:cs typeface="+mn-cs"/>
              </a:rPr>
              <a:t>merge </a:t>
            </a:r>
            <a:r>
              <a:rPr lang="en-US" altLang="zh-CN" sz="1200" b="0" i="0" kern="1200" dirty="0" err="1" smtClean="0">
                <a:solidFill>
                  <a:schemeClr val="tx1"/>
                </a:solidFill>
                <a:effectLst/>
                <a:latin typeface="+mn-lt"/>
                <a:ea typeface="+mn-ea"/>
                <a:cs typeface="+mn-cs"/>
              </a:rPr>
              <a:t>github</a:t>
            </a:r>
            <a:r>
              <a:rPr lang="en-US" altLang="zh-CN" sz="1200" b="0" i="0" kern="1200" dirty="0" smtClean="0">
                <a:solidFill>
                  <a:schemeClr val="tx1"/>
                </a:solidFill>
                <a:effectLst/>
                <a:latin typeface="+mn-lt"/>
                <a:ea typeface="+mn-ea"/>
                <a:cs typeface="+mn-cs"/>
              </a:rPr>
              <a:t> master</a:t>
            </a:r>
            <a:r>
              <a:rPr lang="zh-CN" altLang="en-US" sz="1200" b="0" i="0" kern="1200" dirty="0" smtClean="0">
                <a:solidFill>
                  <a:schemeClr val="tx1"/>
                </a:solidFill>
                <a:effectLst/>
                <a:latin typeface="+mn-lt"/>
                <a:ea typeface="+mn-ea"/>
                <a:cs typeface="+mn-cs"/>
              </a:rPr>
              <a:t>分支；</a:t>
            </a:r>
          </a:p>
          <a:p>
            <a:r>
              <a:rPr lang="zh-CN" altLang="en-US" sz="1200" b="0" i="0" kern="1200" dirty="0" smtClean="0">
                <a:solidFill>
                  <a:schemeClr val="tx1"/>
                </a:solidFill>
                <a:effectLst/>
                <a:latin typeface="+mn-lt"/>
                <a:ea typeface="+mn-ea"/>
                <a:cs typeface="+mn-cs"/>
              </a:rPr>
              <a:t>资源：服务器资源以借用为主，数据资源打通；</a:t>
            </a:r>
          </a:p>
          <a:p>
            <a:r>
              <a:rPr lang="zh-CN" altLang="en-US" sz="1200" b="0" i="0" kern="1200" dirty="0" smtClean="0">
                <a:solidFill>
                  <a:schemeClr val="tx1"/>
                </a:solidFill>
                <a:effectLst/>
                <a:latin typeface="+mn-lt"/>
                <a:ea typeface="+mn-ea"/>
                <a:cs typeface="+mn-cs"/>
              </a:rPr>
              <a:t>功能：第一次对接业务可行性测试，即百亿级数据量，</a:t>
            </a:r>
            <a:r>
              <a:rPr lang="en-US" altLang="zh-CN" sz="1200" b="0" i="0" kern="1200" dirty="0" err="1" smtClean="0">
                <a:solidFill>
                  <a:schemeClr val="tx1"/>
                </a:solidFill>
                <a:effectLst/>
                <a:latin typeface="+mn-lt"/>
                <a:ea typeface="+mn-ea"/>
                <a:cs typeface="+mn-cs"/>
              </a:rPr>
              <a:t>sql</a:t>
            </a:r>
            <a:r>
              <a:rPr lang="zh-CN" altLang="en-US" sz="1200" b="0" i="0" kern="1200" dirty="0" smtClean="0">
                <a:solidFill>
                  <a:schemeClr val="tx1"/>
                </a:solidFill>
                <a:effectLst/>
                <a:latin typeface="+mn-lt"/>
                <a:ea typeface="+mn-ea"/>
                <a:cs typeface="+mn-cs"/>
              </a:rPr>
              <a:t>是否兼容，功能是否满足需要未知</a:t>
            </a:r>
          </a:p>
          <a:p>
            <a:r>
              <a:rPr lang="zh-CN" altLang="en-US" sz="1200" b="0" i="0" kern="1200" dirty="0" smtClean="0">
                <a:solidFill>
                  <a:schemeClr val="tx1"/>
                </a:solidFill>
                <a:effectLst/>
                <a:latin typeface="+mn-lt"/>
                <a:ea typeface="+mn-ea"/>
                <a:cs typeface="+mn-cs"/>
              </a:rPr>
              <a:t>性能：第一次进行基准测试，是否满足需求不可知</a:t>
            </a:r>
          </a:p>
          <a:p>
            <a:r>
              <a:rPr lang="zh-CN" altLang="en-US" sz="1200" b="0" i="0" kern="1200" dirty="0" smtClean="0">
                <a:solidFill>
                  <a:schemeClr val="tx1"/>
                </a:solidFill>
                <a:effectLst/>
                <a:latin typeface="+mn-lt"/>
                <a:ea typeface="+mn-ea"/>
                <a:cs typeface="+mn-cs"/>
              </a:rPr>
              <a:t>地点：受疫情影响，办公地点比较分散，也不可控</a:t>
            </a:r>
          </a:p>
        </p:txBody>
      </p:sp>
      <p:sp>
        <p:nvSpPr>
          <p:cNvPr id="4" name="灯片编号占位符 3"/>
          <p:cNvSpPr>
            <a:spLocks noGrp="1"/>
          </p:cNvSpPr>
          <p:nvPr>
            <p:ph type="sldNum" sz="quarter" idx="10"/>
          </p:nvPr>
        </p:nvSpPr>
        <p:spPr/>
        <p:txBody>
          <a:bodyPr/>
          <a:lstStyle/>
          <a:p>
            <a:fld id="{7A596F9B-3F3A-754E-B54D-BFDCBFFB48C4}" type="slidenum">
              <a:rPr kumimoji="1" lang="zh-CN" altLang="en-US" smtClean="0"/>
              <a:t>26</a:t>
            </a:fld>
            <a:endParaRPr kumimoji="1" lang="zh-CN" altLang="en-US"/>
          </a:p>
        </p:txBody>
      </p:sp>
    </p:spTree>
    <p:extLst>
      <p:ext uri="{BB962C8B-B14F-4D97-AF65-F5344CB8AC3E}">
        <p14:creationId xmlns:p14="http://schemas.microsoft.com/office/powerpoint/2010/main" val="14285793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A596F9B-3F3A-754E-B54D-BFDCBFFB48C4}" type="slidenum">
              <a:rPr kumimoji="1" lang="zh-CN" altLang="en-US" smtClean="0"/>
              <a:t>32</a:t>
            </a:fld>
            <a:endParaRPr kumimoji="1" lang="zh-CN" altLang="en-US"/>
          </a:p>
        </p:txBody>
      </p:sp>
    </p:spTree>
    <p:extLst>
      <p:ext uri="{BB962C8B-B14F-4D97-AF65-F5344CB8AC3E}">
        <p14:creationId xmlns:p14="http://schemas.microsoft.com/office/powerpoint/2010/main" val="38172142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10" name="图片 9" descr="卡通人物&#10;&#10;描述已自动生成">
            <a:extLst>
              <a:ext uri="{FF2B5EF4-FFF2-40B4-BE49-F238E27FC236}">
                <a16:creationId xmlns="" xmlns:a16="http://schemas.microsoft.com/office/drawing/2014/main" id="{4C3D7B5F-B196-0541-A199-FCCDC2FA403E}"/>
              </a:ext>
            </a:extLst>
          </p:cNvPr>
          <p:cNvPicPr>
            <a:picLocks noChangeAspect="1"/>
          </p:cNvPicPr>
          <p:nvPr userDrawn="1"/>
        </p:nvPicPr>
        <p:blipFill>
          <a:blip r:embed="rId2"/>
          <a:stretch>
            <a:fillRect/>
          </a:stretch>
        </p:blipFill>
        <p:spPr>
          <a:xfrm>
            <a:off x="695400" y="5157192"/>
            <a:ext cx="1248139" cy="360040"/>
          </a:xfrm>
          <a:prstGeom prst="rect">
            <a:avLst/>
          </a:prstGeom>
        </p:spPr>
      </p:pic>
      <p:sp>
        <p:nvSpPr>
          <p:cNvPr id="11" name="矩形 10">
            <a:extLst>
              <a:ext uri="{FF2B5EF4-FFF2-40B4-BE49-F238E27FC236}">
                <a16:creationId xmlns="" xmlns:a16="http://schemas.microsoft.com/office/drawing/2014/main" id="{3C77B756-4023-D842-B469-D077FAABB428}"/>
              </a:ext>
            </a:extLst>
          </p:cNvPr>
          <p:cNvSpPr/>
          <p:nvPr userDrawn="1"/>
        </p:nvSpPr>
        <p:spPr>
          <a:xfrm>
            <a:off x="0" y="0"/>
            <a:ext cx="12192000" cy="4797152"/>
          </a:xfrm>
          <a:prstGeom prst="rect">
            <a:avLst/>
          </a:prstGeom>
          <a:solidFill>
            <a:srgbClr val="65BA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标题 1"/>
          <p:cNvSpPr>
            <a:spLocks noGrp="1"/>
          </p:cNvSpPr>
          <p:nvPr>
            <p:ph type="ctrTitle"/>
          </p:nvPr>
        </p:nvSpPr>
        <p:spPr>
          <a:xfrm>
            <a:off x="1524000" y="1122363"/>
            <a:ext cx="9144000" cy="1514549"/>
          </a:xfrm>
        </p:spPr>
        <p:txBody>
          <a:bodyPr anchor="b">
            <a:normAutofit/>
          </a:bodyPr>
          <a:lstStyle>
            <a:lvl1pPr algn="ctr">
              <a:defRPr sz="5400" b="1">
                <a:solidFill>
                  <a:schemeClr val="bg1"/>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p>
        </p:txBody>
      </p:sp>
      <p:sp>
        <p:nvSpPr>
          <p:cNvPr id="3" name="副标题 2"/>
          <p:cNvSpPr>
            <a:spLocks noGrp="1"/>
          </p:cNvSpPr>
          <p:nvPr>
            <p:ph type="subTitle" idx="1"/>
          </p:nvPr>
        </p:nvSpPr>
        <p:spPr>
          <a:xfrm>
            <a:off x="1524000" y="2897867"/>
            <a:ext cx="9144000" cy="675149"/>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pic>
        <p:nvPicPr>
          <p:cNvPr id="12" name="图片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984432" y="5323592"/>
            <a:ext cx="1726367" cy="949634"/>
          </a:xfrm>
          <a:prstGeom prst="rect">
            <a:avLst/>
          </a:prstGeom>
        </p:spPr>
      </p:pic>
    </p:spTree>
    <p:extLst>
      <p:ext uri="{BB962C8B-B14F-4D97-AF65-F5344CB8AC3E}">
        <p14:creationId xmlns:p14="http://schemas.microsoft.com/office/powerpoint/2010/main" val="119851992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286666968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551384" y="1273938"/>
            <a:ext cx="11089232" cy="517939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矩形 6">
            <a:extLst>
              <a:ext uri="{FF2B5EF4-FFF2-40B4-BE49-F238E27FC236}">
                <a16:creationId xmlns="" xmlns:a16="http://schemas.microsoft.com/office/drawing/2014/main" id="{3C77B756-4023-D842-B469-D077FAABB428}"/>
              </a:ext>
            </a:extLst>
          </p:cNvPr>
          <p:cNvSpPr/>
          <p:nvPr userDrawn="1"/>
        </p:nvSpPr>
        <p:spPr>
          <a:xfrm>
            <a:off x="0" y="6741368"/>
            <a:ext cx="12192000" cy="116632"/>
          </a:xfrm>
          <a:prstGeom prst="rect">
            <a:avLst/>
          </a:prstGeom>
          <a:solidFill>
            <a:srgbClr val="65BA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标题 1"/>
          <p:cNvSpPr>
            <a:spLocks noGrp="1"/>
          </p:cNvSpPr>
          <p:nvPr>
            <p:ph type="title"/>
          </p:nvPr>
        </p:nvSpPr>
        <p:spPr>
          <a:xfrm>
            <a:off x="551384" y="188640"/>
            <a:ext cx="10515600" cy="792088"/>
          </a:xfrm>
        </p:spPr>
        <p:txBody>
          <a:bodyPr/>
          <a:lstStyle/>
          <a:p>
            <a:r>
              <a:rPr lang="zh-CN" altLang="en-US" dirty="0" smtClean="0"/>
              <a:t>单击此处编辑母版标题样式</a:t>
            </a:r>
            <a:endParaRPr lang="zh-CN" altLang="en-US" dirty="0"/>
          </a:p>
        </p:txBody>
      </p:sp>
    </p:spTree>
    <p:extLst>
      <p:ext uri="{BB962C8B-B14F-4D97-AF65-F5344CB8AC3E}">
        <p14:creationId xmlns:p14="http://schemas.microsoft.com/office/powerpoint/2010/main" val="12782103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C411ADAA-9C9B-C14A-9430-A87DED73A044}" type="datetimeFigureOut">
              <a:rPr kumimoji="1" lang="zh-CN" altLang="en-US" smtClean="0"/>
              <a:t>2020/8/20</a:t>
            </a:fld>
            <a:endParaRPr kumimoji="1"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
        <p:nvSpPr>
          <p:cNvPr id="7" name="幻灯片编号占位符 6"/>
          <p:cNvSpPr>
            <a:spLocks noGrp="1"/>
          </p:cNvSpPr>
          <p:nvPr>
            <p:ph type="sldNum" sz="quarter" idx="12"/>
          </p:nvPr>
        </p:nvSpPr>
        <p:spPr>
          <a:xfrm>
            <a:off x="8610600" y="6356350"/>
            <a:ext cx="2743200" cy="365125"/>
          </a:xfrm>
          <a:prstGeom prst="rect">
            <a:avLst/>
          </a:prstGeom>
        </p:spPr>
        <p:txBody>
          <a:bodyPr/>
          <a:lstStyle/>
          <a:p>
            <a:fld id="{90388B4F-6341-4E4F-9A04-23E537491645}" type="slidenum">
              <a:rPr kumimoji="1" lang="zh-CN" altLang="en-US" smtClean="0"/>
              <a:t>‹#›</a:t>
            </a:fld>
            <a:endParaRPr kumimoji="1" lang="zh-CN" altLang="en-US"/>
          </a:p>
        </p:txBody>
      </p:sp>
    </p:spTree>
    <p:extLst>
      <p:ext uri="{BB962C8B-B14F-4D97-AF65-F5344CB8AC3E}">
        <p14:creationId xmlns:p14="http://schemas.microsoft.com/office/powerpoint/2010/main" val="759367452"/>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51384" y="188640"/>
            <a:ext cx="9721080" cy="792088"/>
          </a:xfrm>
        </p:spPr>
        <p:txBody>
          <a:bodyPr/>
          <a:lstStyle/>
          <a:p>
            <a:r>
              <a:rPr kumimoji="1" lang="zh-CN" altLang="en-US" dirty="0"/>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C411ADAA-9C9B-C14A-9430-A87DED73A044}" type="datetimeFigureOut">
              <a:rPr kumimoji="1" lang="zh-CN" altLang="en-US" smtClean="0"/>
              <a:t>2020/8/20</a:t>
            </a:fld>
            <a:endParaRPr kumimoji="1"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
        <p:nvSpPr>
          <p:cNvPr id="5" name="幻灯片编号占位符 4"/>
          <p:cNvSpPr>
            <a:spLocks noGrp="1"/>
          </p:cNvSpPr>
          <p:nvPr>
            <p:ph type="sldNum" sz="quarter" idx="12"/>
          </p:nvPr>
        </p:nvSpPr>
        <p:spPr>
          <a:xfrm>
            <a:off x="8610600" y="6356350"/>
            <a:ext cx="2743200" cy="365125"/>
          </a:xfrm>
          <a:prstGeom prst="rect">
            <a:avLst/>
          </a:prstGeom>
        </p:spPr>
        <p:txBody>
          <a:bodyPr/>
          <a:lstStyle/>
          <a:p>
            <a:fld id="{90388B4F-6341-4E4F-9A04-23E537491645}" type="slidenum">
              <a:rPr kumimoji="1" lang="zh-CN" altLang="en-US" smtClean="0"/>
              <a:t>‹#›</a:t>
            </a:fld>
            <a:endParaRPr kumimoji="1" lang="zh-CN" altLang="en-US"/>
          </a:p>
        </p:txBody>
      </p:sp>
    </p:spTree>
    <p:extLst>
      <p:ext uri="{BB962C8B-B14F-4D97-AF65-F5344CB8AC3E}">
        <p14:creationId xmlns:p14="http://schemas.microsoft.com/office/powerpoint/2010/main" val="5152234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 xmlns:a16="http://schemas.microsoft.com/office/drawing/2014/main" id="{2629053C-7DF3-4F84-830C-CE6E36AD69A8}"/>
              </a:ext>
            </a:extLst>
          </p:cNvPr>
          <p:cNvSpPr/>
          <p:nvPr userDrawn="1"/>
        </p:nvSpPr>
        <p:spPr>
          <a:xfrm>
            <a:off x="5419186" y="645886"/>
            <a:ext cx="6096000" cy="5566229"/>
          </a:xfrm>
          <a:prstGeom prst="rect">
            <a:avLst/>
          </a:prstGeom>
          <a:blipFill>
            <a:blip r:embed="rId2"/>
            <a:srcRect/>
            <a:stretch>
              <a:fillRect l="-623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标题 1"/>
          <p:cNvSpPr>
            <a:spLocks noGrp="1"/>
          </p:cNvSpPr>
          <p:nvPr userDrawn="1">
            <p:ph type="title"/>
          </p:nvPr>
        </p:nvSpPr>
        <p:spPr>
          <a:xfrm>
            <a:off x="1219199" y="3429000"/>
            <a:ext cx="4199987" cy="895350"/>
          </a:xfrm>
        </p:spPr>
        <p:txBody>
          <a:bodyPr anchor="b">
            <a:normAutofit/>
          </a:bodyPr>
          <a:lstStyle>
            <a:lvl1pPr algn="l">
              <a:defRPr sz="2400" b="1">
                <a:solidFill>
                  <a:schemeClr val="accent1"/>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1220315" y="4324350"/>
            <a:ext cx="4199987" cy="1015623"/>
          </a:xfrm>
        </p:spPr>
        <p:txBody>
          <a:bodyPr anchor="t">
            <a:normAutofit/>
          </a:bodyPr>
          <a:lstStyle>
            <a:lvl1pPr marL="0" indent="0" algn="l">
              <a:lnSpc>
                <a:spcPct val="100000"/>
              </a:lnSpc>
              <a:buNone/>
              <a:defRPr sz="1100">
                <a:solidFill>
                  <a:schemeClr val="accent1"/>
                </a:solidFill>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Edit Master text styles</a:t>
            </a:r>
          </a:p>
        </p:txBody>
      </p:sp>
      <p:pic>
        <p:nvPicPr>
          <p:cNvPr id="6146"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351584" y="1359096"/>
            <a:ext cx="1438275" cy="79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5710854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37452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51384" y="188640"/>
            <a:ext cx="10515600" cy="792088"/>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p:cNvSpPr>
            <a:spLocks noGrp="1"/>
          </p:cNvSpPr>
          <p:nvPr>
            <p:ph type="body" idx="1"/>
          </p:nvPr>
        </p:nvSpPr>
        <p:spPr>
          <a:xfrm>
            <a:off x="695400" y="1314068"/>
            <a:ext cx="10801200" cy="4851236"/>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14" name="矩形 13">
            <a:extLst>
              <a:ext uri="{FF2B5EF4-FFF2-40B4-BE49-F238E27FC236}">
                <a16:creationId xmlns="" xmlns:a16="http://schemas.microsoft.com/office/drawing/2014/main" id="{3C77B756-4023-D842-B469-D077FAABB428}"/>
              </a:ext>
            </a:extLst>
          </p:cNvPr>
          <p:cNvSpPr/>
          <p:nvPr userDrawn="1"/>
        </p:nvSpPr>
        <p:spPr>
          <a:xfrm>
            <a:off x="0" y="6741368"/>
            <a:ext cx="12192000" cy="116632"/>
          </a:xfrm>
          <a:prstGeom prst="rect">
            <a:avLst/>
          </a:prstGeom>
          <a:solidFill>
            <a:srgbClr val="65BA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p:cNvSpPr/>
          <p:nvPr userDrawn="1"/>
        </p:nvSpPr>
        <p:spPr>
          <a:xfrm>
            <a:off x="10386463" y="719964"/>
            <a:ext cx="925777" cy="1793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0906800" y="292222"/>
            <a:ext cx="894000" cy="477385"/>
          </a:xfrm>
          <a:prstGeom prst="rect">
            <a:avLst/>
          </a:prstGeom>
        </p:spPr>
      </p:pic>
    </p:spTree>
    <p:extLst>
      <p:ext uri="{BB962C8B-B14F-4D97-AF65-F5344CB8AC3E}">
        <p14:creationId xmlns:p14="http://schemas.microsoft.com/office/powerpoint/2010/main" val="1884981096"/>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50" r:id="rId3"/>
    <p:sldLayoutId id="2147483652" r:id="rId4"/>
    <p:sldLayoutId id="2147483654" r:id="rId5"/>
    <p:sldLayoutId id="2147483656" r:id="rId6"/>
    <p:sldLayoutId id="2147483657" r:id="rId7"/>
  </p:sldLayoutIdLst>
  <p:timing>
    <p:tnLst>
      <p:par>
        <p:cTn id="1" dur="indefinite" restart="never" nodeType="tmRoot"/>
      </p:par>
    </p:tnLst>
  </p:timing>
  <p:txStyles>
    <p:titleStyle>
      <a:lvl1pPr algn="l" defTabSz="914400" rtl="0" eaLnBrk="1" latinLnBrk="0" hangingPunct="1">
        <a:lnSpc>
          <a:spcPct val="90000"/>
        </a:lnSpc>
        <a:spcBef>
          <a:spcPct val="0"/>
        </a:spcBef>
        <a:buNone/>
        <a:defRPr sz="3200" b="0" kern="1200">
          <a:solidFill>
            <a:srgbClr val="65BA67"/>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baidu/BaikalDB" TargetMode="Externa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hyperlink" Target="http://git.17usoft.com/newsql/dcdb"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jpe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0.png"/><Relationship Id="rId4" Type="http://schemas.openxmlformats.org/officeDocument/2006/relationships/image" Target="../media/image25.png"/><Relationship Id="rId9" Type="http://schemas.openxmlformats.org/officeDocument/2006/relationships/hyperlink" Target="http://perf.tcent.cn/portal/cases/1/0/0/20200302DCDB%E4%B8%93%E9%A1%B9/%E5%9B%9E%E5%BD%92%E5%AE%B9%E9%87%8F%E6%B5%8B%E8%AF%95-TrainInsurance-iud-5db"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gif"/><Relationship Id="rId2" Type="http://schemas.openxmlformats.org/officeDocument/2006/relationships/image" Target="../media/image34.g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0.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diagramLayout" Target="../diagrams/layout8.xml"/><Relationship Id="rId7" Type="http://schemas.openxmlformats.org/officeDocument/2006/relationships/image" Target="../media/image37.png"/><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g"/><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7688" y="500063"/>
            <a:ext cx="5934075" cy="585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025875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noAutofit/>
          </a:bodyPr>
          <a:lstStyle/>
          <a:p>
            <a:r>
              <a:rPr lang="zh-CN" altLang="en-US" sz="3600" dirty="0" smtClean="0"/>
              <a:t>浅谈</a:t>
            </a:r>
            <a:r>
              <a:rPr lang="en-US" altLang="zh-CN" sz="3600" dirty="0"/>
              <a:t>DCDB</a:t>
            </a:r>
            <a:r>
              <a:rPr lang="zh-CN" altLang="en-US" sz="3600" dirty="0"/>
              <a:t>是如何提升</a:t>
            </a:r>
            <a:r>
              <a:rPr lang="en-US" altLang="zh-CN" sz="3600" dirty="0"/>
              <a:t>10</a:t>
            </a:r>
            <a:r>
              <a:rPr lang="zh-CN" altLang="en-US" sz="3600" dirty="0"/>
              <a:t>倍性能</a:t>
            </a:r>
            <a:r>
              <a:rPr lang="zh-CN" altLang="en-US" sz="3600" dirty="0" smtClean="0"/>
              <a:t>的</a:t>
            </a:r>
            <a:r>
              <a:rPr lang="en-US" altLang="zh-CN" sz="3600" dirty="0" smtClean="0"/>
              <a:t/>
            </a:r>
            <a:br>
              <a:rPr lang="en-US" altLang="zh-CN" sz="3600" dirty="0" smtClean="0"/>
            </a:br>
            <a:r>
              <a:rPr lang="zh-CN" altLang="en-US" sz="3600" dirty="0" smtClean="0"/>
              <a:t>带</a:t>
            </a:r>
            <a:r>
              <a:rPr lang="zh-CN" altLang="en-US" sz="3600" dirty="0"/>
              <a:t>你了解专项背后的故事</a:t>
            </a:r>
          </a:p>
        </p:txBody>
      </p:sp>
      <p:sp>
        <p:nvSpPr>
          <p:cNvPr id="5" name="副标题 4"/>
          <p:cNvSpPr>
            <a:spLocks noGrp="1"/>
          </p:cNvSpPr>
          <p:nvPr>
            <p:ph type="subTitle" idx="1"/>
          </p:nvPr>
        </p:nvSpPr>
        <p:spPr/>
        <p:txBody>
          <a:bodyPr/>
          <a:lstStyle/>
          <a:p>
            <a:r>
              <a:rPr lang="zh-CN" altLang="en-US" dirty="0"/>
              <a:t>王</a:t>
            </a:r>
            <a:r>
              <a:rPr lang="zh-CN" altLang="en-US" dirty="0" smtClean="0"/>
              <a:t>勇</a:t>
            </a:r>
            <a:r>
              <a:rPr lang="en-US" altLang="zh-CN" dirty="0"/>
              <a:t> </a:t>
            </a:r>
            <a:r>
              <a:rPr lang="en-US" altLang="zh-CN" dirty="0" smtClean="0"/>
              <a:t>2020</a:t>
            </a:r>
            <a:r>
              <a:rPr lang="zh-CN" altLang="en-US" dirty="0" smtClean="0"/>
              <a:t>年</a:t>
            </a:r>
            <a:r>
              <a:rPr lang="en-US" altLang="zh-CN" dirty="0" smtClean="0"/>
              <a:t>8</a:t>
            </a:r>
            <a:r>
              <a:rPr lang="zh-CN" altLang="en-US" dirty="0" smtClean="0"/>
              <a:t>月</a:t>
            </a:r>
            <a:r>
              <a:rPr lang="en-US" altLang="zh-CN" dirty="0" smtClean="0"/>
              <a:t>21</a:t>
            </a:r>
            <a:r>
              <a:rPr lang="zh-CN" altLang="en-US" dirty="0" smtClean="0"/>
              <a:t>日</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811568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#487days</a:t>
            </a:r>
            <a:r>
              <a:rPr lang="zh-CN" altLang="en-US" dirty="0" smtClean="0"/>
              <a:t>，</a:t>
            </a:r>
            <a:r>
              <a:rPr lang="en-US" altLang="zh-CN" dirty="0" smtClean="0"/>
              <a:t>10x up!#</a:t>
            </a:r>
            <a:endParaRPr lang="zh-CN" altLang="en-US" dirty="0"/>
          </a:p>
        </p:txBody>
      </p:sp>
      <p:cxnSp>
        <p:nvCxnSpPr>
          <p:cNvPr id="3" name="直接连接符 2"/>
          <p:cNvCxnSpPr/>
          <p:nvPr/>
        </p:nvCxnSpPr>
        <p:spPr>
          <a:xfrm>
            <a:off x="389366" y="980728"/>
            <a:ext cx="11413268" cy="0"/>
          </a:xfrm>
          <a:prstGeom prst="line">
            <a:avLst/>
          </a:prstGeom>
          <a:ln w="12700">
            <a:solidFill>
              <a:srgbClr val="65BA67"/>
            </a:solidFill>
          </a:ln>
        </p:spPr>
        <p:style>
          <a:lnRef idx="1">
            <a:schemeClr val="accent1"/>
          </a:lnRef>
          <a:fillRef idx="0">
            <a:schemeClr val="accent1"/>
          </a:fillRef>
          <a:effectRef idx="0">
            <a:schemeClr val="accent1"/>
          </a:effectRef>
          <a:fontRef idx="minor">
            <a:schemeClr val="tx1"/>
          </a:fontRef>
        </p:style>
      </p:cxn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672" y="1196752"/>
            <a:ext cx="5328592" cy="53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1419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p>
        </p:txBody>
      </p:sp>
      <p:graphicFrame>
        <p:nvGraphicFramePr>
          <p:cNvPr id="6" name="图示 5"/>
          <p:cNvGraphicFramePr/>
          <p:nvPr>
            <p:extLst>
              <p:ext uri="{D42A27DB-BD31-4B8C-83A1-F6EECF244321}">
                <p14:modId xmlns:p14="http://schemas.microsoft.com/office/powerpoint/2010/main" val="1262099002"/>
              </p:ext>
            </p:extLst>
          </p:nvPr>
        </p:nvGraphicFramePr>
        <p:xfrm>
          <a:off x="1271464" y="1052736"/>
          <a:ext cx="9433048" cy="49685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536180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公司业务的快速增长</a:t>
            </a:r>
            <a:r>
              <a:rPr lang="zh-CN" altLang="en-US" dirty="0"/>
              <a:t>：</a:t>
            </a:r>
            <a:r>
              <a:rPr lang="zh-CN" altLang="en-US" dirty="0" smtClean="0"/>
              <a:t>内部背景</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pPr/>
              <a:t>5</a:t>
            </a:fld>
            <a:endParaRPr lang="zh-CN" altLang="en-US" dirty="0"/>
          </a:p>
        </p:txBody>
      </p:sp>
      <p:sp>
        <p:nvSpPr>
          <p:cNvPr id="50" name="内容占位符 2"/>
          <p:cNvSpPr txBox="1">
            <a:spLocks/>
          </p:cNvSpPr>
          <p:nvPr/>
        </p:nvSpPr>
        <p:spPr>
          <a:xfrm>
            <a:off x="494270" y="1443553"/>
            <a:ext cx="11368215" cy="4409003"/>
          </a:xfrm>
          <a:prstGeom prst="rect">
            <a:avLst/>
          </a:prstGeom>
        </p:spPr>
        <p:txBody>
          <a:bodyPr vert="horz" lIns="91440" tIns="45720" rIns="91440" bIns="45720" rtlCol="0">
            <a:normAutofit/>
          </a:bodyPr>
          <a:lstStyle>
            <a:lvl1pPr marL="228589" indent="-228589" algn="l" defTabSz="914354"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t>业务场景：会员、订单库等在线</a:t>
            </a:r>
            <a:r>
              <a:rPr lang="en-US" altLang="zh-CN" dirty="0" smtClean="0"/>
              <a:t>OLTP</a:t>
            </a:r>
            <a:r>
              <a:rPr lang="zh-CN" altLang="en-US" dirty="0" smtClean="0"/>
              <a:t>场景，同时满足常见</a:t>
            </a:r>
            <a:r>
              <a:rPr lang="en-US" altLang="zh-CN" dirty="0" smtClean="0"/>
              <a:t>OLAP</a:t>
            </a:r>
            <a:r>
              <a:rPr lang="zh-CN" altLang="en-US" dirty="0" smtClean="0"/>
              <a:t>需求</a:t>
            </a:r>
            <a:endParaRPr lang="en-US" altLang="zh-CN" dirty="0" smtClean="0"/>
          </a:p>
          <a:p>
            <a:endParaRPr lang="en-US" altLang="zh-CN" dirty="0" smtClean="0"/>
          </a:p>
          <a:p>
            <a:pPr marL="0" indent="0">
              <a:buFont typeface="Arial" panose="020B0604020202020204" pitchFamily="34" charset="0"/>
              <a:buNone/>
            </a:pPr>
            <a:endParaRPr lang="en-US" altLang="zh-CN" dirty="0"/>
          </a:p>
        </p:txBody>
      </p:sp>
      <p:graphicFrame>
        <p:nvGraphicFramePr>
          <p:cNvPr id="52" name="图示 51"/>
          <p:cNvGraphicFramePr/>
          <p:nvPr>
            <p:extLst>
              <p:ext uri="{D42A27DB-BD31-4B8C-83A1-F6EECF244321}">
                <p14:modId xmlns:p14="http://schemas.microsoft.com/office/powerpoint/2010/main" val="3413775666"/>
              </p:ext>
            </p:extLst>
          </p:nvPr>
        </p:nvGraphicFramePr>
        <p:xfrm>
          <a:off x="152111" y="2990345"/>
          <a:ext cx="7528065" cy="26660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4" name="文本框 6"/>
          <p:cNvSpPr txBox="1"/>
          <p:nvPr/>
        </p:nvSpPr>
        <p:spPr>
          <a:xfrm>
            <a:off x="7752184" y="2617137"/>
            <a:ext cx="4032448" cy="2492990"/>
          </a:xfrm>
          <a:prstGeom prst="rect">
            <a:avLst/>
          </a:prstGeom>
          <a:noFill/>
        </p:spPr>
        <p:txBody>
          <a:bodyPr wrap="square" rtlCol="0">
            <a:spAutoFit/>
          </a:bodyPr>
          <a:lstStyle/>
          <a:p>
            <a:r>
              <a:rPr lang="zh-CN" altLang="en-US" sz="3200" b="1" dirty="0" smtClean="0">
                <a:solidFill>
                  <a:srgbClr val="FF0000"/>
                </a:solidFill>
              </a:rPr>
              <a:t>痛点</a:t>
            </a:r>
            <a:r>
              <a:rPr lang="zh-CN" altLang="en-US" sz="2800" b="1" dirty="0" smtClean="0">
                <a:solidFill>
                  <a:srgbClr val="FF0000"/>
                </a:solidFill>
              </a:rPr>
              <a:t>！</a:t>
            </a:r>
            <a:r>
              <a:rPr lang="zh-CN" altLang="en-US" sz="3200" b="1" dirty="0" smtClean="0">
                <a:solidFill>
                  <a:srgbClr val="FF0000"/>
                </a:solidFill>
              </a:rPr>
              <a:t>！</a:t>
            </a:r>
            <a:r>
              <a:rPr lang="zh-CN" altLang="en-US" sz="3600" b="1" dirty="0" smtClean="0">
                <a:solidFill>
                  <a:srgbClr val="FF0000"/>
                </a:solidFill>
              </a:rPr>
              <a:t>！</a:t>
            </a:r>
            <a:endParaRPr lang="en-US" altLang="zh-CN" sz="3600" b="1" dirty="0" smtClean="0">
              <a:solidFill>
                <a:srgbClr val="FF0000"/>
              </a:solidFill>
            </a:endParaRPr>
          </a:p>
          <a:p>
            <a:r>
              <a:rPr lang="en-US" altLang="zh-CN" sz="2000" b="1" dirty="0">
                <a:solidFill>
                  <a:srgbClr val="FF0000"/>
                </a:solidFill>
              </a:rPr>
              <a:t>OLAP</a:t>
            </a:r>
            <a:r>
              <a:rPr lang="zh-CN" altLang="en-US" sz="2000" b="1" dirty="0">
                <a:solidFill>
                  <a:srgbClr val="FF0000"/>
                </a:solidFill>
              </a:rPr>
              <a:t>业务跑在行</a:t>
            </a:r>
            <a:r>
              <a:rPr lang="zh-CN" altLang="en-US" sz="2000" b="1" dirty="0" smtClean="0">
                <a:solidFill>
                  <a:srgbClr val="FF0000"/>
                </a:solidFill>
              </a:rPr>
              <a:t>存上</a:t>
            </a:r>
            <a:r>
              <a:rPr lang="zh-CN" altLang="en-US" sz="2000" b="1" dirty="0">
                <a:solidFill>
                  <a:srgbClr val="FF0000"/>
                </a:solidFill>
              </a:rPr>
              <a:t>查询速度</a:t>
            </a:r>
            <a:r>
              <a:rPr lang="zh-CN" altLang="en-US" sz="2000" b="1" dirty="0" smtClean="0">
                <a:solidFill>
                  <a:srgbClr val="FF0000"/>
                </a:solidFill>
              </a:rPr>
              <a:t>慢</a:t>
            </a:r>
            <a:endParaRPr lang="en-US" altLang="zh-CN" sz="2000" b="1" dirty="0" smtClean="0">
              <a:solidFill>
                <a:srgbClr val="FF0000"/>
              </a:solidFill>
            </a:endParaRPr>
          </a:p>
          <a:p>
            <a:r>
              <a:rPr lang="zh-CN" altLang="en-US" sz="2000" b="1" dirty="0">
                <a:solidFill>
                  <a:srgbClr val="FF0000"/>
                </a:solidFill>
              </a:rPr>
              <a:t>数据库跨中</a:t>
            </a:r>
            <a:r>
              <a:rPr lang="zh-CN" altLang="en-US" sz="2000" b="1" dirty="0" smtClean="0">
                <a:solidFill>
                  <a:srgbClr val="FF0000"/>
                </a:solidFill>
              </a:rPr>
              <a:t>心高</a:t>
            </a:r>
            <a:r>
              <a:rPr lang="zh-CN" altLang="en-US" sz="2000" b="1" dirty="0">
                <a:solidFill>
                  <a:srgbClr val="FF0000"/>
                </a:solidFill>
              </a:rPr>
              <a:t>可用</a:t>
            </a:r>
            <a:r>
              <a:rPr lang="zh-CN" altLang="en-US" sz="2000" b="1" dirty="0" smtClean="0">
                <a:solidFill>
                  <a:srgbClr val="FF0000"/>
                </a:solidFill>
              </a:rPr>
              <a:t>方案待完善</a:t>
            </a:r>
            <a:endParaRPr lang="en-US" altLang="zh-CN" sz="2000" b="1" dirty="0">
              <a:solidFill>
                <a:srgbClr val="FF0000"/>
              </a:solidFill>
            </a:endParaRPr>
          </a:p>
          <a:p>
            <a:r>
              <a:rPr lang="zh-CN" altLang="en-US" sz="2000" b="1" dirty="0" smtClean="0">
                <a:solidFill>
                  <a:srgbClr val="FF0000"/>
                </a:solidFill>
              </a:rPr>
              <a:t>表结构变更效率低</a:t>
            </a:r>
            <a:endParaRPr lang="en-US" altLang="zh-CN" sz="2000" b="1" dirty="0" smtClean="0">
              <a:solidFill>
                <a:srgbClr val="FF0000"/>
              </a:solidFill>
            </a:endParaRPr>
          </a:p>
          <a:p>
            <a:r>
              <a:rPr lang="zh-CN" altLang="en-US" sz="2000" b="1" dirty="0" smtClean="0">
                <a:solidFill>
                  <a:srgbClr val="FF0000"/>
                </a:solidFill>
              </a:rPr>
              <a:t>缩扩容成本高</a:t>
            </a:r>
            <a:endParaRPr lang="en-US" altLang="zh-CN" sz="2000" b="1" dirty="0" smtClean="0">
              <a:solidFill>
                <a:srgbClr val="FF0000"/>
              </a:solidFill>
            </a:endParaRPr>
          </a:p>
          <a:p>
            <a:r>
              <a:rPr lang="zh-CN" altLang="en-US" sz="2000" b="1" dirty="0" smtClean="0">
                <a:solidFill>
                  <a:srgbClr val="FF0000"/>
                </a:solidFill>
              </a:rPr>
              <a:t>开发</a:t>
            </a:r>
            <a:r>
              <a:rPr lang="zh-CN" altLang="en-US" sz="2000" b="1" dirty="0">
                <a:solidFill>
                  <a:srgbClr val="FF0000"/>
                </a:solidFill>
              </a:rPr>
              <a:t>和</a:t>
            </a:r>
            <a:r>
              <a:rPr lang="zh-CN" altLang="en-US" sz="2000" b="1" dirty="0" smtClean="0">
                <a:solidFill>
                  <a:srgbClr val="FF0000"/>
                </a:solidFill>
              </a:rPr>
              <a:t>运维复杂</a:t>
            </a:r>
            <a:endParaRPr lang="en-US" altLang="zh-CN" sz="2000" b="1" dirty="0" smtClean="0">
              <a:solidFill>
                <a:srgbClr val="FF0000"/>
              </a:solidFill>
            </a:endParaRPr>
          </a:p>
          <a:p>
            <a:r>
              <a:rPr lang="zh-CN" altLang="en-US" sz="2000" b="1" dirty="0" smtClean="0">
                <a:solidFill>
                  <a:srgbClr val="FF0000"/>
                </a:solidFill>
              </a:rPr>
              <a:t>云原生</a:t>
            </a:r>
            <a:r>
              <a:rPr lang="zh-CN" altLang="en-US" sz="2000" b="1" dirty="0" smtClean="0">
                <a:solidFill>
                  <a:srgbClr val="FF0000"/>
                </a:solidFill>
              </a:rPr>
              <a:t>数据库需求</a:t>
            </a:r>
            <a:endParaRPr lang="en-US" altLang="zh-CN" sz="2000" b="1" dirty="0" smtClean="0">
              <a:solidFill>
                <a:srgbClr val="FF0000"/>
              </a:solidFill>
            </a:endParaRPr>
          </a:p>
        </p:txBody>
      </p:sp>
    </p:spTree>
    <p:extLst>
      <p:ext uri="{BB962C8B-B14F-4D97-AF65-F5344CB8AC3E}">
        <p14:creationId xmlns:p14="http://schemas.microsoft.com/office/powerpoint/2010/main" val="3979674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业界纷纷</a:t>
            </a:r>
            <a:r>
              <a:rPr lang="zh-CN" altLang="en-US" dirty="0"/>
              <a:t>布局</a:t>
            </a:r>
            <a:r>
              <a:rPr lang="en-US" altLang="zh-CN" dirty="0" err="1" smtClean="0"/>
              <a:t>NewSQL</a:t>
            </a:r>
            <a:r>
              <a:rPr lang="zh-CN" altLang="en-US" dirty="0" smtClean="0"/>
              <a:t>：外部背景</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pPr/>
              <a:t>6</a:t>
            </a:fld>
            <a:endParaRPr lang="zh-CN" altLang="en-US"/>
          </a:p>
        </p:txBody>
      </p:sp>
      <p:grpSp>
        <p:nvGrpSpPr>
          <p:cNvPr id="5" name="333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852926" y="1662379"/>
            <a:ext cx="10486158" cy="4134583"/>
            <a:chOff x="852926" y="1662379"/>
            <a:chExt cx="10486158" cy="4134583"/>
          </a:xfrm>
        </p:grpSpPr>
        <p:cxnSp>
          <p:nvCxnSpPr>
            <p:cNvPr id="6" name="直接连接符 5"/>
            <p:cNvCxnSpPr/>
            <p:nvPr/>
          </p:nvCxnSpPr>
          <p:spPr>
            <a:xfrm>
              <a:off x="1103394" y="3640592"/>
              <a:ext cx="9985213" cy="0"/>
            </a:xfrm>
            <a:prstGeom prst="line">
              <a:avLst/>
            </a:prstGeom>
            <a:ln w="19050">
              <a:solidFill>
                <a:schemeClr val="bg1">
                  <a:lumMod val="75000"/>
                </a:schemeClr>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59" name="ïṥḻiďê"/>
            <p:cNvSpPr txBox="1"/>
            <p:nvPr/>
          </p:nvSpPr>
          <p:spPr>
            <a:xfrm>
              <a:off x="2483767" y="1685599"/>
              <a:ext cx="2109865" cy="253916"/>
            </a:xfrm>
            <a:prstGeom prst="rect">
              <a:avLst/>
            </a:prstGeom>
            <a:noFill/>
          </p:spPr>
          <p:txBody>
            <a:bodyPr wrap="none" lIns="90000" tIns="46800" rIns="90000" bIns="46800" anchor="t">
              <a:noAutofit/>
            </a:bodyPr>
            <a:lstStyle/>
            <a:p>
              <a:r>
                <a:rPr lang="en-US" altLang="zh-CN" sz="1600" b="1" dirty="0" smtClean="0"/>
                <a:t>Google Spanner</a:t>
              </a:r>
              <a:endParaRPr lang="zh-CN" altLang="en-US" sz="1600" b="1" dirty="0"/>
            </a:p>
          </p:txBody>
        </p:sp>
        <p:sp>
          <p:nvSpPr>
            <p:cNvPr id="57" name="iṧlîḍè"/>
            <p:cNvSpPr txBox="1"/>
            <p:nvPr/>
          </p:nvSpPr>
          <p:spPr>
            <a:xfrm>
              <a:off x="852926" y="4844718"/>
              <a:ext cx="2109865" cy="253916"/>
            </a:xfrm>
            <a:prstGeom prst="rect">
              <a:avLst/>
            </a:prstGeom>
            <a:noFill/>
          </p:spPr>
          <p:txBody>
            <a:bodyPr wrap="none" lIns="90000" tIns="46800" rIns="90000" bIns="46800" anchor="t">
              <a:noAutofit/>
            </a:bodyPr>
            <a:lstStyle/>
            <a:p>
              <a:pPr algn="r"/>
              <a:r>
                <a:rPr lang="en-US" altLang="zh-CN" sz="1600" b="1" dirty="0" smtClean="0"/>
                <a:t>Amazon Aurora</a:t>
              </a:r>
              <a:endParaRPr lang="zh-CN" altLang="en-US" sz="1600" b="1" dirty="0"/>
            </a:p>
          </p:txBody>
        </p:sp>
        <p:grpSp>
          <p:nvGrpSpPr>
            <p:cNvPr id="9" name="í$ľídé"/>
            <p:cNvGrpSpPr/>
            <p:nvPr/>
          </p:nvGrpSpPr>
          <p:grpSpPr>
            <a:xfrm>
              <a:off x="5856492" y="1685599"/>
              <a:ext cx="2109865" cy="952249"/>
              <a:chOff x="5856492" y="1685599"/>
              <a:chExt cx="2109865" cy="952249"/>
            </a:xfrm>
          </p:grpSpPr>
          <p:sp>
            <p:nvSpPr>
              <p:cNvPr id="55" name="îṥliḍè"/>
              <p:cNvSpPr txBox="1"/>
              <p:nvPr/>
            </p:nvSpPr>
            <p:spPr>
              <a:xfrm>
                <a:off x="5856492" y="1685599"/>
                <a:ext cx="2109865" cy="253916"/>
              </a:xfrm>
              <a:prstGeom prst="rect">
                <a:avLst/>
              </a:prstGeom>
              <a:noFill/>
            </p:spPr>
            <p:txBody>
              <a:bodyPr wrap="none" lIns="90000" tIns="46800" rIns="90000" bIns="46800" anchor="t">
                <a:noAutofit/>
              </a:bodyPr>
              <a:lstStyle/>
              <a:p>
                <a:r>
                  <a:rPr lang="zh-CN" altLang="en-US" sz="1600" b="1" dirty="0"/>
                  <a:t>阿里</a:t>
                </a:r>
                <a:r>
                  <a:rPr lang="en-US" altLang="zh-CN" sz="1600" b="1" dirty="0" err="1" smtClean="0"/>
                  <a:t>OceanBase</a:t>
                </a:r>
                <a:endParaRPr lang="zh-CN" altLang="en-US" sz="1600" b="1" dirty="0"/>
              </a:p>
            </p:txBody>
          </p:sp>
          <p:sp>
            <p:nvSpPr>
              <p:cNvPr id="56" name="íṩḷîḋé"/>
              <p:cNvSpPr txBox="1"/>
              <p:nvPr/>
            </p:nvSpPr>
            <p:spPr>
              <a:xfrm>
                <a:off x="5856492" y="1939515"/>
                <a:ext cx="2109865" cy="698333"/>
              </a:xfrm>
              <a:prstGeom prst="rect">
                <a:avLst/>
              </a:prstGeom>
              <a:noFill/>
            </p:spPr>
            <p:txBody>
              <a:bodyPr wrap="square" lIns="90000" tIns="46800" rIns="90000" bIns="46800" anchor="t">
                <a:normAutofit/>
              </a:bodyPr>
              <a:lstStyle/>
              <a:p>
                <a:pPr defTabSz="1219170">
                  <a:lnSpc>
                    <a:spcPct val="120000"/>
                  </a:lnSpc>
                  <a:spcBef>
                    <a:spcPct val="0"/>
                  </a:spcBef>
                  <a:defRPr/>
                </a:pPr>
                <a:r>
                  <a:rPr lang="en-US" altLang="zh-CN" sz="1000" dirty="0" err="1" smtClean="0">
                    <a:solidFill>
                      <a:schemeClr val="dk1">
                        <a:lumMod val="100000"/>
                      </a:schemeClr>
                    </a:solidFill>
                  </a:rPr>
                  <a:t>OceanBase</a:t>
                </a:r>
                <a:r>
                  <a:rPr lang="zh-CN" altLang="en-US" sz="1000" dirty="0">
                    <a:solidFill>
                      <a:schemeClr val="dk1">
                        <a:lumMod val="100000"/>
                      </a:schemeClr>
                    </a:solidFill>
                  </a:rPr>
                  <a:t> </a:t>
                </a:r>
                <a:r>
                  <a:rPr lang="en-US" altLang="zh-CN" sz="1000" dirty="0" smtClean="0">
                    <a:solidFill>
                      <a:schemeClr val="dk1">
                        <a:lumMod val="100000"/>
                      </a:schemeClr>
                    </a:solidFill>
                  </a:rPr>
                  <a:t>1.0</a:t>
                </a:r>
                <a:r>
                  <a:rPr lang="zh-CN" altLang="en-US" sz="1000" dirty="0" smtClean="0">
                    <a:solidFill>
                      <a:schemeClr val="dk1">
                        <a:lumMod val="100000"/>
                      </a:schemeClr>
                    </a:solidFill>
                  </a:rPr>
                  <a:t>版本在支付宝账号系统上线，支撑起</a:t>
                </a:r>
                <a:r>
                  <a:rPr lang="en-US" altLang="zh-CN" sz="1000" dirty="0" smtClean="0">
                    <a:solidFill>
                      <a:schemeClr val="dk1">
                        <a:lumMod val="100000"/>
                      </a:schemeClr>
                    </a:solidFill>
                  </a:rPr>
                  <a:t>12</a:t>
                </a:r>
                <a:r>
                  <a:rPr lang="zh-CN" altLang="en-US" sz="1000" dirty="0" smtClean="0">
                    <a:solidFill>
                      <a:schemeClr val="dk1">
                        <a:lumMod val="100000"/>
                      </a:schemeClr>
                    </a:solidFill>
                  </a:rPr>
                  <a:t>万笔</a:t>
                </a:r>
                <a:r>
                  <a:rPr lang="en-US" altLang="zh-CN" sz="1000" dirty="0" smtClean="0">
                    <a:solidFill>
                      <a:schemeClr val="dk1">
                        <a:lumMod val="100000"/>
                      </a:schemeClr>
                    </a:solidFill>
                  </a:rPr>
                  <a:t>/</a:t>
                </a:r>
                <a:r>
                  <a:rPr lang="zh-CN" altLang="en-US" sz="1000" dirty="0" smtClean="0">
                    <a:solidFill>
                      <a:schemeClr val="dk1">
                        <a:lumMod val="100000"/>
                      </a:schemeClr>
                    </a:solidFill>
                  </a:rPr>
                  <a:t>秒的</a:t>
                </a:r>
                <a:r>
                  <a:rPr lang="zh-CN" altLang="en-US" sz="1000" dirty="0">
                    <a:solidFill>
                      <a:schemeClr val="dk1">
                        <a:lumMod val="100000"/>
                      </a:schemeClr>
                    </a:solidFill>
                  </a:rPr>
                  <a:t/>
                </a:r>
                <a:br>
                  <a:rPr lang="zh-CN" altLang="en-US" sz="1000" dirty="0">
                    <a:solidFill>
                      <a:schemeClr val="dk1">
                        <a:lumMod val="100000"/>
                      </a:schemeClr>
                    </a:solidFill>
                  </a:rPr>
                </a:br>
                <a:r>
                  <a:rPr lang="zh-CN" altLang="en-US" sz="1000" dirty="0" smtClean="0">
                    <a:solidFill>
                      <a:schemeClr val="dk1">
                        <a:lumMod val="100000"/>
                      </a:schemeClr>
                    </a:solidFill>
                  </a:rPr>
                  <a:t>支付峰值。</a:t>
                </a:r>
                <a:endParaRPr lang="zh-CN" altLang="en-US" sz="1000" dirty="0">
                  <a:solidFill>
                    <a:schemeClr val="dk1">
                      <a:lumMod val="100000"/>
                    </a:schemeClr>
                  </a:solidFill>
                </a:endParaRPr>
              </a:p>
            </p:txBody>
          </p:sp>
        </p:grpSp>
        <p:sp>
          <p:nvSpPr>
            <p:cNvPr id="53" name="ïśļîḓè"/>
            <p:cNvSpPr txBox="1"/>
            <p:nvPr/>
          </p:nvSpPr>
          <p:spPr>
            <a:xfrm>
              <a:off x="4225651" y="4844712"/>
              <a:ext cx="2109865" cy="952249"/>
            </a:xfrm>
            <a:prstGeom prst="rect">
              <a:avLst/>
            </a:prstGeom>
            <a:noFill/>
          </p:spPr>
          <p:txBody>
            <a:bodyPr wrap="none" lIns="90000" tIns="46800" rIns="90000" bIns="46800" anchor="t">
              <a:noAutofit/>
            </a:bodyPr>
            <a:lstStyle/>
            <a:p>
              <a:pPr algn="r"/>
              <a:r>
                <a:rPr lang="en-US" altLang="zh-CN" sz="1600" b="1" dirty="0" err="1" smtClean="0"/>
                <a:t>PingCap</a:t>
              </a:r>
              <a:r>
                <a:rPr lang="en-US" altLang="zh-CN" sz="1600" b="1" dirty="0" smtClean="0"/>
                <a:t> </a:t>
              </a:r>
              <a:r>
                <a:rPr lang="en-US" altLang="zh-CN" sz="1600" b="1" dirty="0" err="1" smtClean="0"/>
                <a:t>TiDB</a:t>
              </a:r>
              <a:endParaRPr lang="en-US" altLang="zh-CN" sz="1600" b="1" dirty="0" smtClean="0"/>
            </a:p>
            <a:p>
              <a:pPr algn="r"/>
              <a:r>
                <a:rPr lang="en-US" altLang="zh-CN" sz="1600" b="1" dirty="0" err="1" smtClean="0"/>
                <a:t>CockroachDB</a:t>
              </a:r>
              <a:endParaRPr lang="zh-CN" altLang="en-US" sz="1600" b="1" dirty="0"/>
            </a:p>
          </p:txBody>
        </p:sp>
        <p:cxnSp>
          <p:nvCxnSpPr>
            <p:cNvPr id="11" name="直接连接符 10"/>
            <p:cNvCxnSpPr/>
            <p:nvPr/>
          </p:nvCxnSpPr>
          <p:spPr>
            <a:xfrm>
              <a:off x="1880097" y="2746147"/>
              <a:ext cx="0" cy="428948"/>
            </a:xfrm>
            <a:prstGeom prst="line">
              <a:avLst/>
            </a:prstGeom>
            <a:ln w="19050" cap="rnd">
              <a:solidFill>
                <a:schemeClr val="accent1"/>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12" name="îṧḷîḋé"/>
            <p:cNvSpPr txBox="1"/>
            <p:nvPr/>
          </p:nvSpPr>
          <p:spPr>
            <a:xfrm>
              <a:off x="1535452" y="3897725"/>
              <a:ext cx="689291" cy="646331"/>
            </a:xfrm>
            <a:prstGeom prst="rect">
              <a:avLst/>
            </a:prstGeom>
            <a:noFill/>
          </p:spPr>
          <p:txBody>
            <a:bodyPr wrap="none" lIns="90000" tIns="46800" rIns="90000" bIns="46800" anchor="ctr">
              <a:normAutofit/>
            </a:bodyPr>
            <a:lstStyle/>
            <a:p>
              <a:pPr algn="ctr" defTabSz="1219170">
                <a:spcBef>
                  <a:spcPct val="0"/>
                </a:spcBef>
                <a:defRPr/>
              </a:pPr>
              <a:r>
                <a:rPr lang="en-US" dirty="0" smtClean="0">
                  <a:solidFill>
                    <a:schemeClr val="accent1"/>
                  </a:solidFill>
                  <a:latin typeface="Impact" panose="020B0806030902050204" pitchFamily="34" charset="0"/>
                </a:rPr>
                <a:t>2013</a:t>
              </a:r>
              <a:endParaRPr lang="en-US" dirty="0">
                <a:solidFill>
                  <a:schemeClr val="accent1"/>
                </a:solidFill>
                <a:latin typeface="Impact" panose="020B0806030902050204" pitchFamily="34" charset="0"/>
              </a:endParaRPr>
            </a:p>
          </p:txBody>
        </p:sp>
        <p:sp>
          <p:nvSpPr>
            <p:cNvPr id="13" name="íṩḻïḍè"/>
            <p:cNvSpPr/>
            <p:nvPr/>
          </p:nvSpPr>
          <p:spPr>
            <a:xfrm>
              <a:off x="1609730" y="3410330"/>
              <a:ext cx="540734" cy="540730"/>
            </a:xfrm>
            <a:prstGeom prst="ellipse">
              <a:avLst/>
            </a:prstGeom>
            <a:solidFill>
              <a:schemeClr val="bg1"/>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bIns="46800" anchor="ctr">
              <a:normAutofit/>
            </a:bodyPr>
            <a:lstStyle/>
            <a:p>
              <a:pPr algn="ctr"/>
              <a:r>
                <a:rPr lang="en-US" sz="1400" b="1">
                  <a:solidFill>
                    <a:schemeClr val="accent1"/>
                  </a:solidFill>
                </a:rPr>
                <a:t>01</a:t>
              </a:r>
            </a:p>
          </p:txBody>
        </p:sp>
        <p:cxnSp>
          <p:nvCxnSpPr>
            <p:cNvPr id="14" name="直接连接符 13"/>
            <p:cNvCxnSpPr/>
            <p:nvPr/>
          </p:nvCxnSpPr>
          <p:spPr>
            <a:xfrm flipV="1">
              <a:off x="3566460" y="4181080"/>
              <a:ext cx="0" cy="434813"/>
            </a:xfrm>
            <a:prstGeom prst="line">
              <a:avLst/>
            </a:prstGeom>
            <a:ln w="19050" cap="rnd">
              <a:solidFill>
                <a:schemeClr val="accent2"/>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15" name="î$ḷîḓe"/>
            <p:cNvSpPr/>
            <p:nvPr/>
          </p:nvSpPr>
          <p:spPr>
            <a:xfrm>
              <a:off x="3296093" y="3410330"/>
              <a:ext cx="540734" cy="540730"/>
            </a:xfrm>
            <a:prstGeom prst="ellipse">
              <a:avLst/>
            </a:prstGeom>
            <a:solidFill>
              <a:schemeClr val="bg1"/>
            </a:solidFill>
            <a:ln w="762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bIns="46800" anchor="ctr">
              <a:normAutofit/>
            </a:bodyPr>
            <a:lstStyle/>
            <a:p>
              <a:pPr algn="ctr"/>
              <a:r>
                <a:rPr lang="en-US" sz="1400" b="1">
                  <a:solidFill>
                    <a:schemeClr val="accent2"/>
                  </a:solidFill>
                </a:rPr>
                <a:t>02</a:t>
              </a:r>
            </a:p>
          </p:txBody>
        </p:sp>
        <p:sp>
          <p:nvSpPr>
            <p:cNvPr id="16" name="iṩļîďe"/>
            <p:cNvSpPr txBox="1"/>
            <p:nvPr/>
          </p:nvSpPr>
          <p:spPr>
            <a:xfrm>
              <a:off x="3215403" y="2790130"/>
              <a:ext cx="702115" cy="646331"/>
            </a:xfrm>
            <a:prstGeom prst="rect">
              <a:avLst/>
            </a:prstGeom>
            <a:noFill/>
          </p:spPr>
          <p:txBody>
            <a:bodyPr wrap="none" lIns="90000" tIns="46800" rIns="90000" bIns="46800" anchor="ctr">
              <a:normAutofit/>
            </a:bodyPr>
            <a:lstStyle/>
            <a:p>
              <a:pPr algn="ctr" defTabSz="1219170">
                <a:spcBef>
                  <a:spcPct val="0"/>
                </a:spcBef>
                <a:defRPr/>
              </a:pPr>
              <a:r>
                <a:rPr lang="en-US" dirty="0" smtClean="0">
                  <a:solidFill>
                    <a:schemeClr val="accent2"/>
                  </a:solidFill>
                  <a:latin typeface="Impact" panose="020B0806030902050204" pitchFamily="34" charset="0"/>
                </a:rPr>
                <a:t>2014</a:t>
              </a:r>
              <a:endParaRPr lang="en-US" dirty="0">
                <a:solidFill>
                  <a:schemeClr val="accent2"/>
                </a:solidFill>
                <a:latin typeface="Impact" panose="020B0806030902050204" pitchFamily="34" charset="0"/>
              </a:endParaRPr>
            </a:p>
          </p:txBody>
        </p:sp>
        <p:cxnSp>
          <p:nvCxnSpPr>
            <p:cNvPr id="17" name="直接连接符 16"/>
            <p:cNvCxnSpPr/>
            <p:nvPr/>
          </p:nvCxnSpPr>
          <p:spPr>
            <a:xfrm>
              <a:off x="5252823" y="2746147"/>
              <a:ext cx="0" cy="428948"/>
            </a:xfrm>
            <a:prstGeom prst="line">
              <a:avLst/>
            </a:prstGeom>
            <a:ln w="19050" cap="rnd">
              <a:solidFill>
                <a:schemeClr val="accent3"/>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18" name="îṥ1îḑê"/>
            <p:cNvSpPr/>
            <p:nvPr/>
          </p:nvSpPr>
          <p:spPr>
            <a:xfrm>
              <a:off x="4982456" y="3410330"/>
              <a:ext cx="540734" cy="540730"/>
            </a:xfrm>
            <a:prstGeom prst="ellipse">
              <a:avLst/>
            </a:prstGeom>
            <a:solidFill>
              <a:schemeClr val="bg1"/>
            </a:solidFill>
            <a:ln w="762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bIns="46800" anchor="ctr">
              <a:normAutofit/>
            </a:bodyPr>
            <a:lstStyle/>
            <a:p>
              <a:pPr algn="ctr"/>
              <a:r>
                <a:rPr lang="en-US" sz="1400" b="1">
                  <a:solidFill>
                    <a:schemeClr val="accent3"/>
                  </a:solidFill>
                </a:rPr>
                <a:t>03</a:t>
              </a:r>
            </a:p>
          </p:txBody>
        </p:sp>
        <p:sp>
          <p:nvSpPr>
            <p:cNvPr id="19" name="iṩļíḍé"/>
            <p:cNvSpPr txBox="1"/>
            <p:nvPr/>
          </p:nvSpPr>
          <p:spPr>
            <a:xfrm>
              <a:off x="4900964" y="3897725"/>
              <a:ext cx="703719" cy="646331"/>
            </a:xfrm>
            <a:prstGeom prst="rect">
              <a:avLst/>
            </a:prstGeom>
            <a:noFill/>
          </p:spPr>
          <p:txBody>
            <a:bodyPr wrap="none" lIns="90000" tIns="46800" rIns="90000" bIns="46800" anchor="ctr">
              <a:normAutofit/>
            </a:bodyPr>
            <a:lstStyle/>
            <a:p>
              <a:pPr algn="ctr" defTabSz="1219170">
                <a:spcBef>
                  <a:spcPct val="0"/>
                </a:spcBef>
                <a:defRPr/>
              </a:pPr>
              <a:r>
                <a:rPr lang="en-US">
                  <a:solidFill>
                    <a:schemeClr val="accent3"/>
                  </a:solidFill>
                  <a:latin typeface="Impact" panose="020B0806030902050204" pitchFamily="34" charset="0"/>
                </a:rPr>
                <a:t>2016</a:t>
              </a:r>
            </a:p>
          </p:txBody>
        </p:sp>
        <p:cxnSp>
          <p:nvCxnSpPr>
            <p:cNvPr id="20" name="直接连接符 19"/>
            <p:cNvCxnSpPr/>
            <p:nvPr/>
          </p:nvCxnSpPr>
          <p:spPr>
            <a:xfrm flipV="1">
              <a:off x="6939185" y="4147213"/>
              <a:ext cx="0" cy="468680"/>
            </a:xfrm>
            <a:prstGeom prst="line">
              <a:avLst/>
            </a:prstGeom>
            <a:ln w="19050" cap="rnd">
              <a:solidFill>
                <a:schemeClr val="accent4"/>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21" name="îŝlïḋê"/>
            <p:cNvSpPr/>
            <p:nvPr/>
          </p:nvSpPr>
          <p:spPr>
            <a:xfrm>
              <a:off x="6668818" y="3410330"/>
              <a:ext cx="540734" cy="540730"/>
            </a:xfrm>
            <a:prstGeom prst="ellipse">
              <a:avLst/>
            </a:prstGeom>
            <a:solidFill>
              <a:schemeClr val="bg1"/>
            </a:solidFill>
            <a:ln w="762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bIns="46800" anchor="ctr">
              <a:normAutofit/>
            </a:bodyPr>
            <a:lstStyle/>
            <a:p>
              <a:pPr algn="ctr"/>
              <a:r>
                <a:rPr lang="en-US" sz="1400" b="1">
                  <a:solidFill>
                    <a:schemeClr val="accent4"/>
                  </a:solidFill>
                </a:rPr>
                <a:t>04</a:t>
              </a:r>
            </a:p>
          </p:txBody>
        </p:sp>
        <p:sp>
          <p:nvSpPr>
            <p:cNvPr id="22" name="îSḻíďè"/>
            <p:cNvSpPr txBox="1"/>
            <p:nvPr/>
          </p:nvSpPr>
          <p:spPr>
            <a:xfrm>
              <a:off x="6613776" y="2790130"/>
              <a:ext cx="650819" cy="646331"/>
            </a:xfrm>
            <a:prstGeom prst="rect">
              <a:avLst/>
            </a:prstGeom>
            <a:noFill/>
          </p:spPr>
          <p:txBody>
            <a:bodyPr wrap="none" lIns="90000" tIns="46800" rIns="90000" bIns="46800" anchor="ctr">
              <a:normAutofit/>
            </a:bodyPr>
            <a:lstStyle/>
            <a:p>
              <a:pPr algn="ctr" defTabSz="1219170">
                <a:spcBef>
                  <a:spcPct val="0"/>
                </a:spcBef>
                <a:defRPr/>
              </a:pPr>
              <a:r>
                <a:rPr lang="en-US">
                  <a:solidFill>
                    <a:schemeClr val="accent4"/>
                  </a:solidFill>
                  <a:latin typeface="Impact" panose="020B0806030902050204" pitchFamily="34" charset="0"/>
                </a:rPr>
                <a:t>2017</a:t>
              </a:r>
            </a:p>
          </p:txBody>
        </p:sp>
        <p:grpSp>
          <p:nvGrpSpPr>
            <p:cNvPr id="23" name="išļïḑê"/>
            <p:cNvGrpSpPr/>
            <p:nvPr/>
          </p:nvGrpSpPr>
          <p:grpSpPr>
            <a:xfrm>
              <a:off x="9229218" y="1662379"/>
              <a:ext cx="2109866" cy="952249"/>
              <a:chOff x="9229218" y="1662379"/>
              <a:chExt cx="2109866" cy="952249"/>
            </a:xfrm>
          </p:grpSpPr>
          <p:sp>
            <p:nvSpPr>
              <p:cNvPr id="51" name="î$lïdé"/>
              <p:cNvSpPr txBox="1"/>
              <p:nvPr/>
            </p:nvSpPr>
            <p:spPr>
              <a:xfrm>
                <a:off x="9229218" y="1662379"/>
                <a:ext cx="2109865" cy="253916"/>
              </a:xfrm>
              <a:prstGeom prst="rect">
                <a:avLst/>
              </a:prstGeom>
              <a:noFill/>
            </p:spPr>
            <p:txBody>
              <a:bodyPr wrap="none" lIns="90000" tIns="46800" rIns="90000" bIns="46800" anchor="t">
                <a:noAutofit/>
              </a:bodyPr>
              <a:lstStyle/>
              <a:p>
                <a:r>
                  <a:rPr lang="zh-CN" altLang="en-US" sz="1600" b="1" dirty="0" smtClean="0"/>
                  <a:t>百度</a:t>
                </a:r>
                <a:r>
                  <a:rPr lang="en-US" altLang="zh-CN" sz="1600" b="1" dirty="0" smtClean="0"/>
                  <a:t>BaikalDB</a:t>
                </a:r>
                <a:endParaRPr lang="zh-CN" altLang="en-US" sz="1600" b="1" dirty="0"/>
              </a:p>
            </p:txBody>
          </p:sp>
          <p:sp>
            <p:nvSpPr>
              <p:cNvPr id="52" name="íšḻîďé"/>
              <p:cNvSpPr txBox="1"/>
              <p:nvPr/>
            </p:nvSpPr>
            <p:spPr>
              <a:xfrm>
                <a:off x="9229219" y="1916295"/>
                <a:ext cx="2109865" cy="698333"/>
              </a:xfrm>
              <a:prstGeom prst="rect">
                <a:avLst/>
              </a:prstGeom>
              <a:noFill/>
            </p:spPr>
            <p:txBody>
              <a:bodyPr wrap="square" lIns="90000" tIns="46800" rIns="90000" bIns="46800" anchor="t">
                <a:normAutofit/>
              </a:bodyPr>
              <a:lstStyle/>
              <a:p>
                <a:pPr defTabSz="1219170">
                  <a:lnSpc>
                    <a:spcPct val="120000"/>
                  </a:lnSpc>
                  <a:spcBef>
                    <a:spcPct val="0"/>
                  </a:spcBef>
                  <a:defRPr/>
                </a:pPr>
                <a:r>
                  <a:rPr lang="en-US" altLang="zh-CN" sz="1000" dirty="0" smtClean="0">
                    <a:solidFill>
                      <a:schemeClr val="dk1">
                        <a:lumMod val="100000"/>
                      </a:schemeClr>
                    </a:solidFill>
                  </a:rPr>
                  <a:t>BaikalDB</a:t>
                </a:r>
                <a:r>
                  <a:rPr lang="zh-CN" altLang="en-US" sz="1000" dirty="0" smtClean="0">
                    <a:solidFill>
                      <a:schemeClr val="dk1">
                        <a:lumMod val="100000"/>
                      </a:schemeClr>
                    </a:solidFill>
                  </a:rPr>
                  <a:t>在百度凤巢广告平台上线</a:t>
                </a:r>
                <a:r>
                  <a:rPr lang="zh-CN" altLang="en-US" sz="1000" dirty="0">
                    <a:solidFill>
                      <a:schemeClr val="dk1">
                        <a:lumMod val="100000"/>
                      </a:schemeClr>
                    </a:solidFill>
                  </a:rPr>
                  <a:t/>
                </a:r>
                <a:br>
                  <a:rPr lang="zh-CN" altLang="en-US" sz="1000" dirty="0">
                    <a:solidFill>
                      <a:schemeClr val="dk1">
                        <a:lumMod val="100000"/>
                      </a:schemeClr>
                    </a:solidFill>
                  </a:rPr>
                </a:br>
                <a:endParaRPr lang="zh-CN" altLang="en-US" sz="1000" dirty="0">
                  <a:solidFill>
                    <a:schemeClr val="dk1">
                      <a:lumMod val="100000"/>
                    </a:schemeClr>
                  </a:solidFill>
                </a:endParaRPr>
              </a:p>
            </p:txBody>
          </p:sp>
        </p:grpSp>
        <p:cxnSp>
          <p:nvCxnSpPr>
            <p:cNvPr id="24" name="直接连接符 23"/>
            <p:cNvCxnSpPr/>
            <p:nvPr/>
          </p:nvCxnSpPr>
          <p:spPr>
            <a:xfrm>
              <a:off x="8625548" y="2746147"/>
              <a:ext cx="0" cy="428948"/>
            </a:xfrm>
            <a:prstGeom prst="line">
              <a:avLst/>
            </a:prstGeom>
            <a:ln w="19050" cap="rnd">
              <a:solidFill>
                <a:schemeClr val="accent5"/>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25" name="îŝḻiḑê"/>
            <p:cNvSpPr/>
            <p:nvPr/>
          </p:nvSpPr>
          <p:spPr>
            <a:xfrm>
              <a:off x="8355181" y="3410330"/>
              <a:ext cx="540734" cy="540730"/>
            </a:xfrm>
            <a:prstGeom prst="ellipse">
              <a:avLst/>
            </a:prstGeom>
            <a:solidFill>
              <a:schemeClr val="bg1"/>
            </a:solidFill>
            <a:ln w="762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bIns="46800" anchor="ctr">
              <a:normAutofit/>
            </a:bodyPr>
            <a:lstStyle/>
            <a:p>
              <a:pPr algn="ctr"/>
              <a:r>
                <a:rPr lang="en-US" sz="1400" b="1">
                  <a:solidFill>
                    <a:schemeClr val="accent5"/>
                  </a:solidFill>
                </a:rPr>
                <a:t>05</a:t>
              </a:r>
            </a:p>
          </p:txBody>
        </p:sp>
        <p:sp>
          <p:nvSpPr>
            <p:cNvPr id="26" name="ïṡḷide"/>
            <p:cNvSpPr txBox="1"/>
            <p:nvPr/>
          </p:nvSpPr>
          <p:spPr>
            <a:xfrm>
              <a:off x="8274491" y="3897725"/>
              <a:ext cx="702115" cy="646331"/>
            </a:xfrm>
            <a:prstGeom prst="rect">
              <a:avLst/>
            </a:prstGeom>
            <a:noFill/>
          </p:spPr>
          <p:txBody>
            <a:bodyPr wrap="none" lIns="90000" tIns="46800" rIns="90000" bIns="46800" anchor="ctr">
              <a:normAutofit/>
            </a:bodyPr>
            <a:lstStyle/>
            <a:p>
              <a:pPr algn="ctr" defTabSz="1219170">
                <a:spcBef>
                  <a:spcPct val="0"/>
                </a:spcBef>
                <a:defRPr/>
              </a:pPr>
              <a:r>
                <a:rPr lang="en-US">
                  <a:solidFill>
                    <a:schemeClr val="accent5"/>
                  </a:solidFill>
                  <a:latin typeface="Impact" panose="020B0806030902050204" pitchFamily="34" charset="0"/>
                </a:rPr>
                <a:t>2018</a:t>
              </a:r>
            </a:p>
          </p:txBody>
        </p:sp>
        <p:cxnSp>
          <p:nvCxnSpPr>
            <p:cNvPr id="27" name="直接连接符 26"/>
            <p:cNvCxnSpPr/>
            <p:nvPr/>
          </p:nvCxnSpPr>
          <p:spPr>
            <a:xfrm flipV="1">
              <a:off x="10311908" y="4147213"/>
              <a:ext cx="0" cy="468680"/>
            </a:xfrm>
            <a:prstGeom prst="line">
              <a:avLst/>
            </a:prstGeom>
            <a:ln w="19050" cap="rnd">
              <a:solidFill>
                <a:schemeClr val="accent6"/>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28" name="ï$lîdê"/>
            <p:cNvSpPr/>
            <p:nvPr/>
          </p:nvSpPr>
          <p:spPr>
            <a:xfrm>
              <a:off x="10041541" y="3410330"/>
              <a:ext cx="540734" cy="540730"/>
            </a:xfrm>
            <a:prstGeom prst="ellipse">
              <a:avLst/>
            </a:prstGeom>
            <a:solidFill>
              <a:schemeClr val="bg1"/>
            </a:solidFill>
            <a:ln w="762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bIns="46800" anchor="ctr">
              <a:normAutofit/>
            </a:bodyPr>
            <a:lstStyle/>
            <a:p>
              <a:pPr algn="ctr"/>
              <a:r>
                <a:rPr lang="en-US" sz="1400" b="1">
                  <a:solidFill>
                    <a:schemeClr val="accent6"/>
                  </a:solidFill>
                </a:rPr>
                <a:t>06</a:t>
              </a:r>
            </a:p>
          </p:txBody>
        </p:sp>
        <p:sp>
          <p:nvSpPr>
            <p:cNvPr id="29" name="iṡļîďè"/>
            <p:cNvSpPr txBox="1"/>
            <p:nvPr/>
          </p:nvSpPr>
          <p:spPr>
            <a:xfrm>
              <a:off x="9967263" y="2790130"/>
              <a:ext cx="689291" cy="646331"/>
            </a:xfrm>
            <a:prstGeom prst="rect">
              <a:avLst/>
            </a:prstGeom>
            <a:noFill/>
            <a:ln>
              <a:noFill/>
            </a:ln>
          </p:spPr>
          <p:txBody>
            <a:bodyPr wrap="none" lIns="90000" tIns="46800" rIns="90000" bIns="46800" anchor="ctr">
              <a:normAutofit/>
            </a:bodyPr>
            <a:lstStyle/>
            <a:p>
              <a:pPr algn="ctr" defTabSz="1219170">
                <a:spcBef>
                  <a:spcPct val="0"/>
                </a:spcBef>
                <a:defRPr/>
              </a:pPr>
              <a:r>
                <a:rPr lang="en-US" dirty="0">
                  <a:solidFill>
                    <a:schemeClr val="accent6"/>
                  </a:solidFill>
                  <a:latin typeface="Impact" panose="020B0806030902050204" pitchFamily="34" charset="0"/>
                </a:rPr>
                <a:t>2019</a:t>
              </a:r>
            </a:p>
          </p:txBody>
        </p:sp>
        <p:grpSp>
          <p:nvGrpSpPr>
            <p:cNvPr id="30" name="îś1îḍê"/>
            <p:cNvGrpSpPr/>
            <p:nvPr/>
          </p:nvGrpSpPr>
          <p:grpSpPr>
            <a:xfrm>
              <a:off x="7598374" y="4844713"/>
              <a:ext cx="2109865" cy="952249"/>
              <a:chOff x="7598374" y="4844713"/>
              <a:chExt cx="2109865" cy="952249"/>
            </a:xfrm>
          </p:grpSpPr>
          <p:sp>
            <p:nvSpPr>
              <p:cNvPr id="49" name="îsľïďé"/>
              <p:cNvSpPr txBox="1"/>
              <p:nvPr/>
            </p:nvSpPr>
            <p:spPr>
              <a:xfrm>
                <a:off x="7598374" y="4844713"/>
                <a:ext cx="2109865" cy="253916"/>
              </a:xfrm>
              <a:prstGeom prst="rect">
                <a:avLst/>
              </a:prstGeom>
              <a:noFill/>
            </p:spPr>
            <p:txBody>
              <a:bodyPr wrap="none" lIns="90000" tIns="46800" rIns="90000" bIns="46800" anchor="t">
                <a:noAutofit/>
              </a:bodyPr>
              <a:lstStyle/>
              <a:p>
                <a:pPr algn="r"/>
                <a:r>
                  <a:rPr lang="zh-CN" altLang="en-US" sz="1600" b="1" dirty="0"/>
                  <a:t>华</a:t>
                </a:r>
                <a:r>
                  <a:rPr lang="zh-CN" altLang="en-US" sz="1600" b="1" dirty="0" smtClean="0"/>
                  <a:t>为</a:t>
                </a:r>
                <a:r>
                  <a:rPr lang="en-US" altLang="zh-CN" sz="1600" b="1" dirty="0" err="1" smtClean="0"/>
                  <a:t>GaussDB</a:t>
                </a:r>
                <a:endParaRPr lang="zh-CN" altLang="en-US" sz="1600" b="1" dirty="0"/>
              </a:p>
            </p:txBody>
          </p:sp>
          <p:sp>
            <p:nvSpPr>
              <p:cNvPr id="50" name="îSḷîḍè"/>
              <p:cNvSpPr txBox="1"/>
              <p:nvPr/>
            </p:nvSpPr>
            <p:spPr>
              <a:xfrm>
                <a:off x="7598374" y="5098629"/>
                <a:ext cx="2109865" cy="698333"/>
              </a:xfrm>
              <a:prstGeom prst="rect">
                <a:avLst/>
              </a:prstGeom>
              <a:noFill/>
            </p:spPr>
            <p:txBody>
              <a:bodyPr wrap="square" lIns="90000" tIns="46800" rIns="90000" bIns="46800" anchor="t">
                <a:normAutofit/>
              </a:bodyPr>
              <a:lstStyle/>
              <a:p>
                <a:pPr algn="r" defTabSz="1219170">
                  <a:lnSpc>
                    <a:spcPct val="120000"/>
                  </a:lnSpc>
                  <a:spcBef>
                    <a:spcPct val="0"/>
                  </a:spcBef>
                  <a:defRPr/>
                </a:pPr>
                <a:r>
                  <a:rPr lang="en-US" altLang="zh-CN" sz="1000" dirty="0" smtClean="0">
                    <a:solidFill>
                      <a:schemeClr val="dk1">
                        <a:lumMod val="100000"/>
                      </a:schemeClr>
                    </a:solidFill>
                  </a:rPr>
                  <a:t>2019</a:t>
                </a:r>
                <a:r>
                  <a:rPr lang="zh-CN" altLang="en-US" sz="1000" dirty="0">
                    <a:solidFill>
                      <a:schemeClr val="dk1">
                        <a:lumMod val="100000"/>
                      </a:schemeClr>
                    </a:solidFill>
                  </a:rPr>
                  <a:t>年</a:t>
                </a:r>
                <a:r>
                  <a:rPr lang="en-US" altLang="zh-CN" sz="1000" dirty="0">
                    <a:solidFill>
                      <a:schemeClr val="dk1">
                        <a:lumMod val="100000"/>
                      </a:schemeClr>
                    </a:solidFill>
                  </a:rPr>
                  <a:t>5</a:t>
                </a:r>
                <a:r>
                  <a:rPr lang="zh-CN" altLang="en-US" sz="1000" dirty="0">
                    <a:solidFill>
                      <a:schemeClr val="dk1">
                        <a:lumMod val="100000"/>
                      </a:schemeClr>
                    </a:solidFill>
                  </a:rPr>
                  <a:t>月</a:t>
                </a:r>
                <a:r>
                  <a:rPr lang="en-US" altLang="zh-CN" sz="1000" dirty="0">
                    <a:solidFill>
                      <a:schemeClr val="dk1">
                        <a:lumMod val="100000"/>
                      </a:schemeClr>
                    </a:solidFill>
                  </a:rPr>
                  <a:t>15</a:t>
                </a:r>
                <a:r>
                  <a:rPr lang="zh-CN" altLang="en-US" sz="1000" dirty="0">
                    <a:solidFill>
                      <a:schemeClr val="dk1">
                        <a:lumMod val="100000"/>
                      </a:schemeClr>
                    </a:solidFill>
                  </a:rPr>
                  <a:t>日，华为在北京发布了人工智能原生的名为“高斯（</a:t>
                </a:r>
                <a:r>
                  <a:rPr lang="en-US" altLang="zh-CN" sz="1000" dirty="0" err="1">
                    <a:solidFill>
                      <a:schemeClr val="dk1">
                        <a:lumMod val="100000"/>
                      </a:schemeClr>
                    </a:solidFill>
                  </a:rPr>
                  <a:t>GaussDB</a:t>
                </a:r>
                <a:r>
                  <a:rPr lang="zh-CN" altLang="en-US" sz="1000" dirty="0">
                    <a:solidFill>
                      <a:schemeClr val="dk1">
                        <a:lumMod val="100000"/>
                      </a:schemeClr>
                    </a:solidFill>
                  </a:rPr>
                  <a:t>）”的数据库软件。</a:t>
                </a:r>
              </a:p>
            </p:txBody>
          </p:sp>
        </p:grpSp>
        <p:grpSp>
          <p:nvGrpSpPr>
            <p:cNvPr id="31" name="íśḷiḋé"/>
            <p:cNvGrpSpPr/>
            <p:nvPr/>
          </p:nvGrpSpPr>
          <p:grpSpPr>
            <a:xfrm>
              <a:off x="1475687" y="1790517"/>
              <a:ext cx="808822" cy="808822"/>
              <a:chOff x="957321" y="1131575"/>
              <a:chExt cx="905504" cy="905504"/>
            </a:xfrm>
          </p:grpSpPr>
          <p:sp>
            <p:nvSpPr>
              <p:cNvPr id="47" name="ïṣľïḑé"/>
              <p:cNvSpPr/>
              <p:nvPr/>
            </p:nvSpPr>
            <p:spPr>
              <a:xfrm>
                <a:off x="957321" y="1131575"/>
                <a:ext cx="905504" cy="905504"/>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endParaRPr/>
              </a:p>
            </p:txBody>
          </p:sp>
          <p:sp>
            <p:nvSpPr>
              <p:cNvPr id="48" name="ïṣliḋê"/>
              <p:cNvSpPr/>
              <p:nvPr/>
            </p:nvSpPr>
            <p:spPr bwMode="auto">
              <a:xfrm>
                <a:off x="1190295" y="1407087"/>
                <a:ext cx="439557" cy="354481"/>
              </a:xfrm>
              <a:custGeom>
                <a:avLst/>
                <a:gdLst/>
                <a:ahLst/>
                <a:cxnLst>
                  <a:cxn ang="0">
                    <a:pos x="55" y="27"/>
                  </a:cxn>
                  <a:cxn ang="0">
                    <a:pos x="54" y="27"/>
                  </a:cxn>
                  <a:cxn ang="0">
                    <a:pos x="54" y="27"/>
                  </a:cxn>
                  <a:cxn ang="0">
                    <a:pos x="53" y="27"/>
                  </a:cxn>
                  <a:cxn ang="0">
                    <a:pos x="28" y="6"/>
                  </a:cxn>
                  <a:cxn ang="0">
                    <a:pos x="4" y="27"/>
                  </a:cxn>
                  <a:cxn ang="0">
                    <a:pos x="3" y="27"/>
                  </a:cxn>
                  <a:cxn ang="0">
                    <a:pos x="2" y="27"/>
                  </a:cxn>
                  <a:cxn ang="0">
                    <a:pos x="0" y="24"/>
                  </a:cxn>
                  <a:cxn ang="0">
                    <a:pos x="0" y="23"/>
                  </a:cxn>
                  <a:cxn ang="0">
                    <a:pos x="26" y="1"/>
                  </a:cxn>
                  <a:cxn ang="0">
                    <a:pos x="31" y="1"/>
                  </a:cxn>
                  <a:cxn ang="0">
                    <a:pos x="40" y="8"/>
                  </a:cxn>
                  <a:cxn ang="0">
                    <a:pos x="40" y="1"/>
                  </a:cxn>
                  <a:cxn ang="0">
                    <a:pos x="41" y="0"/>
                  </a:cxn>
                  <a:cxn ang="0">
                    <a:pos x="48" y="0"/>
                  </a:cxn>
                  <a:cxn ang="0">
                    <a:pos x="49" y="1"/>
                  </a:cxn>
                  <a:cxn ang="0">
                    <a:pos x="49" y="16"/>
                  </a:cxn>
                  <a:cxn ang="0">
                    <a:pos x="57" y="23"/>
                  </a:cxn>
                  <a:cxn ang="0">
                    <a:pos x="57" y="24"/>
                  </a:cxn>
                  <a:cxn ang="0">
                    <a:pos x="55" y="27"/>
                  </a:cxn>
                  <a:cxn ang="0">
                    <a:pos x="49" y="44"/>
                  </a:cxn>
                  <a:cxn ang="0">
                    <a:pos x="47" y="46"/>
                  </a:cxn>
                  <a:cxn ang="0">
                    <a:pos x="33" y="46"/>
                  </a:cxn>
                  <a:cxn ang="0">
                    <a:pos x="33" y="32"/>
                  </a:cxn>
                  <a:cxn ang="0">
                    <a:pos x="24" y="32"/>
                  </a:cxn>
                  <a:cxn ang="0">
                    <a:pos x="24" y="46"/>
                  </a:cxn>
                  <a:cxn ang="0">
                    <a:pos x="10" y="46"/>
                  </a:cxn>
                  <a:cxn ang="0">
                    <a:pos x="8" y="44"/>
                  </a:cxn>
                  <a:cxn ang="0">
                    <a:pos x="8" y="27"/>
                  </a:cxn>
                  <a:cxn ang="0">
                    <a:pos x="8" y="26"/>
                  </a:cxn>
                  <a:cxn ang="0">
                    <a:pos x="28" y="9"/>
                  </a:cxn>
                  <a:cxn ang="0">
                    <a:pos x="49" y="26"/>
                  </a:cxn>
                  <a:cxn ang="0">
                    <a:pos x="49" y="27"/>
                  </a:cxn>
                  <a:cxn ang="0">
                    <a:pos x="49" y="44"/>
                  </a:cxn>
                </a:cxnLst>
                <a:rect l="0" t="0" r="r" b="b"/>
                <a:pathLst>
                  <a:path w="57" h="46">
                    <a:moveTo>
                      <a:pt x="55" y="27"/>
                    </a:moveTo>
                    <a:cubicBezTo>
                      <a:pt x="55" y="27"/>
                      <a:pt x="54" y="27"/>
                      <a:pt x="54" y="27"/>
                    </a:cubicBezTo>
                    <a:cubicBezTo>
                      <a:pt x="54" y="27"/>
                      <a:pt x="54" y="27"/>
                      <a:pt x="54" y="27"/>
                    </a:cubicBezTo>
                    <a:cubicBezTo>
                      <a:pt x="54" y="27"/>
                      <a:pt x="53" y="27"/>
                      <a:pt x="53" y="27"/>
                    </a:cubicBezTo>
                    <a:cubicBezTo>
                      <a:pt x="28" y="6"/>
                      <a:pt x="28" y="6"/>
                      <a:pt x="28" y="6"/>
                    </a:cubicBezTo>
                    <a:cubicBezTo>
                      <a:pt x="4" y="27"/>
                      <a:pt x="4" y="27"/>
                      <a:pt x="4" y="27"/>
                    </a:cubicBezTo>
                    <a:cubicBezTo>
                      <a:pt x="4" y="27"/>
                      <a:pt x="3" y="27"/>
                      <a:pt x="3" y="27"/>
                    </a:cubicBezTo>
                    <a:cubicBezTo>
                      <a:pt x="3" y="27"/>
                      <a:pt x="2" y="27"/>
                      <a:pt x="2" y="27"/>
                    </a:cubicBezTo>
                    <a:cubicBezTo>
                      <a:pt x="0" y="24"/>
                      <a:pt x="0" y="24"/>
                      <a:pt x="0" y="24"/>
                    </a:cubicBezTo>
                    <a:cubicBezTo>
                      <a:pt x="0" y="24"/>
                      <a:pt x="0" y="23"/>
                      <a:pt x="0" y="23"/>
                    </a:cubicBezTo>
                    <a:cubicBezTo>
                      <a:pt x="26" y="1"/>
                      <a:pt x="26" y="1"/>
                      <a:pt x="26" y="1"/>
                    </a:cubicBezTo>
                    <a:cubicBezTo>
                      <a:pt x="27" y="0"/>
                      <a:pt x="30" y="0"/>
                      <a:pt x="31" y="1"/>
                    </a:cubicBezTo>
                    <a:cubicBezTo>
                      <a:pt x="40" y="8"/>
                      <a:pt x="40" y="8"/>
                      <a:pt x="40" y="8"/>
                    </a:cubicBezTo>
                    <a:cubicBezTo>
                      <a:pt x="40" y="1"/>
                      <a:pt x="40" y="1"/>
                      <a:pt x="40" y="1"/>
                    </a:cubicBezTo>
                    <a:cubicBezTo>
                      <a:pt x="40" y="1"/>
                      <a:pt x="40" y="0"/>
                      <a:pt x="41" y="0"/>
                    </a:cubicBezTo>
                    <a:cubicBezTo>
                      <a:pt x="48" y="0"/>
                      <a:pt x="48" y="0"/>
                      <a:pt x="48" y="0"/>
                    </a:cubicBezTo>
                    <a:cubicBezTo>
                      <a:pt x="49" y="0"/>
                      <a:pt x="49" y="1"/>
                      <a:pt x="49" y="1"/>
                    </a:cubicBezTo>
                    <a:cubicBezTo>
                      <a:pt x="49" y="16"/>
                      <a:pt x="49" y="16"/>
                      <a:pt x="49" y="16"/>
                    </a:cubicBezTo>
                    <a:cubicBezTo>
                      <a:pt x="57" y="23"/>
                      <a:pt x="57" y="23"/>
                      <a:pt x="57" y="23"/>
                    </a:cubicBezTo>
                    <a:cubicBezTo>
                      <a:pt x="57" y="23"/>
                      <a:pt x="57" y="24"/>
                      <a:pt x="57" y="24"/>
                    </a:cubicBezTo>
                    <a:lnTo>
                      <a:pt x="55" y="27"/>
                    </a:lnTo>
                    <a:close/>
                    <a:moveTo>
                      <a:pt x="49" y="44"/>
                    </a:moveTo>
                    <a:cubicBezTo>
                      <a:pt x="49" y="45"/>
                      <a:pt x="48" y="46"/>
                      <a:pt x="47" y="46"/>
                    </a:cubicBezTo>
                    <a:cubicBezTo>
                      <a:pt x="33" y="46"/>
                      <a:pt x="33" y="46"/>
                      <a:pt x="33" y="46"/>
                    </a:cubicBezTo>
                    <a:cubicBezTo>
                      <a:pt x="33" y="32"/>
                      <a:pt x="33" y="32"/>
                      <a:pt x="33" y="32"/>
                    </a:cubicBezTo>
                    <a:cubicBezTo>
                      <a:pt x="24" y="32"/>
                      <a:pt x="24" y="32"/>
                      <a:pt x="24" y="32"/>
                    </a:cubicBezTo>
                    <a:cubicBezTo>
                      <a:pt x="24" y="46"/>
                      <a:pt x="24" y="46"/>
                      <a:pt x="24" y="46"/>
                    </a:cubicBezTo>
                    <a:cubicBezTo>
                      <a:pt x="10" y="46"/>
                      <a:pt x="10" y="46"/>
                      <a:pt x="10" y="46"/>
                    </a:cubicBezTo>
                    <a:cubicBezTo>
                      <a:pt x="9" y="46"/>
                      <a:pt x="8" y="45"/>
                      <a:pt x="8" y="44"/>
                    </a:cubicBezTo>
                    <a:cubicBezTo>
                      <a:pt x="8" y="27"/>
                      <a:pt x="8" y="27"/>
                      <a:pt x="8" y="27"/>
                    </a:cubicBezTo>
                    <a:cubicBezTo>
                      <a:pt x="8" y="27"/>
                      <a:pt x="8" y="26"/>
                      <a:pt x="8" y="26"/>
                    </a:cubicBezTo>
                    <a:cubicBezTo>
                      <a:pt x="28" y="9"/>
                      <a:pt x="28" y="9"/>
                      <a:pt x="28" y="9"/>
                    </a:cubicBezTo>
                    <a:cubicBezTo>
                      <a:pt x="49" y="26"/>
                      <a:pt x="49" y="26"/>
                      <a:pt x="49" y="26"/>
                    </a:cubicBezTo>
                    <a:cubicBezTo>
                      <a:pt x="49" y="26"/>
                      <a:pt x="49" y="27"/>
                      <a:pt x="49" y="27"/>
                    </a:cubicBezTo>
                    <a:lnTo>
                      <a:pt x="49" y="44"/>
                    </a:lnTo>
                    <a:close/>
                  </a:path>
                </a:pathLst>
              </a:custGeom>
              <a:solidFill>
                <a:schemeClr val="bg1"/>
              </a:solidFill>
              <a:ln w="9525">
                <a:noFill/>
                <a:round/>
                <a:headEnd/>
                <a:tailEnd/>
              </a:ln>
            </p:spPr>
            <p:txBody>
              <a:bodyPr anchor="ctr"/>
              <a:lstStyle/>
              <a:p>
                <a:pPr algn="ctr"/>
                <a:endParaRPr/>
              </a:p>
            </p:txBody>
          </p:sp>
        </p:grpSp>
        <p:grpSp>
          <p:nvGrpSpPr>
            <p:cNvPr id="32" name="íSľîďé"/>
            <p:cNvGrpSpPr/>
            <p:nvPr/>
          </p:nvGrpSpPr>
          <p:grpSpPr>
            <a:xfrm>
              <a:off x="3162050" y="4761148"/>
              <a:ext cx="808822" cy="808822"/>
              <a:chOff x="2222093" y="3487327"/>
              <a:chExt cx="905504" cy="905504"/>
            </a:xfrm>
          </p:grpSpPr>
          <p:sp>
            <p:nvSpPr>
              <p:cNvPr id="45" name="íṣḻiḍé"/>
              <p:cNvSpPr/>
              <p:nvPr/>
            </p:nvSpPr>
            <p:spPr>
              <a:xfrm>
                <a:off x="2222093" y="3487327"/>
                <a:ext cx="905504" cy="905504"/>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2"/>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endParaRPr/>
              </a:p>
            </p:txBody>
          </p:sp>
          <p:sp>
            <p:nvSpPr>
              <p:cNvPr id="46" name="ïşḷîḍé"/>
              <p:cNvSpPr/>
              <p:nvPr/>
            </p:nvSpPr>
            <p:spPr bwMode="auto">
              <a:xfrm>
                <a:off x="2457767" y="3726147"/>
                <a:ext cx="434156" cy="427865"/>
              </a:xfrm>
              <a:custGeom>
                <a:avLst/>
                <a:gdLst/>
                <a:ahLst/>
                <a:cxnLst>
                  <a:cxn ang="0">
                    <a:pos x="59" y="63"/>
                  </a:cxn>
                  <a:cxn ang="0">
                    <a:pos x="55" y="61"/>
                  </a:cxn>
                  <a:cxn ang="0">
                    <a:pos x="42" y="48"/>
                  </a:cxn>
                  <a:cxn ang="0">
                    <a:pos x="27" y="53"/>
                  </a:cxn>
                  <a:cxn ang="0">
                    <a:pos x="0" y="26"/>
                  </a:cxn>
                  <a:cxn ang="0">
                    <a:pos x="27" y="0"/>
                  </a:cxn>
                  <a:cxn ang="0">
                    <a:pos x="54" y="26"/>
                  </a:cxn>
                  <a:cxn ang="0">
                    <a:pos x="49" y="41"/>
                  </a:cxn>
                  <a:cxn ang="0">
                    <a:pos x="62" y="54"/>
                  </a:cxn>
                  <a:cxn ang="0">
                    <a:pos x="64" y="58"/>
                  </a:cxn>
                  <a:cxn ang="0">
                    <a:pos x="59" y="63"/>
                  </a:cxn>
                  <a:cxn ang="0">
                    <a:pos x="27" y="9"/>
                  </a:cxn>
                  <a:cxn ang="0">
                    <a:pos x="10" y="26"/>
                  </a:cxn>
                  <a:cxn ang="0">
                    <a:pos x="27" y="43"/>
                  </a:cxn>
                  <a:cxn ang="0">
                    <a:pos x="44" y="26"/>
                  </a:cxn>
                  <a:cxn ang="0">
                    <a:pos x="27" y="9"/>
                  </a:cxn>
                </a:cxnLst>
                <a:rect l="0" t="0" r="r" b="b"/>
                <a:pathLst>
                  <a:path w="64" h="63">
                    <a:moveTo>
                      <a:pt x="59" y="63"/>
                    </a:moveTo>
                    <a:cubicBezTo>
                      <a:pt x="57" y="63"/>
                      <a:pt x="56" y="62"/>
                      <a:pt x="55" y="61"/>
                    </a:cubicBezTo>
                    <a:cubicBezTo>
                      <a:pt x="42" y="48"/>
                      <a:pt x="42" y="48"/>
                      <a:pt x="42" y="48"/>
                    </a:cubicBezTo>
                    <a:cubicBezTo>
                      <a:pt x="38" y="51"/>
                      <a:pt x="33" y="53"/>
                      <a:pt x="27" y="53"/>
                    </a:cubicBezTo>
                    <a:cubicBezTo>
                      <a:pt x="12" y="53"/>
                      <a:pt x="0" y="41"/>
                      <a:pt x="0" y="26"/>
                    </a:cubicBezTo>
                    <a:cubicBezTo>
                      <a:pt x="0" y="12"/>
                      <a:pt x="12" y="0"/>
                      <a:pt x="27" y="0"/>
                    </a:cubicBezTo>
                    <a:cubicBezTo>
                      <a:pt x="42" y="0"/>
                      <a:pt x="54" y="12"/>
                      <a:pt x="54" y="26"/>
                    </a:cubicBezTo>
                    <a:cubicBezTo>
                      <a:pt x="54" y="32"/>
                      <a:pt x="52" y="37"/>
                      <a:pt x="49" y="41"/>
                    </a:cubicBezTo>
                    <a:cubicBezTo>
                      <a:pt x="62" y="54"/>
                      <a:pt x="62" y="54"/>
                      <a:pt x="62" y="54"/>
                    </a:cubicBezTo>
                    <a:cubicBezTo>
                      <a:pt x="63" y="55"/>
                      <a:pt x="64" y="57"/>
                      <a:pt x="64" y="58"/>
                    </a:cubicBezTo>
                    <a:cubicBezTo>
                      <a:pt x="64" y="61"/>
                      <a:pt x="61" y="63"/>
                      <a:pt x="59" y="63"/>
                    </a:cubicBezTo>
                    <a:close/>
                    <a:moveTo>
                      <a:pt x="27" y="9"/>
                    </a:moveTo>
                    <a:cubicBezTo>
                      <a:pt x="18" y="9"/>
                      <a:pt x="10" y="17"/>
                      <a:pt x="10" y="26"/>
                    </a:cubicBezTo>
                    <a:cubicBezTo>
                      <a:pt x="10" y="36"/>
                      <a:pt x="18" y="43"/>
                      <a:pt x="27" y="43"/>
                    </a:cubicBezTo>
                    <a:cubicBezTo>
                      <a:pt x="37" y="43"/>
                      <a:pt x="44" y="36"/>
                      <a:pt x="44" y="26"/>
                    </a:cubicBezTo>
                    <a:cubicBezTo>
                      <a:pt x="44" y="17"/>
                      <a:pt x="37" y="9"/>
                      <a:pt x="27" y="9"/>
                    </a:cubicBezTo>
                    <a:close/>
                  </a:path>
                </a:pathLst>
              </a:custGeom>
              <a:solidFill>
                <a:schemeClr val="bg1"/>
              </a:solidFill>
              <a:ln w="9525">
                <a:noFill/>
                <a:round/>
                <a:headEnd/>
                <a:tailEnd/>
              </a:ln>
            </p:spPr>
            <p:txBody>
              <a:bodyPr anchor="ctr"/>
              <a:lstStyle/>
              <a:p>
                <a:pPr algn="ctr"/>
                <a:endParaRPr/>
              </a:p>
            </p:txBody>
          </p:sp>
        </p:grpSp>
        <p:grpSp>
          <p:nvGrpSpPr>
            <p:cNvPr id="33" name="îṣľiḋe"/>
            <p:cNvGrpSpPr/>
            <p:nvPr/>
          </p:nvGrpSpPr>
          <p:grpSpPr>
            <a:xfrm>
              <a:off x="4848412" y="1792086"/>
              <a:ext cx="808822" cy="808822"/>
              <a:chOff x="3486865" y="1132752"/>
              <a:chExt cx="905504" cy="905504"/>
            </a:xfrm>
          </p:grpSpPr>
          <p:sp>
            <p:nvSpPr>
              <p:cNvPr id="43" name="íšľiḍê"/>
              <p:cNvSpPr/>
              <p:nvPr/>
            </p:nvSpPr>
            <p:spPr>
              <a:xfrm>
                <a:off x="3486865" y="1132752"/>
                <a:ext cx="905504" cy="905504"/>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endParaRPr/>
              </a:p>
            </p:txBody>
          </p:sp>
          <p:sp>
            <p:nvSpPr>
              <p:cNvPr id="44" name="ísḷïďè"/>
              <p:cNvSpPr/>
              <p:nvPr/>
            </p:nvSpPr>
            <p:spPr bwMode="auto">
              <a:xfrm>
                <a:off x="3721031" y="1421565"/>
                <a:ext cx="437172" cy="327879"/>
              </a:xfrm>
              <a:custGeom>
                <a:avLst/>
                <a:gdLst/>
                <a:ahLst/>
                <a:cxnLst>
                  <a:cxn ang="0">
                    <a:pos x="168" y="126"/>
                  </a:cxn>
                  <a:cxn ang="0">
                    <a:pos x="0" y="126"/>
                  </a:cxn>
                  <a:cxn ang="0">
                    <a:pos x="0" y="0"/>
                  </a:cxn>
                  <a:cxn ang="0">
                    <a:pos x="10" y="0"/>
                  </a:cxn>
                  <a:cxn ang="0">
                    <a:pos x="10" y="115"/>
                  </a:cxn>
                  <a:cxn ang="0">
                    <a:pos x="168" y="115"/>
                  </a:cxn>
                  <a:cxn ang="0">
                    <a:pos x="168" y="126"/>
                  </a:cxn>
                  <a:cxn ang="0">
                    <a:pos x="54" y="104"/>
                  </a:cxn>
                  <a:cxn ang="0">
                    <a:pos x="32" y="104"/>
                  </a:cxn>
                  <a:cxn ang="0">
                    <a:pos x="32" y="63"/>
                  </a:cxn>
                  <a:cxn ang="0">
                    <a:pos x="54" y="63"/>
                  </a:cxn>
                  <a:cxn ang="0">
                    <a:pos x="54" y="104"/>
                  </a:cxn>
                  <a:cxn ang="0">
                    <a:pos x="84" y="104"/>
                  </a:cxn>
                  <a:cxn ang="0">
                    <a:pos x="64" y="104"/>
                  </a:cxn>
                  <a:cxn ang="0">
                    <a:pos x="64" y="19"/>
                  </a:cxn>
                  <a:cxn ang="0">
                    <a:pos x="84" y="19"/>
                  </a:cxn>
                  <a:cxn ang="0">
                    <a:pos x="84" y="104"/>
                  </a:cxn>
                  <a:cxn ang="0">
                    <a:pos x="116" y="104"/>
                  </a:cxn>
                  <a:cxn ang="0">
                    <a:pos x="95" y="104"/>
                  </a:cxn>
                  <a:cxn ang="0">
                    <a:pos x="95" y="41"/>
                  </a:cxn>
                  <a:cxn ang="0">
                    <a:pos x="116" y="41"/>
                  </a:cxn>
                  <a:cxn ang="0">
                    <a:pos x="116" y="104"/>
                  </a:cxn>
                  <a:cxn ang="0">
                    <a:pos x="147" y="104"/>
                  </a:cxn>
                  <a:cxn ang="0">
                    <a:pos x="127" y="104"/>
                  </a:cxn>
                  <a:cxn ang="0">
                    <a:pos x="127" y="9"/>
                  </a:cxn>
                  <a:cxn ang="0">
                    <a:pos x="147" y="9"/>
                  </a:cxn>
                  <a:cxn ang="0">
                    <a:pos x="147" y="104"/>
                  </a:cxn>
                </a:cxnLst>
                <a:rect l="0" t="0" r="r" b="b"/>
                <a:pathLst>
                  <a:path w="168" h="126">
                    <a:moveTo>
                      <a:pt x="168" y="126"/>
                    </a:moveTo>
                    <a:lnTo>
                      <a:pt x="0" y="126"/>
                    </a:lnTo>
                    <a:lnTo>
                      <a:pt x="0" y="0"/>
                    </a:lnTo>
                    <a:lnTo>
                      <a:pt x="10" y="0"/>
                    </a:lnTo>
                    <a:lnTo>
                      <a:pt x="10" y="115"/>
                    </a:lnTo>
                    <a:lnTo>
                      <a:pt x="168" y="115"/>
                    </a:lnTo>
                    <a:lnTo>
                      <a:pt x="168" y="126"/>
                    </a:lnTo>
                    <a:close/>
                    <a:moveTo>
                      <a:pt x="54" y="104"/>
                    </a:moveTo>
                    <a:lnTo>
                      <a:pt x="32" y="104"/>
                    </a:lnTo>
                    <a:lnTo>
                      <a:pt x="32" y="63"/>
                    </a:lnTo>
                    <a:lnTo>
                      <a:pt x="54" y="63"/>
                    </a:lnTo>
                    <a:lnTo>
                      <a:pt x="54" y="104"/>
                    </a:lnTo>
                    <a:close/>
                    <a:moveTo>
                      <a:pt x="84" y="104"/>
                    </a:moveTo>
                    <a:lnTo>
                      <a:pt x="64" y="104"/>
                    </a:lnTo>
                    <a:lnTo>
                      <a:pt x="64" y="19"/>
                    </a:lnTo>
                    <a:lnTo>
                      <a:pt x="84" y="19"/>
                    </a:lnTo>
                    <a:lnTo>
                      <a:pt x="84" y="104"/>
                    </a:lnTo>
                    <a:close/>
                    <a:moveTo>
                      <a:pt x="116" y="104"/>
                    </a:moveTo>
                    <a:lnTo>
                      <a:pt x="95" y="104"/>
                    </a:lnTo>
                    <a:lnTo>
                      <a:pt x="95" y="41"/>
                    </a:lnTo>
                    <a:lnTo>
                      <a:pt x="116" y="41"/>
                    </a:lnTo>
                    <a:lnTo>
                      <a:pt x="116" y="104"/>
                    </a:lnTo>
                    <a:close/>
                    <a:moveTo>
                      <a:pt x="147" y="104"/>
                    </a:moveTo>
                    <a:lnTo>
                      <a:pt x="127" y="104"/>
                    </a:lnTo>
                    <a:lnTo>
                      <a:pt x="127" y="9"/>
                    </a:lnTo>
                    <a:lnTo>
                      <a:pt x="147" y="9"/>
                    </a:lnTo>
                    <a:lnTo>
                      <a:pt x="147" y="104"/>
                    </a:lnTo>
                    <a:close/>
                  </a:path>
                </a:pathLst>
              </a:custGeom>
              <a:solidFill>
                <a:schemeClr val="bg2"/>
              </a:solidFill>
              <a:ln w="9525">
                <a:noFill/>
                <a:round/>
                <a:headEnd/>
                <a:tailEnd/>
              </a:ln>
            </p:spPr>
            <p:txBody>
              <a:bodyPr anchor="ctr"/>
              <a:lstStyle/>
              <a:p>
                <a:pPr algn="ctr"/>
                <a:endParaRPr/>
              </a:p>
            </p:txBody>
          </p:sp>
        </p:grpSp>
        <p:grpSp>
          <p:nvGrpSpPr>
            <p:cNvPr id="34" name="íṥḻïḋé"/>
            <p:cNvGrpSpPr/>
            <p:nvPr/>
          </p:nvGrpSpPr>
          <p:grpSpPr>
            <a:xfrm>
              <a:off x="6534775" y="4762986"/>
              <a:ext cx="808822" cy="808822"/>
              <a:chOff x="4751637" y="3488705"/>
              <a:chExt cx="905504" cy="905504"/>
            </a:xfrm>
          </p:grpSpPr>
          <p:sp>
            <p:nvSpPr>
              <p:cNvPr id="41" name="íśḻiďè"/>
              <p:cNvSpPr/>
              <p:nvPr/>
            </p:nvSpPr>
            <p:spPr>
              <a:xfrm>
                <a:off x="4751637" y="3488705"/>
                <a:ext cx="905504" cy="905504"/>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4"/>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endParaRPr/>
              </a:p>
            </p:txBody>
          </p:sp>
          <p:sp>
            <p:nvSpPr>
              <p:cNvPr id="42" name="iṩḻîḑè"/>
              <p:cNvSpPr/>
              <p:nvPr/>
            </p:nvSpPr>
            <p:spPr bwMode="auto">
              <a:xfrm>
                <a:off x="5026751" y="3763819"/>
                <a:ext cx="355277" cy="355277"/>
              </a:xfrm>
              <a:custGeom>
                <a:avLst/>
                <a:gdLst/>
                <a:ahLst/>
                <a:cxnLst>
                  <a:cxn ang="0">
                    <a:pos x="55" y="31"/>
                  </a:cxn>
                  <a:cxn ang="0">
                    <a:pos x="54" y="33"/>
                  </a:cxn>
                  <a:cxn ang="0">
                    <a:pos x="47" y="34"/>
                  </a:cxn>
                  <a:cxn ang="0">
                    <a:pos x="46" y="37"/>
                  </a:cxn>
                  <a:cxn ang="0">
                    <a:pos x="49" y="42"/>
                  </a:cxn>
                  <a:cxn ang="0">
                    <a:pos x="50" y="43"/>
                  </a:cxn>
                  <a:cxn ang="0">
                    <a:pos x="49" y="44"/>
                  </a:cxn>
                  <a:cxn ang="0">
                    <a:pos x="43" y="50"/>
                  </a:cxn>
                  <a:cxn ang="0">
                    <a:pos x="42" y="50"/>
                  </a:cxn>
                  <a:cxn ang="0">
                    <a:pos x="37" y="46"/>
                  </a:cxn>
                  <a:cxn ang="0">
                    <a:pos x="33" y="47"/>
                  </a:cxn>
                  <a:cxn ang="0">
                    <a:pos x="32" y="54"/>
                  </a:cxn>
                  <a:cxn ang="0">
                    <a:pos x="31" y="55"/>
                  </a:cxn>
                  <a:cxn ang="0">
                    <a:pos x="23" y="55"/>
                  </a:cxn>
                  <a:cxn ang="0">
                    <a:pos x="22" y="54"/>
                  </a:cxn>
                  <a:cxn ang="0">
                    <a:pos x="21" y="47"/>
                  </a:cxn>
                  <a:cxn ang="0">
                    <a:pos x="18" y="46"/>
                  </a:cxn>
                  <a:cxn ang="0">
                    <a:pos x="13" y="50"/>
                  </a:cxn>
                  <a:cxn ang="0">
                    <a:pos x="12" y="50"/>
                  </a:cxn>
                  <a:cxn ang="0">
                    <a:pos x="11" y="50"/>
                  </a:cxn>
                  <a:cxn ang="0">
                    <a:pos x="5" y="44"/>
                  </a:cxn>
                  <a:cxn ang="0">
                    <a:pos x="5" y="43"/>
                  </a:cxn>
                  <a:cxn ang="0">
                    <a:pos x="5" y="42"/>
                  </a:cxn>
                  <a:cxn ang="0">
                    <a:pos x="9" y="37"/>
                  </a:cxn>
                  <a:cxn ang="0">
                    <a:pos x="7" y="33"/>
                  </a:cxn>
                  <a:cxn ang="0">
                    <a:pos x="1" y="33"/>
                  </a:cxn>
                  <a:cxn ang="0">
                    <a:pos x="0" y="31"/>
                  </a:cxn>
                  <a:cxn ang="0">
                    <a:pos x="0" y="23"/>
                  </a:cxn>
                  <a:cxn ang="0">
                    <a:pos x="1" y="22"/>
                  </a:cxn>
                  <a:cxn ang="0">
                    <a:pos x="7" y="21"/>
                  </a:cxn>
                  <a:cxn ang="0">
                    <a:pos x="9" y="18"/>
                  </a:cxn>
                  <a:cxn ang="0">
                    <a:pos x="5" y="13"/>
                  </a:cxn>
                  <a:cxn ang="0">
                    <a:pos x="5" y="12"/>
                  </a:cxn>
                  <a:cxn ang="0">
                    <a:pos x="5" y="11"/>
                  </a:cxn>
                  <a:cxn ang="0">
                    <a:pos x="12" y="5"/>
                  </a:cxn>
                  <a:cxn ang="0">
                    <a:pos x="13" y="5"/>
                  </a:cxn>
                  <a:cxn ang="0">
                    <a:pos x="18" y="9"/>
                  </a:cxn>
                  <a:cxn ang="0">
                    <a:pos x="21" y="8"/>
                  </a:cxn>
                  <a:cxn ang="0">
                    <a:pos x="22" y="1"/>
                  </a:cxn>
                  <a:cxn ang="0">
                    <a:pos x="23" y="0"/>
                  </a:cxn>
                  <a:cxn ang="0">
                    <a:pos x="31" y="0"/>
                  </a:cxn>
                  <a:cxn ang="0">
                    <a:pos x="32" y="1"/>
                  </a:cxn>
                  <a:cxn ang="0">
                    <a:pos x="33" y="8"/>
                  </a:cxn>
                  <a:cxn ang="0">
                    <a:pos x="37" y="9"/>
                  </a:cxn>
                  <a:cxn ang="0">
                    <a:pos x="42" y="5"/>
                  </a:cxn>
                  <a:cxn ang="0">
                    <a:pos x="43" y="5"/>
                  </a:cxn>
                  <a:cxn ang="0">
                    <a:pos x="43" y="5"/>
                  </a:cxn>
                  <a:cxn ang="0">
                    <a:pos x="49" y="11"/>
                  </a:cxn>
                  <a:cxn ang="0">
                    <a:pos x="50" y="12"/>
                  </a:cxn>
                  <a:cxn ang="0">
                    <a:pos x="49" y="13"/>
                  </a:cxn>
                  <a:cxn ang="0">
                    <a:pos x="46" y="18"/>
                  </a:cxn>
                  <a:cxn ang="0">
                    <a:pos x="47" y="21"/>
                  </a:cxn>
                  <a:cxn ang="0">
                    <a:pos x="54" y="22"/>
                  </a:cxn>
                  <a:cxn ang="0">
                    <a:pos x="55" y="23"/>
                  </a:cxn>
                  <a:cxn ang="0">
                    <a:pos x="55" y="31"/>
                  </a:cxn>
                  <a:cxn ang="0">
                    <a:pos x="27" y="18"/>
                  </a:cxn>
                  <a:cxn ang="0">
                    <a:pos x="18" y="27"/>
                  </a:cxn>
                  <a:cxn ang="0">
                    <a:pos x="27" y="36"/>
                  </a:cxn>
                  <a:cxn ang="0">
                    <a:pos x="36" y="27"/>
                  </a:cxn>
                  <a:cxn ang="0">
                    <a:pos x="27" y="18"/>
                  </a:cxn>
                </a:cxnLst>
                <a:rect l="0" t="0" r="r" b="b"/>
                <a:pathLst>
                  <a:path w="55" h="55">
                    <a:moveTo>
                      <a:pt x="55" y="31"/>
                    </a:moveTo>
                    <a:cubicBezTo>
                      <a:pt x="55" y="32"/>
                      <a:pt x="54" y="33"/>
                      <a:pt x="54" y="33"/>
                    </a:cubicBezTo>
                    <a:cubicBezTo>
                      <a:pt x="47" y="34"/>
                      <a:pt x="47" y="34"/>
                      <a:pt x="47" y="34"/>
                    </a:cubicBezTo>
                    <a:cubicBezTo>
                      <a:pt x="47" y="35"/>
                      <a:pt x="46" y="36"/>
                      <a:pt x="46" y="37"/>
                    </a:cubicBezTo>
                    <a:cubicBezTo>
                      <a:pt x="47" y="39"/>
                      <a:pt x="48" y="40"/>
                      <a:pt x="49" y="42"/>
                    </a:cubicBezTo>
                    <a:cubicBezTo>
                      <a:pt x="50" y="42"/>
                      <a:pt x="50" y="42"/>
                      <a:pt x="50" y="43"/>
                    </a:cubicBezTo>
                    <a:cubicBezTo>
                      <a:pt x="50" y="43"/>
                      <a:pt x="50" y="43"/>
                      <a:pt x="49" y="44"/>
                    </a:cubicBezTo>
                    <a:cubicBezTo>
                      <a:pt x="49" y="45"/>
                      <a:pt x="44" y="50"/>
                      <a:pt x="43" y="50"/>
                    </a:cubicBezTo>
                    <a:cubicBezTo>
                      <a:pt x="42" y="50"/>
                      <a:pt x="42" y="50"/>
                      <a:pt x="42" y="50"/>
                    </a:cubicBezTo>
                    <a:cubicBezTo>
                      <a:pt x="37" y="46"/>
                      <a:pt x="37" y="46"/>
                      <a:pt x="37" y="46"/>
                    </a:cubicBezTo>
                    <a:cubicBezTo>
                      <a:pt x="36" y="46"/>
                      <a:pt x="35" y="47"/>
                      <a:pt x="33" y="47"/>
                    </a:cubicBezTo>
                    <a:cubicBezTo>
                      <a:pt x="33" y="49"/>
                      <a:pt x="33" y="52"/>
                      <a:pt x="32" y="54"/>
                    </a:cubicBezTo>
                    <a:cubicBezTo>
                      <a:pt x="32" y="54"/>
                      <a:pt x="32" y="55"/>
                      <a:pt x="31" y="55"/>
                    </a:cubicBezTo>
                    <a:cubicBezTo>
                      <a:pt x="23" y="55"/>
                      <a:pt x="23" y="55"/>
                      <a:pt x="23" y="55"/>
                    </a:cubicBezTo>
                    <a:cubicBezTo>
                      <a:pt x="23" y="55"/>
                      <a:pt x="22" y="54"/>
                      <a:pt x="22" y="54"/>
                    </a:cubicBezTo>
                    <a:cubicBezTo>
                      <a:pt x="21" y="47"/>
                      <a:pt x="21" y="47"/>
                      <a:pt x="21" y="47"/>
                    </a:cubicBezTo>
                    <a:cubicBezTo>
                      <a:pt x="20" y="47"/>
                      <a:pt x="19" y="46"/>
                      <a:pt x="18" y="46"/>
                    </a:cubicBezTo>
                    <a:cubicBezTo>
                      <a:pt x="13" y="50"/>
                      <a:pt x="13" y="50"/>
                      <a:pt x="13" y="50"/>
                    </a:cubicBezTo>
                    <a:cubicBezTo>
                      <a:pt x="12" y="50"/>
                      <a:pt x="12" y="50"/>
                      <a:pt x="12" y="50"/>
                    </a:cubicBezTo>
                    <a:cubicBezTo>
                      <a:pt x="11" y="50"/>
                      <a:pt x="11" y="50"/>
                      <a:pt x="11" y="50"/>
                    </a:cubicBezTo>
                    <a:cubicBezTo>
                      <a:pt x="9" y="48"/>
                      <a:pt x="7" y="46"/>
                      <a:pt x="5" y="44"/>
                    </a:cubicBezTo>
                    <a:cubicBezTo>
                      <a:pt x="5" y="43"/>
                      <a:pt x="5" y="43"/>
                      <a:pt x="5" y="43"/>
                    </a:cubicBezTo>
                    <a:cubicBezTo>
                      <a:pt x="5" y="42"/>
                      <a:pt x="5" y="42"/>
                      <a:pt x="5" y="42"/>
                    </a:cubicBezTo>
                    <a:cubicBezTo>
                      <a:pt x="6" y="40"/>
                      <a:pt x="8" y="39"/>
                      <a:pt x="9" y="37"/>
                    </a:cubicBezTo>
                    <a:cubicBezTo>
                      <a:pt x="8" y="36"/>
                      <a:pt x="8" y="35"/>
                      <a:pt x="7" y="33"/>
                    </a:cubicBezTo>
                    <a:cubicBezTo>
                      <a:pt x="1" y="33"/>
                      <a:pt x="1" y="33"/>
                      <a:pt x="1" y="33"/>
                    </a:cubicBezTo>
                    <a:cubicBezTo>
                      <a:pt x="0" y="32"/>
                      <a:pt x="0" y="32"/>
                      <a:pt x="0" y="31"/>
                    </a:cubicBezTo>
                    <a:cubicBezTo>
                      <a:pt x="0" y="23"/>
                      <a:pt x="0" y="23"/>
                      <a:pt x="0" y="23"/>
                    </a:cubicBezTo>
                    <a:cubicBezTo>
                      <a:pt x="0" y="23"/>
                      <a:pt x="0" y="22"/>
                      <a:pt x="1" y="22"/>
                    </a:cubicBezTo>
                    <a:cubicBezTo>
                      <a:pt x="7" y="21"/>
                      <a:pt x="7" y="21"/>
                      <a:pt x="7" y="21"/>
                    </a:cubicBezTo>
                    <a:cubicBezTo>
                      <a:pt x="8" y="20"/>
                      <a:pt x="8" y="19"/>
                      <a:pt x="9" y="18"/>
                    </a:cubicBezTo>
                    <a:cubicBezTo>
                      <a:pt x="8" y="16"/>
                      <a:pt x="6" y="14"/>
                      <a:pt x="5" y="13"/>
                    </a:cubicBezTo>
                    <a:cubicBezTo>
                      <a:pt x="5" y="13"/>
                      <a:pt x="5" y="12"/>
                      <a:pt x="5" y="12"/>
                    </a:cubicBezTo>
                    <a:cubicBezTo>
                      <a:pt x="5" y="12"/>
                      <a:pt x="5" y="11"/>
                      <a:pt x="5" y="11"/>
                    </a:cubicBezTo>
                    <a:cubicBezTo>
                      <a:pt x="6" y="10"/>
                      <a:pt x="11" y="5"/>
                      <a:pt x="12" y="5"/>
                    </a:cubicBezTo>
                    <a:cubicBezTo>
                      <a:pt x="12" y="5"/>
                      <a:pt x="12" y="5"/>
                      <a:pt x="13" y="5"/>
                    </a:cubicBezTo>
                    <a:cubicBezTo>
                      <a:pt x="18" y="9"/>
                      <a:pt x="18" y="9"/>
                      <a:pt x="18" y="9"/>
                    </a:cubicBezTo>
                    <a:cubicBezTo>
                      <a:pt x="19" y="8"/>
                      <a:pt x="20" y="8"/>
                      <a:pt x="21" y="8"/>
                    </a:cubicBezTo>
                    <a:cubicBezTo>
                      <a:pt x="21" y="5"/>
                      <a:pt x="21" y="3"/>
                      <a:pt x="22" y="1"/>
                    </a:cubicBezTo>
                    <a:cubicBezTo>
                      <a:pt x="22" y="0"/>
                      <a:pt x="23" y="0"/>
                      <a:pt x="23" y="0"/>
                    </a:cubicBezTo>
                    <a:cubicBezTo>
                      <a:pt x="31" y="0"/>
                      <a:pt x="31" y="0"/>
                      <a:pt x="31" y="0"/>
                    </a:cubicBezTo>
                    <a:cubicBezTo>
                      <a:pt x="32" y="0"/>
                      <a:pt x="32" y="0"/>
                      <a:pt x="32" y="1"/>
                    </a:cubicBezTo>
                    <a:cubicBezTo>
                      <a:pt x="33" y="8"/>
                      <a:pt x="33" y="8"/>
                      <a:pt x="33" y="8"/>
                    </a:cubicBezTo>
                    <a:cubicBezTo>
                      <a:pt x="35" y="8"/>
                      <a:pt x="36" y="8"/>
                      <a:pt x="37" y="9"/>
                    </a:cubicBezTo>
                    <a:cubicBezTo>
                      <a:pt x="42" y="5"/>
                      <a:pt x="42" y="5"/>
                      <a:pt x="42" y="5"/>
                    </a:cubicBezTo>
                    <a:cubicBezTo>
                      <a:pt x="42" y="5"/>
                      <a:pt x="42" y="5"/>
                      <a:pt x="43" y="5"/>
                    </a:cubicBezTo>
                    <a:cubicBezTo>
                      <a:pt x="43" y="5"/>
                      <a:pt x="43" y="5"/>
                      <a:pt x="43" y="5"/>
                    </a:cubicBezTo>
                    <a:cubicBezTo>
                      <a:pt x="45" y="7"/>
                      <a:pt x="48" y="9"/>
                      <a:pt x="49" y="11"/>
                    </a:cubicBezTo>
                    <a:cubicBezTo>
                      <a:pt x="50" y="11"/>
                      <a:pt x="50" y="12"/>
                      <a:pt x="50" y="12"/>
                    </a:cubicBezTo>
                    <a:cubicBezTo>
                      <a:pt x="50" y="12"/>
                      <a:pt x="49" y="13"/>
                      <a:pt x="49" y="13"/>
                    </a:cubicBezTo>
                    <a:cubicBezTo>
                      <a:pt x="48" y="14"/>
                      <a:pt x="47" y="16"/>
                      <a:pt x="46" y="18"/>
                    </a:cubicBezTo>
                    <a:cubicBezTo>
                      <a:pt x="46" y="19"/>
                      <a:pt x="47" y="20"/>
                      <a:pt x="47" y="21"/>
                    </a:cubicBezTo>
                    <a:cubicBezTo>
                      <a:pt x="54" y="22"/>
                      <a:pt x="54" y="22"/>
                      <a:pt x="54" y="22"/>
                    </a:cubicBezTo>
                    <a:cubicBezTo>
                      <a:pt x="54" y="22"/>
                      <a:pt x="55" y="23"/>
                      <a:pt x="55" y="23"/>
                    </a:cubicBezTo>
                    <a:lnTo>
                      <a:pt x="55" y="31"/>
                    </a:lnTo>
                    <a:close/>
                    <a:moveTo>
                      <a:pt x="27" y="18"/>
                    </a:moveTo>
                    <a:cubicBezTo>
                      <a:pt x="22" y="18"/>
                      <a:pt x="18" y="22"/>
                      <a:pt x="18" y="27"/>
                    </a:cubicBezTo>
                    <a:cubicBezTo>
                      <a:pt x="18" y="32"/>
                      <a:pt x="22" y="36"/>
                      <a:pt x="27" y="36"/>
                    </a:cubicBezTo>
                    <a:cubicBezTo>
                      <a:pt x="32" y="36"/>
                      <a:pt x="36" y="32"/>
                      <a:pt x="36" y="27"/>
                    </a:cubicBezTo>
                    <a:cubicBezTo>
                      <a:pt x="36" y="22"/>
                      <a:pt x="32" y="18"/>
                      <a:pt x="27" y="18"/>
                    </a:cubicBezTo>
                    <a:close/>
                  </a:path>
                </a:pathLst>
              </a:custGeom>
              <a:solidFill>
                <a:schemeClr val="bg2"/>
              </a:solidFill>
              <a:ln w="9525">
                <a:noFill/>
                <a:round/>
                <a:headEnd/>
                <a:tailEnd/>
              </a:ln>
            </p:spPr>
            <p:txBody>
              <a:bodyPr anchor="ctr"/>
              <a:lstStyle/>
              <a:p>
                <a:pPr algn="ctr"/>
                <a:endParaRPr/>
              </a:p>
            </p:txBody>
          </p:sp>
        </p:grpSp>
        <p:grpSp>
          <p:nvGrpSpPr>
            <p:cNvPr id="35" name="íŝ1íḑê"/>
            <p:cNvGrpSpPr/>
            <p:nvPr/>
          </p:nvGrpSpPr>
          <p:grpSpPr>
            <a:xfrm>
              <a:off x="9907498" y="4762986"/>
              <a:ext cx="808822" cy="808822"/>
              <a:chOff x="7281179" y="3488705"/>
              <a:chExt cx="905504" cy="905504"/>
            </a:xfrm>
          </p:grpSpPr>
          <p:sp>
            <p:nvSpPr>
              <p:cNvPr id="39" name="ïṣļiḓè"/>
              <p:cNvSpPr/>
              <p:nvPr/>
            </p:nvSpPr>
            <p:spPr>
              <a:xfrm>
                <a:off x="7281179" y="3488705"/>
                <a:ext cx="905504" cy="905504"/>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6"/>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endParaRPr/>
              </a:p>
            </p:txBody>
          </p:sp>
          <p:sp>
            <p:nvSpPr>
              <p:cNvPr id="40" name="îślïḑé"/>
              <p:cNvSpPr/>
              <p:nvPr/>
            </p:nvSpPr>
            <p:spPr bwMode="auto">
              <a:xfrm>
                <a:off x="7542869" y="3764890"/>
                <a:ext cx="382124" cy="353134"/>
              </a:xfrm>
              <a:custGeom>
                <a:avLst/>
                <a:gdLst/>
                <a:ahLst/>
                <a:cxnLst>
                  <a:cxn ang="0">
                    <a:pos x="67" y="20"/>
                  </a:cxn>
                  <a:cxn ang="0">
                    <a:pos x="46" y="36"/>
                  </a:cxn>
                  <a:cxn ang="0">
                    <a:pos x="42" y="40"/>
                  </a:cxn>
                  <a:cxn ang="0">
                    <a:pos x="39" y="47"/>
                  </a:cxn>
                  <a:cxn ang="0">
                    <a:pos x="44" y="52"/>
                  </a:cxn>
                  <a:cxn ang="0">
                    <a:pos x="52" y="58"/>
                  </a:cxn>
                  <a:cxn ang="0">
                    <a:pos x="52" y="61"/>
                  </a:cxn>
                  <a:cxn ang="0">
                    <a:pos x="51" y="62"/>
                  </a:cxn>
                  <a:cxn ang="0">
                    <a:pos x="17" y="62"/>
                  </a:cxn>
                  <a:cxn ang="0">
                    <a:pos x="16" y="61"/>
                  </a:cxn>
                  <a:cxn ang="0">
                    <a:pos x="16" y="58"/>
                  </a:cxn>
                  <a:cxn ang="0">
                    <a:pos x="24" y="52"/>
                  </a:cxn>
                  <a:cxn ang="0">
                    <a:pos x="29" y="47"/>
                  </a:cxn>
                  <a:cxn ang="0">
                    <a:pos x="26" y="40"/>
                  </a:cxn>
                  <a:cxn ang="0">
                    <a:pos x="22" y="36"/>
                  </a:cxn>
                  <a:cxn ang="0">
                    <a:pos x="0" y="20"/>
                  </a:cxn>
                  <a:cxn ang="0">
                    <a:pos x="0" y="15"/>
                  </a:cxn>
                  <a:cxn ang="0">
                    <a:pos x="4" y="11"/>
                  </a:cxn>
                  <a:cxn ang="0">
                    <a:pos x="16" y="11"/>
                  </a:cxn>
                  <a:cxn ang="0">
                    <a:pos x="16" y="7"/>
                  </a:cxn>
                  <a:cxn ang="0">
                    <a:pos x="22" y="0"/>
                  </a:cxn>
                  <a:cxn ang="0">
                    <a:pos x="45" y="0"/>
                  </a:cxn>
                  <a:cxn ang="0">
                    <a:pos x="52" y="7"/>
                  </a:cxn>
                  <a:cxn ang="0">
                    <a:pos x="52" y="11"/>
                  </a:cxn>
                  <a:cxn ang="0">
                    <a:pos x="63" y="11"/>
                  </a:cxn>
                  <a:cxn ang="0">
                    <a:pos x="67" y="15"/>
                  </a:cxn>
                  <a:cxn ang="0">
                    <a:pos x="67" y="20"/>
                  </a:cxn>
                  <a:cxn ang="0">
                    <a:pos x="16" y="16"/>
                  </a:cxn>
                  <a:cxn ang="0">
                    <a:pos x="6" y="16"/>
                  </a:cxn>
                  <a:cxn ang="0">
                    <a:pos x="6" y="20"/>
                  </a:cxn>
                  <a:cxn ang="0">
                    <a:pos x="19" y="31"/>
                  </a:cxn>
                  <a:cxn ang="0">
                    <a:pos x="16" y="16"/>
                  </a:cxn>
                  <a:cxn ang="0">
                    <a:pos x="62" y="16"/>
                  </a:cxn>
                  <a:cxn ang="0">
                    <a:pos x="52" y="16"/>
                  </a:cxn>
                  <a:cxn ang="0">
                    <a:pos x="49" y="31"/>
                  </a:cxn>
                  <a:cxn ang="0">
                    <a:pos x="62" y="20"/>
                  </a:cxn>
                  <a:cxn ang="0">
                    <a:pos x="62" y="16"/>
                  </a:cxn>
                </a:cxnLst>
                <a:rect l="0" t="0" r="r" b="b"/>
                <a:pathLst>
                  <a:path w="67" h="62">
                    <a:moveTo>
                      <a:pt x="67" y="20"/>
                    </a:moveTo>
                    <a:cubicBezTo>
                      <a:pt x="67" y="27"/>
                      <a:pt x="58" y="36"/>
                      <a:pt x="46" y="36"/>
                    </a:cubicBezTo>
                    <a:cubicBezTo>
                      <a:pt x="44" y="38"/>
                      <a:pt x="42" y="40"/>
                      <a:pt x="42" y="40"/>
                    </a:cubicBezTo>
                    <a:cubicBezTo>
                      <a:pt x="40" y="42"/>
                      <a:pt x="39" y="44"/>
                      <a:pt x="39" y="47"/>
                    </a:cubicBezTo>
                    <a:cubicBezTo>
                      <a:pt x="39" y="49"/>
                      <a:pt x="40" y="52"/>
                      <a:pt x="44" y="52"/>
                    </a:cubicBezTo>
                    <a:cubicBezTo>
                      <a:pt x="48" y="52"/>
                      <a:pt x="52" y="54"/>
                      <a:pt x="52" y="58"/>
                    </a:cubicBezTo>
                    <a:cubicBezTo>
                      <a:pt x="52" y="61"/>
                      <a:pt x="52" y="61"/>
                      <a:pt x="52" y="61"/>
                    </a:cubicBezTo>
                    <a:cubicBezTo>
                      <a:pt x="52" y="62"/>
                      <a:pt x="51" y="62"/>
                      <a:pt x="51" y="62"/>
                    </a:cubicBezTo>
                    <a:cubicBezTo>
                      <a:pt x="17" y="62"/>
                      <a:pt x="17" y="62"/>
                      <a:pt x="17" y="62"/>
                    </a:cubicBezTo>
                    <a:cubicBezTo>
                      <a:pt x="16" y="62"/>
                      <a:pt x="16" y="62"/>
                      <a:pt x="16" y="61"/>
                    </a:cubicBezTo>
                    <a:cubicBezTo>
                      <a:pt x="16" y="58"/>
                      <a:pt x="16" y="58"/>
                      <a:pt x="16" y="58"/>
                    </a:cubicBezTo>
                    <a:cubicBezTo>
                      <a:pt x="16" y="54"/>
                      <a:pt x="20" y="52"/>
                      <a:pt x="24" y="52"/>
                    </a:cubicBezTo>
                    <a:cubicBezTo>
                      <a:pt x="27" y="52"/>
                      <a:pt x="29" y="49"/>
                      <a:pt x="29" y="47"/>
                    </a:cubicBezTo>
                    <a:cubicBezTo>
                      <a:pt x="29" y="44"/>
                      <a:pt x="28" y="42"/>
                      <a:pt x="26" y="40"/>
                    </a:cubicBezTo>
                    <a:cubicBezTo>
                      <a:pt x="25" y="40"/>
                      <a:pt x="24" y="38"/>
                      <a:pt x="22" y="36"/>
                    </a:cubicBezTo>
                    <a:cubicBezTo>
                      <a:pt x="10" y="36"/>
                      <a:pt x="0" y="27"/>
                      <a:pt x="0" y="20"/>
                    </a:cubicBezTo>
                    <a:cubicBezTo>
                      <a:pt x="0" y="15"/>
                      <a:pt x="0" y="15"/>
                      <a:pt x="0" y="15"/>
                    </a:cubicBezTo>
                    <a:cubicBezTo>
                      <a:pt x="0" y="12"/>
                      <a:pt x="2" y="11"/>
                      <a:pt x="4" y="11"/>
                    </a:cubicBezTo>
                    <a:cubicBezTo>
                      <a:pt x="16" y="11"/>
                      <a:pt x="16" y="11"/>
                      <a:pt x="16" y="11"/>
                    </a:cubicBezTo>
                    <a:cubicBezTo>
                      <a:pt x="16" y="7"/>
                      <a:pt x="16" y="7"/>
                      <a:pt x="16" y="7"/>
                    </a:cubicBezTo>
                    <a:cubicBezTo>
                      <a:pt x="16" y="3"/>
                      <a:pt x="19" y="0"/>
                      <a:pt x="22" y="0"/>
                    </a:cubicBezTo>
                    <a:cubicBezTo>
                      <a:pt x="45" y="0"/>
                      <a:pt x="45" y="0"/>
                      <a:pt x="45" y="0"/>
                    </a:cubicBezTo>
                    <a:cubicBezTo>
                      <a:pt x="49" y="0"/>
                      <a:pt x="52" y="3"/>
                      <a:pt x="52" y="7"/>
                    </a:cubicBezTo>
                    <a:cubicBezTo>
                      <a:pt x="52" y="11"/>
                      <a:pt x="52" y="11"/>
                      <a:pt x="52" y="11"/>
                    </a:cubicBezTo>
                    <a:cubicBezTo>
                      <a:pt x="63" y="11"/>
                      <a:pt x="63" y="11"/>
                      <a:pt x="63" y="11"/>
                    </a:cubicBezTo>
                    <a:cubicBezTo>
                      <a:pt x="66" y="11"/>
                      <a:pt x="67" y="12"/>
                      <a:pt x="67" y="15"/>
                    </a:cubicBezTo>
                    <a:lnTo>
                      <a:pt x="67" y="20"/>
                    </a:lnTo>
                    <a:close/>
                    <a:moveTo>
                      <a:pt x="16" y="16"/>
                    </a:moveTo>
                    <a:cubicBezTo>
                      <a:pt x="6" y="16"/>
                      <a:pt x="6" y="16"/>
                      <a:pt x="6" y="16"/>
                    </a:cubicBezTo>
                    <a:cubicBezTo>
                      <a:pt x="6" y="20"/>
                      <a:pt x="6" y="20"/>
                      <a:pt x="6" y="20"/>
                    </a:cubicBezTo>
                    <a:cubicBezTo>
                      <a:pt x="6" y="24"/>
                      <a:pt x="11" y="29"/>
                      <a:pt x="19" y="31"/>
                    </a:cubicBezTo>
                    <a:cubicBezTo>
                      <a:pt x="17" y="27"/>
                      <a:pt x="16" y="22"/>
                      <a:pt x="16" y="16"/>
                    </a:cubicBezTo>
                    <a:close/>
                    <a:moveTo>
                      <a:pt x="62" y="16"/>
                    </a:moveTo>
                    <a:cubicBezTo>
                      <a:pt x="52" y="16"/>
                      <a:pt x="52" y="16"/>
                      <a:pt x="52" y="16"/>
                    </a:cubicBezTo>
                    <a:cubicBezTo>
                      <a:pt x="52" y="22"/>
                      <a:pt x="51" y="27"/>
                      <a:pt x="49" y="31"/>
                    </a:cubicBezTo>
                    <a:cubicBezTo>
                      <a:pt x="57" y="29"/>
                      <a:pt x="62" y="24"/>
                      <a:pt x="62" y="20"/>
                    </a:cubicBezTo>
                    <a:lnTo>
                      <a:pt x="62" y="16"/>
                    </a:lnTo>
                    <a:close/>
                  </a:path>
                </a:pathLst>
              </a:custGeom>
              <a:solidFill>
                <a:schemeClr val="bg2"/>
              </a:solidFill>
              <a:ln w="9525">
                <a:noFill/>
                <a:round/>
                <a:headEnd/>
                <a:tailEnd/>
              </a:ln>
            </p:spPr>
            <p:txBody>
              <a:bodyPr anchor="ctr"/>
              <a:lstStyle/>
              <a:p>
                <a:pPr algn="ctr"/>
                <a:endParaRPr/>
              </a:p>
            </p:txBody>
          </p:sp>
        </p:grpSp>
        <p:grpSp>
          <p:nvGrpSpPr>
            <p:cNvPr id="36" name="îṧḷîďê"/>
            <p:cNvGrpSpPr/>
            <p:nvPr/>
          </p:nvGrpSpPr>
          <p:grpSpPr>
            <a:xfrm>
              <a:off x="8221138" y="1792086"/>
              <a:ext cx="808822" cy="808822"/>
              <a:chOff x="6016409" y="1132752"/>
              <a:chExt cx="905504" cy="905504"/>
            </a:xfrm>
          </p:grpSpPr>
          <p:sp>
            <p:nvSpPr>
              <p:cNvPr id="37" name="iṣliḓe"/>
              <p:cNvSpPr/>
              <p:nvPr/>
            </p:nvSpPr>
            <p:spPr>
              <a:xfrm>
                <a:off x="6016409" y="1132752"/>
                <a:ext cx="905504" cy="905504"/>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5"/>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endParaRPr/>
              </a:p>
            </p:txBody>
          </p:sp>
          <p:sp>
            <p:nvSpPr>
              <p:cNvPr id="38" name="iṥḷíḑe"/>
              <p:cNvSpPr/>
              <p:nvPr/>
            </p:nvSpPr>
            <p:spPr bwMode="auto">
              <a:xfrm>
                <a:off x="6256252" y="1386070"/>
                <a:ext cx="425819" cy="398868"/>
              </a:xfrm>
              <a:custGeom>
                <a:avLst/>
                <a:gdLst/>
                <a:ahLst/>
                <a:cxnLst>
                  <a:cxn ang="0">
                    <a:pos x="13" y="39"/>
                  </a:cxn>
                  <a:cxn ang="0">
                    <a:pos x="8" y="39"/>
                  </a:cxn>
                  <a:cxn ang="0">
                    <a:pos x="0" y="33"/>
                  </a:cxn>
                  <a:cxn ang="0">
                    <a:pos x="5" y="19"/>
                  </a:cxn>
                  <a:cxn ang="0">
                    <a:pos x="15" y="22"/>
                  </a:cxn>
                  <a:cxn ang="0">
                    <a:pos x="20" y="21"/>
                  </a:cxn>
                  <a:cxn ang="0">
                    <a:pos x="20" y="24"/>
                  </a:cxn>
                  <a:cxn ang="0">
                    <a:pos x="23" y="34"/>
                  </a:cxn>
                  <a:cxn ang="0">
                    <a:pos x="13" y="39"/>
                  </a:cxn>
                  <a:cxn ang="0">
                    <a:pos x="15" y="19"/>
                  </a:cxn>
                  <a:cxn ang="0">
                    <a:pos x="5" y="9"/>
                  </a:cxn>
                  <a:cxn ang="0">
                    <a:pos x="15" y="0"/>
                  </a:cxn>
                  <a:cxn ang="0">
                    <a:pos x="25" y="9"/>
                  </a:cxn>
                  <a:cxn ang="0">
                    <a:pos x="15" y="19"/>
                  </a:cxn>
                  <a:cxn ang="0">
                    <a:pos x="53" y="68"/>
                  </a:cxn>
                  <a:cxn ang="0">
                    <a:pos x="20" y="68"/>
                  </a:cxn>
                  <a:cxn ang="0">
                    <a:pos x="10" y="58"/>
                  </a:cxn>
                  <a:cxn ang="0">
                    <a:pos x="23" y="36"/>
                  </a:cxn>
                  <a:cxn ang="0">
                    <a:pos x="37" y="41"/>
                  </a:cxn>
                  <a:cxn ang="0">
                    <a:pos x="50" y="36"/>
                  </a:cxn>
                  <a:cxn ang="0">
                    <a:pos x="64" y="58"/>
                  </a:cxn>
                  <a:cxn ang="0">
                    <a:pos x="53" y="68"/>
                  </a:cxn>
                  <a:cxn ang="0">
                    <a:pos x="37" y="39"/>
                  </a:cxn>
                  <a:cxn ang="0">
                    <a:pos x="22" y="24"/>
                  </a:cxn>
                  <a:cxn ang="0">
                    <a:pos x="37" y="9"/>
                  </a:cxn>
                  <a:cxn ang="0">
                    <a:pos x="51" y="24"/>
                  </a:cxn>
                  <a:cxn ang="0">
                    <a:pos x="37" y="39"/>
                  </a:cxn>
                  <a:cxn ang="0">
                    <a:pos x="59" y="19"/>
                  </a:cxn>
                  <a:cxn ang="0">
                    <a:pos x="49" y="9"/>
                  </a:cxn>
                  <a:cxn ang="0">
                    <a:pos x="59" y="0"/>
                  </a:cxn>
                  <a:cxn ang="0">
                    <a:pos x="68" y="9"/>
                  </a:cxn>
                  <a:cxn ang="0">
                    <a:pos x="59" y="19"/>
                  </a:cxn>
                  <a:cxn ang="0">
                    <a:pos x="66" y="39"/>
                  </a:cxn>
                  <a:cxn ang="0">
                    <a:pos x="61" y="39"/>
                  </a:cxn>
                  <a:cxn ang="0">
                    <a:pos x="51" y="34"/>
                  </a:cxn>
                  <a:cxn ang="0">
                    <a:pos x="54" y="24"/>
                  </a:cxn>
                  <a:cxn ang="0">
                    <a:pos x="54" y="21"/>
                  </a:cxn>
                  <a:cxn ang="0">
                    <a:pos x="59" y="22"/>
                  </a:cxn>
                  <a:cxn ang="0">
                    <a:pos x="69" y="19"/>
                  </a:cxn>
                  <a:cxn ang="0">
                    <a:pos x="73" y="33"/>
                  </a:cxn>
                  <a:cxn ang="0">
                    <a:pos x="66" y="39"/>
                  </a:cxn>
                </a:cxnLst>
                <a:rect l="0" t="0" r="r" b="b"/>
                <a:pathLst>
                  <a:path w="73" h="68">
                    <a:moveTo>
                      <a:pt x="13" y="39"/>
                    </a:moveTo>
                    <a:cubicBezTo>
                      <a:pt x="8" y="39"/>
                      <a:pt x="8" y="39"/>
                      <a:pt x="8" y="39"/>
                    </a:cubicBezTo>
                    <a:cubicBezTo>
                      <a:pt x="4" y="39"/>
                      <a:pt x="0" y="37"/>
                      <a:pt x="0" y="33"/>
                    </a:cubicBezTo>
                    <a:cubicBezTo>
                      <a:pt x="0" y="29"/>
                      <a:pt x="0" y="19"/>
                      <a:pt x="5" y="19"/>
                    </a:cubicBezTo>
                    <a:cubicBezTo>
                      <a:pt x="6" y="19"/>
                      <a:pt x="10" y="22"/>
                      <a:pt x="15" y="22"/>
                    </a:cubicBezTo>
                    <a:cubicBezTo>
                      <a:pt x="17" y="22"/>
                      <a:pt x="18" y="22"/>
                      <a:pt x="20" y="21"/>
                    </a:cubicBezTo>
                    <a:cubicBezTo>
                      <a:pt x="20" y="22"/>
                      <a:pt x="20" y="23"/>
                      <a:pt x="20" y="24"/>
                    </a:cubicBezTo>
                    <a:cubicBezTo>
                      <a:pt x="20" y="27"/>
                      <a:pt x="21" y="31"/>
                      <a:pt x="23" y="34"/>
                    </a:cubicBezTo>
                    <a:cubicBezTo>
                      <a:pt x="19" y="34"/>
                      <a:pt x="15" y="36"/>
                      <a:pt x="13" y="39"/>
                    </a:cubicBezTo>
                    <a:close/>
                    <a:moveTo>
                      <a:pt x="15" y="19"/>
                    </a:moveTo>
                    <a:cubicBezTo>
                      <a:pt x="10" y="19"/>
                      <a:pt x="5" y="15"/>
                      <a:pt x="5" y="9"/>
                    </a:cubicBezTo>
                    <a:cubicBezTo>
                      <a:pt x="5" y="4"/>
                      <a:pt x="10" y="0"/>
                      <a:pt x="15" y="0"/>
                    </a:cubicBezTo>
                    <a:cubicBezTo>
                      <a:pt x="20" y="0"/>
                      <a:pt x="25" y="4"/>
                      <a:pt x="25" y="9"/>
                    </a:cubicBezTo>
                    <a:cubicBezTo>
                      <a:pt x="25" y="15"/>
                      <a:pt x="20" y="19"/>
                      <a:pt x="15" y="19"/>
                    </a:cubicBezTo>
                    <a:close/>
                    <a:moveTo>
                      <a:pt x="53" y="68"/>
                    </a:moveTo>
                    <a:cubicBezTo>
                      <a:pt x="20" y="68"/>
                      <a:pt x="20" y="68"/>
                      <a:pt x="20" y="68"/>
                    </a:cubicBezTo>
                    <a:cubicBezTo>
                      <a:pt x="14" y="68"/>
                      <a:pt x="10" y="64"/>
                      <a:pt x="10" y="58"/>
                    </a:cubicBezTo>
                    <a:cubicBezTo>
                      <a:pt x="10" y="49"/>
                      <a:pt x="12" y="36"/>
                      <a:pt x="23" y="36"/>
                    </a:cubicBezTo>
                    <a:cubicBezTo>
                      <a:pt x="25" y="36"/>
                      <a:pt x="29" y="41"/>
                      <a:pt x="37" y="41"/>
                    </a:cubicBezTo>
                    <a:cubicBezTo>
                      <a:pt x="44" y="41"/>
                      <a:pt x="49" y="36"/>
                      <a:pt x="50" y="36"/>
                    </a:cubicBezTo>
                    <a:cubicBezTo>
                      <a:pt x="62" y="36"/>
                      <a:pt x="64" y="49"/>
                      <a:pt x="64" y="58"/>
                    </a:cubicBezTo>
                    <a:cubicBezTo>
                      <a:pt x="64" y="64"/>
                      <a:pt x="60" y="68"/>
                      <a:pt x="53" y="68"/>
                    </a:cubicBezTo>
                    <a:close/>
                    <a:moveTo>
                      <a:pt x="37" y="39"/>
                    </a:moveTo>
                    <a:cubicBezTo>
                      <a:pt x="29" y="39"/>
                      <a:pt x="22" y="32"/>
                      <a:pt x="22" y="24"/>
                    </a:cubicBezTo>
                    <a:cubicBezTo>
                      <a:pt x="22" y="16"/>
                      <a:pt x="29" y="9"/>
                      <a:pt x="37" y="9"/>
                    </a:cubicBezTo>
                    <a:cubicBezTo>
                      <a:pt x="45" y="9"/>
                      <a:pt x="51" y="16"/>
                      <a:pt x="51" y="24"/>
                    </a:cubicBezTo>
                    <a:cubicBezTo>
                      <a:pt x="51" y="32"/>
                      <a:pt x="45" y="39"/>
                      <a:pt x="37" y="39"/>
                    </a:cubicBezTo>
                    <a:close/>
                    <a:moveTo>
                      <a:pt x="59" y="19"/>
                    </a:moveTo>
                    <a:cubicBezTo>
                      <a:pt x="53" y="19"/>
                      <a:pt x="49" y="15"/>
                      <a:pt x="49" y="9"/>
                    </a:cubicBezTo>
                    <a:cubicBezTo>
                      <a:pt x="49" y="4"/>
                      <a:pt x="53" y="0"/>
                      <a:pt x="59" y="0"/>
                    </a:cubicBezTo>
                    <a:cubicBezTo>
                      <a:pt x="64" y="0"/>
                      <a:pt x="68" y="4"/>
                      <a:pt x="68" y="9"/>
                    </a:cubicBezTo>
                    <a:cubicBezTo>
                      <a:pt x="68" y="15"/>
                      <a:pt x="64" y="19"/>
                      <a:pt x="59" y="19"/>
                    </a:cubicBezTo>
                    <a:close/>
                    <a:moveTo>
                      <a:pt x="66" y="39"/>
                    </a:moveTo>
                    <a:cubicBezTo>
                      <a:pt x="61" y="39"/>
                      <a:pt x="61" y="39"/>
                      <a:pt x="61" y="39"/>
                    </a:cubicBezTo>
                    <a:cubicBezTo>
                      <a:pt x="58" y="36"/>
                      <a:pt x="55" y="34"/>
                      <a:pt x="51" y="34"/>
                    </a:cubicBezTo>
                    <a:cubicBezTo>
                      <a:pt x="53" y="31"/>
                      <a:pt x="54" y="27"/>
                      <a:pt x="54" y="24"/>
                    </a:cubicBezTo>
                    <a:cubicBezTo>
                      <a:pt x="54" y="23"/>
                      <a:pt x="54" y="22"/>
                      <a:pt x="54" y="21"/>
                    </a:cubicBezTo>
                    <a:cubicBezTo>
                      <a:pt x="55" y="22"/>
                      <a:pt x="57" y="22"/>
                      <a:pt x="59" y="22"/>
                    </a:cubicBezTo>
                    <a:cubicBezTo>
                      <a:pt x="64" y="22"/>
                      <a:pt x="68" y="19"/>
                      <a:pt x="69" y="19"/>
                    </a:cubicBezTo>
                    <a:cubicBezTo>
                      <a:pt x="73" y="19"/>
                      <a:pt x="73" y="29"/>
                      <a:pt x="73" y="33"/>
                    </a:cubicBezTo>
                    <a:cubicBezTo>
                      <a:pt x="73" y="37"/>
                      <a:pt x="70" y="39"/>
                      <a:pt x="66" y="39"/>
                    </a:cubicBezTo>
                    <a:close/>
                  </a:path>
                </a:pathLst>
              </a:custGeom>
              <a:solidFill>
                <a:schemeClr val="bg2"/>
              </a:solidFill>
              <a:ln w="9525">
                <a:noFill/>
                <a:round/>
                <a:headEnd/>
                <a:tailEnd/>
              </a:ln>
            </p:spPr>
            <p:txBody>
              <a:bodyPr anchor="ctr"/>
              <a:lstStyle/>
              <a:p>
                <a:pPr algn="ctr"/>
                <a:endParaRPr/>
              </a:p>
            </p:txBody>
          </p:sp>
        </p:grpSp>
      </p:grpSp>
      <p:sp>
        <p:nvSpPr>
          <p:cNvPr id="62" name="íṩḷîḋé"/>
          <p:cNvSpPr txBox="1"/>
          <p:nvPr/>
        </p:nvSpPr>
        <p:spPr>
          <a:xfrm>
            <a:off x="2483766" y="2091797"/>
            <a:ext cx="2109865" cy="698333"/>
          </a:xfrm>
          <a:prstGeom prst="rect">
            <a:avLst/>
          </a:prstGeom>
          <a:noFill/>
        </p:spPr>
        <p:txBody>
          <a:bodyPr wrap="square" lIns="90000" tIns="46800" rIns="90000" bIns="46800" anchor="t">
            <a:normAutofit/>
          </a:bodyPr>
          <a:lstStyle/>
          <a:p>
            <a:pPr defTabSz="1219170">
              <a:lnSpc>
                <a:spcPct val="120000"/>
              </a:lnSpc>
              <a:spcBef>
                <a:spcPct val="0"/>
              </a:spcBef>
              <a:defRPr/>
            </a:pPr>
            <a:r>
              <a:rPr lang="en-US" altLang="zh-CN" sz="1000" dirty="0" smtClean="0">
                <a:solidFill>
                  <a:schemeClr val="dk1">
                    <a:lumMod val="100000"/>
                  </a:schemeClr>
                </a:solidFill>
              </a:rPr>
              <a:t>Spanner/F1</a:t>
            </a:r>
            <a:r>
              <a:rPr lang="zh-CN" altLang="en-US" sz="1000" dirty="0" smtClean="0">
                <a:solidFill>
                  <a:schemeClr val="dk1">
                    <a:lumMod val="100000"/>
                  </a:schemeClr>
                </a:solidFill>
              </a:rPr>
              <a:t>论文的发表，标志着</a:t>
            </a:r>
            <a:r>
              <a:rPr lang="zh-CN" altLang="en-US" sz="1000" dirty="0">
                <a:solidFill>
                  <a:schemeClr val="dk1">
                    <a:lumMod val="100000"/>
                  </a:schemeClr>
                </a:solidFill>
              </a:rPr>
              <a:t/>
            </a:r>
            <a:br>
              <a:rPr lang="zh-CN" altLang="en-US" sz="1000" dirty="0">
                <a:solidFill>
                  <a:schemeClr val="dk1">
                    <a:lumMod val="100000"/>
                  </a:schemeClr>
                </a:solidFill>
              </a:rPr>
            </a:br>
            <a:r>
              <a:rPr lang="zh-CN" altLang="en-US" sz="1000" dirty="0" smtClean="0">
                <a:solidFill>
                  <a:schemeClr val="dk1">
                    <a:lumMod val="100000"/>
                  </a:schemeClr>
                </a:solidFill>
              </a:rPr>
              <a:t>下一代数据库开始，正式进入</a:t>
            </a:r>
            <a:r>
              <a:rPr lang="en-US" altLang="zh-CN" sz="1000" dirty="0" err="1" smtClean="0">
                <a:solidFill>
                  <a:schemeClr val="dk1">
                    <a:lumMod val="100000"/>
                  </a:schemeClr>
                </a:solidFill>
              </a:rPr>
              <a:t>NewSQL</a:t>
            </a:r>
            <a:r>
              <a:rPr lang="zh-CN" altLang="en-US" sz="1000" dirty="0" smtClean="0">
                <a:solidFill>
                  <a:schemeClr val="dk1">
                    <a:lumMod val="100000"/>
                  </a:schemeClr>
                </a:solidFill>
              </a:rPr>
              <a:t>时代</a:t>
            </a:r>
            <a:endParaRPr lang="zh-CN" altLang="en-US" sz="1000" dirty="0">
              <a:solidFill>
                <a:schemeClr val="dk1">
                  <a:lumMod val="100000"/>
                </a:schemeClr>
              </a:solidFill>
            </a:endParaRPr>
          </a:p>
        </p:txBody>
      </p:sp>
      <p:sp>
        <p:nvSpPr>
          <p:cNvPr id="63" name="íṩḷîḋé"/>
          <p:cNvSpPr txBox="1"/>
          <p:nvPr/>
        </p:nvSpPr>
        <p:spPr>
          <a:xfrm>
            <a:off x="825165" y="5222641"/>
            <a:ext cx="2109865" cy="858845"/>
          </a:xfrm>
          <a:prstGeom prst="rect">
            <a:avLst/>
          </a:prstGeom>
          <a:noFill/>
        </p:spPr>
        <p:txBody>
          <a:bodyPr wrap="square" lIns="90000" tIns="46800" rIns="90000" bIns="46800" anchor="t">
            <a:noAutofit/>
          </a:bodyPr>
          <a:lstStyle/>
          <a:p>
            <a:pPr defTabSz="1219170">
              <a:lnSpc>
                <a:spcPct val="120000"/>
              </a:lnSpc>
              <a:spcBef>
                <a:spcPct val="0"/>
              </a:spcBef>
              <a:defRPr/>
            </a:pPr>
            <a:r>
              <a:rPr lang="en-US" altLang="zh-CN" sz="1000" dirty="0" smtClean="0"/>
              <a:t>Aurora</a:t>
            </a:r>
            <a:r>
              <a:rPr lang="zh-CN" altLang="en-US" sz="1000" dirty="0" smtClean="0"/>
              <a:t>可以</a:t>
            </a:r>
            <a:r>
              <a:rPr lang="zh-CN" altLang="en-US" sz="1000" dirty="0"/>
              <a:t>跨</a:t>
            </a:r>
            <a:r>
              <a:rPr lang="en-US" altLang="zh-CN" sz="1000" dirty="0"/>
              <a:t>3</a:t>
            </a:r>
            <a:r>
              <a:rPr lang="zh-CN" altLang="en-US" sz="1000" dirty="0"/>
              <a:t>个可用区域复制</a:t>
            </a:r>
            <a:r>
              <a:rPr lang="en-US" altLang="zh-CN" sz="1000" dirty="0"/>
              <a:t>6</a:t>
            </a:r>
            <a:r>
              <a:rPr lang="zh-CN" altLang="en-US" sz="1000" dirty="0"/>
              <a:t>份数据，其设计目标是提供高性能和高可用性（</a:t>
            </a:r>
            <a:r>
              <a:rPr lang="en-US" altLang="zh-CN" sz="1000" dirty="0"/>
              <a:t>99.99%</a:t>
            </a:r>
            <a:r>
              <a:rPr lang="zh-CN" altLang="en-US" sz="1000" dirty="0"/>
              <a:t>），并且存储可以轻松高效地扩展到</a:t>
            </a:r>
            <a:r>
              <a:rPr lang="en-US" altLang="zh-CN" sz="1000" dirty="0"/>
              <a:t>64TB</a:t>
            </a:r>
            <a:endParaRPr lang="zh-CN" altLang="en-US" sz="1000" dirty="0">
              <a:solidFill>
                <a:schemeClr val="dk1">
                  <a:lumMod val="100000"/>
                </a:schemeClr>
              </a:solidFill>
            </a:endParaRPr>
          </a:p>
        </p:txBody>
      </p:sp>
    </p:spTree>
    <p:extLst>
      <p:ext uri="{BB962C8B-B14F-4D97-AF65-F5344CB8AC3E}">
        <p14:creationId xmlns:p14="http://schemas.microsoft.com/office/powerpoint/2010/main" val="7586963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灯片编号占位符 3"/>
          <p:cNvSpPr>
            <a:spLocks noGrp="1"/>
          </p:cNvSpPr>
          <p:nvPr>
            <p:ph type="sldNum" sz="quarter" idx="12"/>
          </p:nvPr>
        </p:nvSpPr>
        <p:spPr/>
        <p:txBody>
          <a:bodyPr/>
          <a:lstStyle/>
          <a:p>
            <a:fld id="{5DD3DB80-B894-403A-B48E-6FDC1A72010E}" type="slidenum">
              <a:rPr lang="zh-CN" altLang="en-US" smtClean="0"/>
              <a:pPr/>
              <a:t>7</a:t>
            </a:fld>
            <a:endParaRPr lang="zh-CN" altLang="en-US"/>
          </a:p>
        </p:txBody>
      </p:sp>
      <p:sp>
        <p:nvSpPr>
          <p:cNvPr id="6" name="íṣlîḑ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5B248B04-B973-477C-A08F-32C747919878}"/>
              </a:ext>
            </a:extLst>
          </p:cNvPr>
          <p:cNvSpPr/>
          <p:nvPr/>
        </p:nvSpPr>
        <p:spPr>
          <a:xfrm>
            <a:off x="0" y="0"/>
            <a:ext cx="12192000" cy="3770710"/>
          </a:xfrm>
          <a:custGeom>
            <a:avLst/>
            <a:gdLst>
              <a:gd name="connsiteX0" fmla="*/ 0 w 12192000"/>
              <a:gd name="connsiteY0" fmla="*/ 0 h 3429000"/>
              <a:gd name="connsiteX1" fmla="*/ 12192000 w 12192000"/>
              <a:gd name="connsiteY1" fmla="*/ 0 h 3429000"/>
              <a:gd name="connsiteX2" fmla="*/ 12192000 w 12192000"/>
              <a:gd name="connsiteY2" fmla="*/ 1462071 h 3429000"/>
              <a:gd name="connsiteX3" fmla="*/ 12120175 w 12192000"/>
              <a:gd name="connsiteY3" fmla="*/ 1554208 h 3429000"/>
              <a:gd name="connsiteX4" fmla="*/ 6096000 w 12192000"/>
              <a:gd name="connsiteY4" fmla="*/ 3429000 h 3429000"/>
              <a:gd name="connsiteX5" fmla="*/ 71825 w 12192000"/>
              <a:gd name="connsiteY5" fmla="*/ 1554208 h 3429000"/>
              <a:gd name="connsiteX6" fmla="*/ 0 w 12192000"/>
              <a:gd name="connsiteY6" fmla="*/ 1462071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429000">
                <a:moveTo>
                  <a:pt x="0" y="0"/>
                </a:moveTo>
                <a:lnTo>
                  <a:pt x="12192000" y="0"/>
                </a:lnTo>
                <a:lnTo>
                  <a:pt x="12192000" y="1462071"/>
                </a:lnTo>
                <a:lnTo>
                  <a:pt x="12120175" y="1554208"/>
                </a:lnTo>
                <a:cubicBezTo>
                  <a:pt x="11127659" y="2655945"/>
                  <a:pt x="8804112" y="3429000"/>
                  <a:pt x="6096000" y="3429000"/>
                </a:cubicBezTo>
                <a:cubicBezTo>
                  <a:pt x="3387888" y="3429000"/>
                  <a:pt x="1064342" y="2655945"/>
                  <a:pt x="71825" y="1554208"/>
                </a:cubicBezTo>
                <a:lnTo>
                  <a:pt x="0" y="1462071"/>
                </a:lnTo>
                <a:close/>
              </a:path>
            </a:pathLst>
          </a:custGeom>
          <a:ln/>
          <a:extLst/>
        </p:spPr>
        <p:style>
          <a:lnRef idx="1">
            <a:schemeClr val="accent3"/>
          </a:lnRef>
          <a:fillRef idx="2">
            <a:schemeClr val="accent3"/>
          </a:fillRef>
          <a:effectRef idx="1">
            <a:schemeClr val="accent3"/>
          </a:effectRef>
          <a:fontRef idx="minor">
            <a:schemeClr val="dk1"/>
          </a:fontRef>
        </p:style>
        <p:txBody>
          <a:bodyPr wrap="square" lIns="91440" tIns="45720" rIns="91440" bIns="45720" rtlCol="0" anchor="ctr">
            <a:normAutofit/>
          </a:bodyPr>
          <a:lstStyle/>
          <a:p>
            <a:pPr algn="ctr"/>
            <a:endParaRPr lang="zh-CN" altLang="en-US"/>
          </a:p>
        </p:txBody>
      </p:sp>
      <p:sp>
        <p:nvSpPr>
          <p:cNvPr id="7" name="ïṣlïḑ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32A0703F-CC5F-4226-8CD2-66AE127611A0}"/>
              </a:ext>
            </a:extLst>
          </p:cNvPr>
          <p:cNvSpPr/>
          <p:nvPr/>
        </p:nvSpPr>
        <p:spPr>
          <a:xfrm>
            <a:off x="0" y="-27384"/>
            <a:ext cx="12192000" cy="3609000"/>
          </a:xfrm>
          <a:custGeom>
            <a:avLst/>
            <a:gdLst>
              <a:gd name="connsiteX0" fmla="*/ 0 w 12192000"/>
              <a:gd name="connsiteY0" fmla="*/ 0 h 3429000"/>
              <a:gd name="connsiteX1" fmla="*/ 12192000 w 12192000"/>
              <a:gd name="connsiteY1" fmla="*/ 0 h 3429000"/>
              <a:gd name="connsiteX2" fmla="*/ 12192000 w 12192000"/>
              <a:gd name="connsiteY2" fmla="*/ 1462071 h 3429000"/>
              <a:gd name="connsiteX3" fmla="*/ 12120175 w 12192000"/>
              <a:gd name="connsiteY3" fmla="*/ 1554208 h 3429000"/>
              <a:gd name="connsiteX4" fmla="*/ 6096000 w 12192000"/>
              <a:gd name="connsiteY4" fmla="*/ 3429000 h 3429000"/>
              <a:gd name="connsiteX5" fmla="*/ 71825 w 12192000"/>
              <a:gd name="connsiteY5" fmla="*/ 1554208 h 3429000"/>
              <a:gd name="connsiteX6" fmla="*/ 0 w 12192000"/>
              <a:gd name="connsiteY6" fmla="*/ 1462071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429000">
                <a:moveTo>
                  <a:pt x="0" y="0"/>
                </a:moveTo>
                <a:lnTo>
                  <a:pt x="12192000" y="0"/>
                </a:lnTo>
                <a:lnTo>
                  <a:pt x="12192000" y="1462071"/>
                </a:lnTo>
                <a:lnTo>
                  <a:pt x="12120175" y="1554208"/>
                </a:lnTo>
                <a:cubicBezTo>
                  <a:pt x="11127659" y="2655945"/>
                  <a:pt x="8804112" y="3429000"/>
                  <a:pt x="6096000" y="3429000"/>
                </a:cubicBezTo>
                <a:cubicBezTo>
                  <a:pt x="3387888" y="3429000"/>
                  <a:pt x="1064342" y="2655945"/>
                  <a:pt x="71825" y="1554208"/>
                </a:cubicBezTo>
                <a:lnTo>
                  <a:pt x="0" y="1462071"/>
                </a:lnTo>
                <a:close/>
              </a:path>
            </a:pathLst>
          </a:custGeom>
          <a:solidFill>
            <a:schemeClr val="bg1">
              <a:alpha val="80000"/>
            </a:schemeClr>
          </a:solidFill>
          <a:ln w="38100">
            <a:noFill/>
          </a:ln>
          <a:extLst/>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a:endParaRPr lang="zh-CN" altLang="en-US" dirty="0">
              <a:solidFill>
                <a:schemeClr val="accent1"/>
              </a:solidFill>
            </a:endParaRPr>
          </a:p>
        </p:txBody>
      </p:sp>
      <p:sp>
        <p:nvSpPr>
          <p:cNvPr id="8" name="îṧļîd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C20908B9-964F-4A34-8AF7-A0AF6048DE2C}"/>
              </a:ext>
            </a:extLst>
          </p:cNvPr>
          <p:cNvSpPr/>
          <p:nvPr/>
        </p:nvSpPr>
        <p:spPr>
          <a:xfrm>
            <a:off x="1775013" y="548680"/>
            <a:ext cx="8507108" cy="2232248"/>
          </a:xfrm>
          <a:prstGeom prst="rect">
            <a:avLst/>
          </a:prstGeom>
        </p:spPr>
        <p:txBody>
          <a:bodyPr wrap="square" lIns="91440" tIns="45720" rIns="91440" bIns="45720" anchor="ctr">
            <a:normAutofit/>
          </a:bodyPr>
          <a:lstStyle/>
          <a:p>
            <a:pPr algn="ctr"/>
            <a:r>
              <a:rPr lang="en-US" altLang="zh-CN" sz="3600" b="1" dirty="0" smtClean="0">
                <a:solidFill>
                  <a:schemeClr val="accent1"/>
                </a:solidFill>
                <a:latin typeface="微软雅黑" panose="020B0503020204020204" pitchFamily="34" charset="-122"/>
                <a:ea typeface="微软雅黑" panose="020B0503020204020204" pitchFamily="34" charset="-122"/>
              </a:rPr>
              <a:t>DCDB</a:t>
            </a:r>
          </a:p>
          <a:p>
            <a:pPr algn="ctr"/>
            <a:r>
              <a:rPr lang="en-US" altLang="zh-CN" dirty="0" smtClean="0">
                <a:solidFill>
                  <a:schemeClr val="accent1"/>
                </a:solidFill>
                <a:latin typeface="微软雅黑" panose="020B0503020204020204" pitchFamily="34" charset="-122"/>
                <a:ea typeface="微软雅黑" panose="020B0503020204020204" pitchFamily="34" charset="-122"/>
              </a:rPr>
              <a:t>Distributed </a:t>
            </a:r>
            <a:r>
              <a:rPr lang="en-US" altLang="zh-CN" dirty="0">
                <a:solidFill>
                  <a:schemeClr val="accent1"/>
                </a:solidFill>
                <a:latin typeface="微软雅黑" panose="020B0503020204020204" pitchFamily="34" charset="-122"/>
                <a:ea typeface="微软雅黑" panose="020B0503020204020204" pitchFamily="34" charset="-122"/>
              </a:rPr>
              <a:t>Column-based Database</a:t>
            </a:r>
          </a:p>
          <a:p>
            <a:pPr algn="ctr"/>
            <a:r>
              <a:rPr lang="zh-CN" altLang="en-US" dirty="0" smtClean="0">
                <a:solidFill>
                  <a:schemeClr val="accent1"/>
                </a:solidFill>
                <a:latin typeface="微软雅黑" panose="020B0503020204020204" pitchFamily="34" charset="-122"/>
                <a:ea typeface="微软雅黑" panose="020B0503020204020204" pitchFamily="34" charset="-122"/>
              </a:rPr>
              <a:t>分布式列存数据库旨在</a:t>
            </a:r>
            <a:r>
              <a:rPr lang="zh-CN" altLang="en-US" dirty="0">
                <a:solidFill>
                  <a:schemeClr val="accent1"/>
                </a:solidFill>
                <a:latin typeface="微软雅黑" panose="020B0503020204020204" pitchFamily="34" charset="-122"/>
                <a:ea typeface="微软雅黑" panose="020B0503020204020204" pitchFamily="34" charset="-122"/>
              </a:rPr>
              <a:t>结合列式</a:t>
            </a:r>
            <a:r>
              <a:rPr lang="zh-CN" altLang="en-US" dirty="0" smtClean="0">
                <a:solidFill>
                  <a:schemeClr val="accent1"/>
                </a:solidFill>
                <a:latin typeface="微软雅黑" panose="020B0503020204020204" pitchFamily="34" charset="-122"/>
                <a:ea typeface="微软雅黑" panose="020B0503020204020204" pitchFamily="34" charset="-122"/>
              </a:rPr>
              <a:t>存储与分布式</a:t>
            </a:r>
            <a:r>
              <a:rPr lang="zh-CN" altLang="en-US" dirty="0">
                <a:solidFill>
                  <a:schemeClr val="accent1"/>
                </a:solidFill>
                <a:latin typeface="微软雅黑" panose="020B0503020204020204" pitchFamily="34" charset="-122"/>
                <a:ea typeface="微软雅黑" panose="020B0503020204020204" pitchFamily="34" charset="-122"/>
              </a:rPr>
              <a:t>的最佳</a:t>
            </a:r>
            <a:r>
              <a:rPr lang="zh-CN" altLang="en-US" dirty="0" smtClean="0">
                <a:solidFill>
                  <a:schemeClr val="accent1"/>
                </a:solidFill>
                <a:latin typeface="微软雅黑" panose="020B0503020204020204" pitchFamily="34" charset="-122"/>
                <a:ea typeface="微软雅黑" panose="020B0503020204020204" pitchFamily="34" charset="-122"/>
              </a:rPr>
              <a:t>特性，</a:t>
            </a:r>
            <a:endParaRPr lang="en-US" altLang="zh-CN" dirty="0">
              <a:solidFill>
                <a:schemeClr val="accent1"/>
              </a:solidFill>
              <a:latin typeface="微软雅黑" panose="020B0503020204020204" pitchFamily="34" charset="-122"/>
              <a:ea typeface="微软雅黑" panose="020B0503020204020204" pitchFamily="34" charset="-122"/>
            </a:endParaRPr>
          </a:p>
          <a:p>
            <a:pPr algn="ctr"/>
            <a:r>
              <a:rPr lang="zh-CN" altLang="en-US" dirty="0">
                <a:solidFill>
                  <a:schemeClr val="accent1"/>
                </a:solidFill>
                <a:latin typeface="微软雅黑" panose="020B0503020204020204" pitchFamily="34" charset="-122"/>
                <a:ea typeface="微软雅黑" panose="020B0503020204020204" pitchFamily="34" charset="-122"/>
              </a:rPr>
              <a:t>支持容量水平扩展，列动增减，数据强一致性，系统高</a:t>
            </a:r>
            <a:r>
              <a:rPr lang="zh-CN" altLang="en-US" dirty="0" smtClean="0">
                <a:solidFill>
                  <a:schemeClr val="accent1"/>
                </a:solidFill>
                <a:latin typeface="微软雅黑" panose="020B0503020204020204" pitchFamily="34" charset="-122"/>
                <a:ea typeface="微软雅黑" panose="020B0503020204020204" pitchFamily="34" charset="-122"/>
              </a:rPr>
              <a:t>可用性</a:t>
            </a:r>
            <a:r>
              <a:rPr lang="zh-CN" altLang="en-US" dirty="0">
                <a:solidFill>
                  <a:schemeClr val="accent1"/>
                </a:solidFill>
                <a:latin typeface="微软雅黑" panose="020B0503020204020204" pitchFamily="34" charset="-122"/>
                <a:ea typeface="微软雅黑" panose="020B0503020204020204" pitchFamily="34" charset="-122"/>
              </a:rPr>
              <a:t>，</a:t>
            </a:r>
            <a:endParaRPr lang="en-US" altLang="zh-CN" dirty="0" smtClean="0">
              <a:solidFill>
                <a:schemeClr val="accent1"/>
              </a:solidFill>
              <a:latin typeface="微软雅黑" panose="020B0503020204020204" pitchFamily="34" charset="-122"/>
              <a:ea typeface="微软雅黑" panose="020B0503020204020204" pitchFamily="34" charset="-122"/>
            </a:endParaRPr>
          </a:p>
          <a:p>
            <a:pPr algn="ctr"/>
            <a:r>
              <a:rPr lang="zh-CN" altLang="en-US" dirty="0" smtClean="0">
                <a:solidFill>
                  <a:schemeClr val="accent1"/>
                </a:solidFill>
                <a:latin typeface="微软雅黑" panose="020B0503020204020204" pitchFamily="34" charset="-122"/>
                <a:ea typeface="微软雅黑" panose="020B0503020204020204" pitchFamily="34" charset="-122"/>
              </a:rPr>
              <a:t>为特定</a:t>
            </a:r>
            <a:r>
              <a:rPr lang="zh-CN" altLang="en-US" dirty="0">
                <a:solidFill>
                  <a:schemeClr val="accent1"/>
                </a:solidFill>
                <a:latin typeface="微软雅黑" panose="020B0503020204020204" pitchFamily="34" charset="-122"/>
                <a:ea typeface="微软雅黑" panose="020B0503020204020204" pitchFamily="34" charset="-122"/>
              </a:rPr>
              <a:t>场景下</a:t>
            </a:r>
            <a:r>
              <a:rPr lang="en-US" altLang="zh-CN" dirty="0">
                <a:solidFill>
                  <a:schemeClr val="accent1"/>
                </a:solidFill>
                <a:latin typeface="微软雅黑" panose="020B0503020204020204" pitchFamily="34" charset="-122"/>
                <a:ea typeface="微软雅黑" panose="020B0503020204020204" pitchFamily="34" charset="-122"/>
              </a:rPr>
              <a:t>(</a:t>
            </a:r>
            <a:r>
              <a:rPr lang="zh-CN" altLang="en-US" dirty="0" smtClean="0">
                <a:solidFill>
                  <a:schemeClr val="accent1"/>
                </a:solidFill>
                <a:latin typeface="微软雅黑" panose="020B0503020204020204" pitchFamily="34" charset="-122"/>
                <a:ea typeface="微软雅黑" panose="020B0503020204020204" pitchFamily="34" charset="-122"/>
              </a:rPr>
              <a:t>如支付库、订单库、商品库</a:t>
            </a:r>
            <a:r>
              <a:rPr lang="en-US" altLang="zh-CN" dirty="0" smtClean="0">
                <a:solidFill>
                  <a:schemeClr val="accent1"/>
                </a:solidFill>
                <a:latin typeface="微软雅黑" panose="020B0503020204020204" pitchFamily="34" charset="-122"/>
                <a:ea typeface="微软雅黑" panose="020B0503020204020204" pitchFamily="34" charset="-122"/>
              </a:rPr>
              <a:t>)</a:t>
            </a:r>
            <a:r>
              <a:rPr lang="zh-CN" altLang="en-US" dirty="0">
                <a:solidFill>
                  <a:schemeClr val="accent1"/>
                </a:solidFill>
                <a:latin typeface="微软雅黑" panose="020B0503020204020204" pitchFamily="34" charset="-122"/>
                <a:ea typeface="微软雅黑" panose="020B0503020204020204" pitchFamily="34" charset="-122"/>
              </a:rPr>
              <a:t>提供数据存储解决</a:t>
            </a:r>
            <a:r>
              <a:rPr lang="zh-CN" altLang="en-US" dirty="0" smtClean="0">
                <a:solidFill>
                  <a:schemeClr val="accent1"/>
                </a:solidFill>
                <a:latin typeface="微软雅黑" panose="020B0503020204020204" pitchFamily="34" charset="-122"/>
                <a:ea typeface="微软雅黑" panose="020B0503020204020204" pitchFamily="34" charset="-122"/>
              </a:rPr>
              <a:t>方案，</a:t>
            </a:r>
            <a:endParaRPr lang="en-US" altLang="zh-CN" dirty="0">
              <a:solidFill>
                <a:schemeClr val="accent1"/>
              </a:solidFill>
              <a:latin typeface="微软雅黑" panose="020B0503020204020204" pitchFamily="34" charset="-122"/>
              <a:ea typeface="微软雅黑" panose="020B0503020204020204" pitchFamily="34" charset="-122"/>
            </a:endParaRPr>
          </a:p>
          <a:p>
            <a:pPr algn="ctr"/>
            <a:r>
              <a:rPr lang="en-US" altLang="zh-CN" dirty="0" smtClean="0">
                <a:solidFill>
                  <a:schemeClr val="accent1"/>
                </a:solidFill>
                <a:latin typeface="微软雅黑" panose="020B0503020204020204" pitchFamily="34" charset="-122"/>
                <a:ea typeface="微软雅黑" panose="020B0503020204020204" pitchFamily="34" charset="-122"/>
              </a:rPr>
              <a:t>V1.0</a:t>
            </a:r>
            <a:r>
              <a:rPr lang="zh-CN" altLang="en-US" dirty="0" smtClean="0">
                <a:solidFill>
                  <a:schemeClr val="accent1"/>
                </a:solidFill>
                <a:latin typeface="微软雅黑" panose="020B0503020204020204" pitchFamily="34" charset="-122"/>
                <a:ea typeface="微软雅黑" panose="020B0503020204020204" pitchFamily="34" charset="-122"/>
              </a:rPr>
              <a:t>版与</a:t>
            </a:r>
            <a:r>
              <a:rPr lang="en-US" altLang="zh-CN" dirty="0" err="1" smtClean="0">
                <a:solidFill>
                  <a:schemeClr val="accent1"/>
                </a:solidFill>
                <a:latin typeface="微软雅黑" panose="020B0503020204020204" pitchFamily="34" charset="-122"/>
                <a:ea typeface="微软雅黑" panose="020B0503020204020204" pitchFamily="34" charset="-122"/>
              </a:rPr>
              <a:t>BaikalDB</a:t>
            </a:r>
            <a:r>
              <a:rPr lang="zh-CN" altLang="en-US" dirty="0" smtClean="0">
                <a:solidFill>
                  <a:schemeClr val="accent1"/>
                </a:solidFill>
                <a:latin typeface="微软雅黑" panose="020B0503020204020204" pitchFamily="34" charset="-122"/>
                <a:ea typeface="微软雅黑" panose="020B0503020204020204" pitchFamily="34" charset="-122"/>
              </a:rPr>
              <a:t>合并，是一</a:t>
            </a:r>
            <a:r>
              <a:rPr lang="zh-CN" altLang="en-US" dirty="0">
                <a:solidFill>
                  <a:schemeClr val="accent1"/>
                </a:solidFill>
                <a:latin typeface="微软雅黑" panose="020B0503020204020204" pitchFamily="34" charset="-122"/>
                <a:ea typeface="微软雅黑" panose="020B0503020204020204" pitchFamily="34" charset="-122"/>
              </a:rPr>
              <a:t>款开源云原生分布式关系型</a:t>
            </a:r>
            <a:r>
              <a:rPr lang="en-US" altLang="zh-CN" dirty="0">
                <a:solidFill>
                  <a:schemeClr val="accent1"/>
                </a:solidFill>
                <a:latin typeface="微软雅黑" panose="020B0503020204020204" pitchFamily="34" charset="-122"/>
                <a:ea typeface="微软雅黑" panose="020B0503020204020204" pitchFamily="34" charset="-122"/>
              </a:rPr>
              <a:t>HTAP</a:t>
            </a:r>
            <a:r>
              <a:rPr lang="zh-CN" altLang="en-US" dirty="0" smtClean="0">
                <a:solidFill>
                  <a:schemeClr val="accent1"/>
                </a:solidFill>
                <a:latin typeface="微软雅黑" panose="020B0503020204020204" pitchFamily="34" charset="-122"/>
                <a:ea typeface="微软雅黑" panose="020B0503020204020204" pitchFamily="34" charset="-122"/>
              </a:rPr>
              <a:t>数据库。</a:t>
            </a:r>
            <a:endParaRPr lang="tr-TR" altLang="zh-CN" dirty="0">
              <a:solidFill>
                <a:schemeClr val="accent1"/>
              </a:solidFill>
              <a:latin typeface="微软雅黑" panose="020B0503020204020204" pitchFamily="34" charset="-122"/>
              <a:ea typeface="微软雅黑" panose="020B0503020204020204" pitchFamily="34" charset="-122"/>
            </a:endParaRPr>
          </a:p>
        </p:txBody>
      </p:sp>
      <p:sp>
        <p:nvSpPr>
          <p:cNvPr id="9" name="iŝľíḓ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9516A491-605B-41C7-8CEF-F69219B72582}"/>
              </a:ext>
            </a:extLst>
          </p:cNvPr>
          <p:cNvSpPr/>
          <p:nvPr/>
        </p:nvSpPr>
        <p:spPr bwMode="auto">
          <a:xfrm>
            <a:off x="774084" y="4085657"/>
            <a:ext cx="621260" cy="621260"/>
          </a:xfrm>
          <a:prstGeom prst="ellipse">
            <a:avLst/>
          </a:prstGeom>
          <a:solidFill>
            <a:schemeClr val="bg1"/>
          </a:solidFill>
          <a:ln w="38100">
            <a:solidFill>
              <a:schemeClr val="bg1">
                <a:lumMod val="65000"/>
              </a:schemeClr>
            </a:solidFill>
          </a:ln>
          <a:extLst/>
        </p:spPr>
        <p:style>
          <a:lnRef idx="2">
            <a:schemeClr val="dk1"/>
          </a:lnRef>
          <a:fillRef idx="1">
            <a:schemeClr val="lt1"/>
          </a:fillRef>
          <a:effectRef idx="0">
            <a:schemeClr val="dk1"/>
          </a:effectRef>
          <a:fontRef idx="minor">
            <a:schemeClr val="dk1"/>
          </a:fontRef>
        </p:style>
        <p:txBody>
          <a:bodyPr wrap="square" lIns="91440" tIns="45720" rIns="91440" bIns="45720" rtlCol="0" anchor="ctr">
            <a:normAutofit/>
          </a:bodyPr>
          <a:lstStyle/>
          <a:p>
            <a:pPr algn="ctr"/>
            <a:r>
              <a:rPr lang="en-US" altLang="zh-CN" sz="2000" dirty="0" smtClean="0">
                <a:solidFill>
                  <a:schemeClr val="accent1"/>
                </a:solidFill>
                <a:latin typeface="Impact" panose="020B0806030902050204" pitchFamily="34" charset="0"/>
              </a:rPr>
              <a:t>01</a:t>
            </a:r>
            <a:endParaRPr lang="zh-CN" altLang="en-US" sz="2000" dirty="0">
              <a:solidFill>
                <a:schemeClr val="accent1"/>
              </a:solidFill>
              <a:latin typeface="Impact" panose="020B0806030902050204" pitchFamily="34" charset="0"/>
            </a:endParaRPr>
          </a:p>
        </p:txBody>
      </p:sp>
      <p:grpSp>
        <p:nvGrpSpPr>
          <p:cNvPr id="10" name="îṩlîd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4ABD8300-1E82-4192-BB4B-A2C62E92722D}"/>
              </a:ext>
            </a:extLst>
          </p:cNvPr>
          <p:cNvGrpSpPr/>
          <p:nvPr/>
        </p:nvGrpSpPr>
        <p:grpSpPr>
          <a:xfrm>
            <a:off x="219990" y="4928548"/>
            <a:ext cx="1768467" cy="1311916"/>
            <a:chOff x="669924" y="4754812"/>
            <a:chExt cx="2490045" cy="1311916"/>
          </a:xfrm>
        </p:grpSpPr>
        <p:sp>
          <p:nvSpPr>
            <p:cNvPr id="26" name="isļíḍ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03E3230C-279D-4DEA-B565-1FBFED7ABE89}"/>
                </a:ext>
              </a:extLst>
            </p:cNvPr>
            <p:cNvSpPr txBox="1"/>
            <p:nvPr/>
          </p:nvSpPr>
          <p:spPr>
            <a:xfrm>
              <a:off x="669924" y="4754812"/>
              <a:ext cx="2490043" cy="471579"/>
            </a:xfrm>
            <a:prstGeom prst="rect">
              <a:avLst/>
            </a:prstGeom>
            <a:noFill/>
          </p:spPr>
          <p:txBody>
            <a:bodyPr wrap="square" lIns="91440" tIns="45720" rIns="91440" bIns="45720" rtlCol="0" anchor="ctr" anchorCtr="0">
              <a:normAutofit/>
            </a:bodyPr>
            <a:lstStyle/>
            <a:p>
              <a:pPr algn="ctr"/>
              <a:r>
                <a:rPr lang="zh-CN" altLang="en-US" sz="1600" b="1" dirty="0" smtClean="0"/>
                <a:t>强一致</a:t>
              </a:r>
              <a:endParaRPr lang="en-US" altLang="zh-CN" sz="1600" b="1" dirty="0"/>
            </a:p>
          </p:txBody>
        </p:sp>
        <p:sp>
          <p:nvSpPr>
            <p:cNvPr id="27" name="í$1iď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1407D085-11E9-4DE1-99E0-5BDE59D2F62D}"/>
                </a:ext>
              </a:extLst>
            </p:cNvPr>
            <p:cNvSpPr txBox="1"/>
            <p:nvPr/>
          </p:nvSpPr>
          <p:spPr>
            <a:xfrm>
              <a:off x="669925" y="5226392"/>
              <a:ext cx="2490044" cy="840336"/>
            </a:xfrm>
            <a:prstGeom prst="rect">
              <a:avLst/>
            </a:prstGeom>
            <a:noFill/>
          </p:spPr>
          <p:txBody>
            <a:bodyPr wrap="square" lIns="91440" tIns="45720" rIns="91440" bIns="45720" rtlCol="0">
              <a:normAutofit/>
            </a:bodyPr>
            <a:lstStyle/>
            <a:p>
              <a:pPr marL="171450" indent="-171450">
                <a:lnSpc>
                  <a:spcPct val="120000"/>
                </a:lnSpc>
                <a:buFont typeface="Arial" panose="020B0604020202020204" pitchFamily="34" charset="0"/>
                <a:buChar char="•"/>
              </a:pPr>
              <a:r>
                <a:rPr lang="zh-CN" altLang="en-US" sz="1100" dirty="0" smtClean="0"/>
                <a:t>分布式事务</a:t>
              </a:r>
              <a:endParaRPr lang="en-US" altLang="zh-CN" sz="1100" dirty="0" smtClean="0"/>
            </a:p>
            <a:p>
              <a:pPr marL="171450" indent="-171450">
                <a:lnSpc>
                  <a:spcPct val="120000"/>
                </a:lnSpc>
                <a:buFont typeface="Arial" panose="020B0604020202020204" pitchFamily="34" charset="0"/>
                <a:buChar char="•"/>
              </a:pPr>
              <a:r>
                <a:rPr lang="en-US" altLang="zh-CN" sz="1100" dirty="0" smtClean="0"/>
                <a:t>ACID</a:t>
              </a:r>
              <a:r>
                <a:rPr lang="zh-CN" altLang="en-US" sz="1100" dirty="0" smtClean="0"/>
                <a:t>强一致</a:t>
              </a:r>
              <a:endParaRPr lang="en-US" altLang="zh-CN" sz="1100" dirty="0" smtClean="0"/>
            </a:p>
          </p:txBody>
        </p:sp>
      </p:grpSp>
      <p:sp>
        <p:nvSpPr>
          <p:cNvPr id="11" name="ïṧ1íḓ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83DA6042-32F4-42C1-8D31-7D01D48B07B7}"/>
              </a:ext>
            </a:extLst>
          </p:cNvPr>
          <p:cNvSpPr/>
          <p:nvPr/>
        </p:nvSpPr>
        <p:spPr bwMode="auto">
          <a:xfrm>
            <a:off x="2787887" y="4085657"/>
            <a:ext cx="621260" cy="621260"/>
          </a:xfrm>
          <a:prstGeom prst="ellipse">
            <a:avLst/>
          </a:prstGeom>
          <a:solidFill>
            <a:schemeClr val="bg1"/>
          </a:solidFill>
          <a:ln w="38100">
            <a:solidFill>
              <a:schemeClr val="bg1">
                <a:lumMod val="65000"/>
              </a:schemeClr>
            </a:solidFill>
          </a:ln>
          <a:extLst/>
        </p:spPr>
        <p:style>
          <a:lnRef idx="2">
            <a:schemeClr val="dk1"/>
          </a:lnRef>
          <a:fillRef idx="1">
            <a:schemeClr val="lt1"/>
          </a:fillRef>
          <a:effectRef idx="0">
            <a:schemeClr val="dk1"/>
          </a:effectRef>
          <a:fontRef idx="minor">
            <a:schemeClr val="dk1"/>
          </a:fontRef>
        </p:style>
        <p:txBody>
          <a:bodyPr wrap="square" lIns="91440" tIns="45720" rIns="91440" bIns="45720" rtlCol="0" anchor="ctr">
            <a:normAutofit fontScale="92500"/>
          </a:bodyPr>
          <a:lstStyle/>
          <a:p>
            <a:pPr algn="ctr"/>
            <a:r>
              <a:rPr lang="en-US" altLang="zh-CN" sz="2000" dirty="0">
                <a:solidFill>
                  <a:schemeClr val="accent1"/>
                </a:solidFill>
                <a:latin typeface="Impact" panose="020B0806030902050204" pitchFamily="34" charset="0"/>
              </a:rPr>
              <a:t>02</a:t>
            </a:r>
            <a:endParaRPr lang="zh-CN" altLang="en-US" sz="2000" dirty="0">
              <a:solidFill>
                <a:schemeClr val="accent1"/>
              </a:solidFill>
              <a:latin typeface="Impact" panose="020B0806030902050204" pitchFamily="34" charset="0"/>
            </a:endParaRPr>
          </a:p>
        </p:txBody>
      </p:sp>
      <p:sp>
        <p:nvSpPr>
          <p:cNvPr id="13" name="ïşḻíḑ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96F94191-7889-4963-88CD-03C39EBAE9B9}"/>
              </a:ext>
            </a:extLst>
          </p:cNvPr>
          <p:cNvSpPr/>
          <p:nvPr/>
        </p:nvSpPr>
        <p:spPr bwMode="auto">
          <a:xfrm>
            <a:off x="4801690" y="4085657"/>
            <a:ext cx="621260" cy="621260"/>
          </a:xfrm>
          <a:prstGeom prst="ellipse">
            <a:avLst/>
          </a:prstGeom>
          <a:solidFill>
            <a:schemeClr val="bg1"/>
          </a:solidFill>
          <a:ln w="38100">
            <a:solidFill>
              <a:schemeClr val="bg1">
                <a:lumMod val="65000"/>
              </a:schemeClr>
            </a:solidFill>
          </a:ln>
          <a:extLst/>
        </p:spPr>
        <p:style>
          <a:lnRef idx="2">
            <a:schemeClr val="dk1"/>
          </a:lnRef>
          <a:fillRef idx="1">
            <a:schemeClr val="lt1"/>
          </a:fillRef>
          <a:effectRef idx="0">
            <a:schemeClr val="dk1"/>
          </a:effectRef>
          <a:fontRef idx="minor">
            <a:schemeClr val="dk1"/>
          </a:fontRef>
        </p:style>
        <p:txBody>
          <a:bodyPr wrap="square" lIns="91440" tIns="45720" rIns="91440" bIns="45720" rtlCol="0" anchor="ctr">
            <a:normAutofit fontScale="85000" lnSpcReduction="10000"/>
          </a:bodyPr>
          <a:lstStyle/>
          <a:p>
            <a:pPr algn="ctr"/>
            <a:r>
              <a:rPr lang="en-US" altLang="zh-CN" sz="2000" dirty="0">
                <a:solidFill>
                  <a:schemeClr val="accent1"/>
                </a:solidFill>
                <a:latin typeface="Impact" panose="020B0806030902050204" pitchFamily="34" charset="0"/>
              </a:rPr>
              <a:t>03</a:t>
            </a:r>
            <a:endParaRPr lang="zh-CN" altLang="en-US" sz="2000" dirty="0">
              <a:solidFill>
                <a:schemeClr val="accent1"/>
              </a:solidFill>
              <a:latin typeface="Impact" panose="020B0806030902050204" pitchFamily="34" charset="0"/>
            </a:endParaRPr>
          </a:p>
        </p:txBody>
      </p:sp>
      <p:sp>
        <p:nvSpPr>
          <p:cNvPr id="15" name="îş1îḍ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C6D1EF0E-6D25-4CE1-B81C-9EE2EC8D3FEF}"/>
              </a:ext>
            </a:extLst>
          </p:cNvPr>
          <p:cNvSpPr/>
          <p:nvPr/>
        </p:nvSpPr>
        <p:spPr bwMode="auto">
          <a:xfrm>
            <a:off x="6815493" y="4085657"/>
            <a:ext cx="621260" cy="621260"/>
          </a:xfrm>
          <a:prstGeom prst="ellipse">
            <a:avLst/>
          </a:prstGeom>
          <a:solidFill>
            <a:schemeClr val="bg1"/>
          </a:solidFill>
          <a:ln w="38100">
            <a:solidFill>
              <a:schemeClr val="bg1">
                <a:lumMod val="65000"/>
              </a:schemeClr>
            </a:solidFill>
          </a:ln>
          <a:extLst/>
        </p:spPr>
        <p:style>
          <a:lnRef idx="2">
            <a:schemeClr val="dk1"/>
          </a:lnRef>
          <a:fillRef idx="1">
            <a:schemeClr val="lt1"/>
          </a:fillRef>
          <a:effectRef idx="0">
            <a:schemeClr val="dk1"/>
          </a:effectRef>
          <a:fontRef idx="minor">
            <a:schemeClr val="dk1"/>
          </a:fontRef>
        </p:style>
        <p:txBody>
          <a:bodyPr wrap="square" lIns="91440" tIns="45720" rIns="91440" bIns="45720" rtlCol="0" anchor="ctr">
            <a:normAutofit fontScale="92500"/>
          </a:bodyPr>
          <a:lstStyle/>
          <a:p>
            <a:pPr algn="ctr"/>
            <a:r>
              <a:rPr lang="en-US" altLang="zh-CN" sz="2000" dirty="0">
                <a:solidFill>
                  <a:schemeClr val="accent1"/>
                </a:solidFill>
                <a:latin typeface="Impact" panose="020B0806030902050204" pitchFamily="34" charset="0"/>
              </a:rPr>
              <a:t>04</a:t>
            </a:r>
            <a:endParaRPr lang="zh-CN" altLang="en-US" sz="2000" dirty="0">
              <a:solidFill>
                <a:schemeClr val="accent1"/>
              </a:solidFill>
              <a:latin typeface="Impact" panose="020B0806030902050204" pitchFamily="34" charset="0"/>
            </a:endParaRPr>
          </a:p>
        </p:txBody>
      </p:sp>
      <p:cxnSp>
        <p:nvCxnSpPr>
          <p:cNvPr id="17" name="直接连接符 16">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072416C6-6642-469A-8577-A0D7BAA8E4A9}"/>
              </a:ext>
            </a:extLst>
          </p:cNvPr>
          <p:cNvCxnSpPr>
            <a:cxnSpLocks/>
          </p:cNvCxnSpPr>
          <p:nvPr/>
        </p:nvCxnSpPr>
        <p:spPr>
          <a:xfrm>
            <a:off x="2172434" y="4035805"/>
            <a:ext cx="0" cy="2002183"/>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5522AC18-3EFE-4754-B59A-8245E6B2A7EC}"/>
              </a:ext>
            </a:extLst>
          </p:cNvPr>
          <p:cNvCxnSpPr>
            <a:cxnSpLocks/>
          </p:cNvCxnSpPr>
          <p:nvPr/>
        </p:nvCxnSpPr>
        <p:spPr>
          <a:xfrm>
            <a:off x="4180540" y="4035805"/>
            <a:ext cx="0" cy="2056638"/>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56E08410-DAB9-43A4-B853-194E0BCFA13F}"/>
              </a:ext>
            </a:extLst>
          </p:cNvPr>
          <p:cNvCxnSpPr>
            <a:cxnSpLocks/>
          </p:cNvCxnSpPr>
          <p:nvPr/>
        </p:nvCxnSpPr>
        <p:spPr>
          <a:xfrm>
            <a:off x="6188646" y="4035805"/>
            <a:ext cx="0" cy="2002183"/>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30" name="页脚占位符 2"/>
          <p:cNvSpPr txBox="1">
            <a:spLocks/>
          </p:cNvSpPr>
          <p:nvPr/>
        </p:nvSpPr>
        <p:spPr>
          <a:xfrm>
            <a:off x="3791744" y="2823896"/>
            <a:ext cx="4489619" cy="524422"/>
          </a:xfrm>
          <a:prstGeom prst="rect">
            <a:avLst/>
          </a:prstGeom>
          <a:solidFill>
            <a:srgbClr val="FFFF00"/>
          </a:solidFill>
        </p:spPr>
        <p:txBody>
          <a:bodyPr vert="horz" lIns="91440" tIns="45720" rIns="91440" bIns="45720" rtlCol="0" anchor="ctr"/>
          <a:lstStyle>
            <a:defPPr>
              <a:defRPr lang="zh-CN"/>
            </a:defPPr>
            <a:lvl1pPr marL="0" algn="l" defTabSz="914400" rtl="0" eaLnBrk="1" latinLnBrk="0" hangingPunct="1">
              <a:defRPr sz="1000" kern="120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smtClean="0">
                <a:solidFill>
                  <a:srgbClr val="FFC000"/>
                </a:solidFill>
                <a:hlinkClick r:id="rId2"/>
              </a:rPr>
              <a:t>https://github.com/baidu/BaikalDB</a:t>
            </a:r>
            <a:endParaRPr lang="zh-CN" altLang="en-US" sz="2000" b="1" dirty="0">
              <a:solidFill>
                <a:srgbClr val="FFC000"/>
              </a:solidFill>
            </a:endParaRPr>
          </a:p>
        </p:txBody>
      </p:sp>
      <p:sp>
        <p:nvSpPr>
          <p:cNvPr id="36" name="ïşḻíḑ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96F94191-7889-4963-88CD-03C39EBAE9B9}"/>
              </a:ext>
            </a:extLst>
          </p:cNvPr>
          <p:cNvSpPr/>
          <p:nvPr/>
        </p:nvSpPr>
        <p:spPr bwMode="auto">
          <a:xfrm>
            <a:off x="8829296" y="4085657"/>
            <a:ext cx="621260" cy="621260"/>
          </a:xfrm>
          <a:prstGeom prst="ellipse">
            <a:avLst/>
          </a:prstGeom>
          <a:solidFill>
            <a:schemeClr val="bg1"/>
          </a:solidFill>
          <a:ln w="38100">
            <a:solidFill>
              <a:schemeClr val="bg1">
                <a:lumMod val="65000"/>
              </a:schemeClr>
            </a:solidFill>
          </a:ln>
          <a:extLst/>
        </p:spPr>
        <p:style>
          <a:lnRef idx="2">
            <a:schemeClr val="dk1"/>
          </a:lnRef>
          <a:fillRef idx="1">
            <a:schemeClr val="lt1"/>
          </a:fillRef>
          <a:effectRef idx="0">
            <a:schemeClr val="dk1"/>
          </a:effectRef>
          <a:fontRef idx="minor">
            <a:schemeClr val="dk1"/>
          </a:fontRef>
        </p:style>
        <p:txBody>
          <a:bodyPr wrap="square" lIns="91440" tIns="45720" rIns="91440" bIns="45720" rtlCol="0" anchor="ctr">
            <a:normAutofit fontScale="85000" lnSpcReduction="10000"/>
          </a:bodyPr>
          <a:lstStyle/>
          <a:p>
            <a:pPr algn="ctr"/>
            <a:r>
              <a:rPr lang="en-US" altLang="zh-CN" sz="2000" dirty="0" smtClean="0">
                <a:solidFill>
                  <a:schemeClr val="accent1"/>
                </a:solidFill>
                <a:latin typeface="Impact" panose="020B0806030902050204" pitchFamily="34" charset="0"/>
              </a:rPr>
              <a:t>05</a:t>
            </a:r>
            <a:endParaRPr lang="zh-CN" altLang="en-US" sz="2000" dirty="0">
              <a:solidFill>
                <a:schemeClr val="accent1"/>
              </a:solidFill>
              <a:latin typeface="Impact" panose="020B0806030902050204" pitchFamily="34" charset="0"/>
            </a:endParaRPr>
          </a:p>
        </p:txBody>
      </p:sp>
      <p:sp>
        <p:nvSpPr>
          <p:cNvPr id="37" name="îş1îḍ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C6D1EF0E-6D25-4CE1-B81C-9EE2EC8D3FEF}"/>
              </a:ext>
            </a:extLst>
          </p:cNvPr>
          <p:cNvSpPr/>
          <p:nvPr/>
        </p:nvSpPr>
        <p:spPr bwMode="auto">
          <a:xfrm>
            <a:off x="10843101" y="4085657"/>
            <a:ext cx="621260" cy="621260"/>
          </a:xfrm>
          <a:prstGeom prst="ellipse">
            <a:avLst/>
          </a:prstGeom>
          <a:solidFill>
            <a:schemeClr val="bg1"/>
          </a:solidFill>
          <a:ln w="38100">
            <a:solidFill>
              <a:schemeClr val="bg1">
                <a:lumMod val="65000"/>
              </a:schemeClr>
            </a:solidFill>
          </a:ln>
          <a:extLst/>
        </p:spPr>
        <p:style>
          <a:lnRef idx="2">
            <a:schemeClr val="dk1"/>
          </a:lnRef>
          <a:fillRef idx="1">
            <a:schemeClr val="lt1"/>
          </a:fillRef>
          <a:effectRef idx="0">
            <a:schemeClr val="dk1"/>
          </a:effectRef>
          <a:fontRef idx="minor">
            <a:schemeClr val="dk1"/>
          </a:fontRef>
        </p:style>
        <p:txBody>
          <a:bodyPr wrap="square" lIns="91440" tIns="45720" rIns="91440" bIns="45720" rtlCol="0" anchor="ctr">
            <a:normAutofit fontScale="85000" lnSpcReduction="10000"/>
          </a:bodyPr>
          <a:lstStyle/>
          <a:p>
            <a:pPr algn="ctr"/>
            <a:r>
              <a:rPr lang="en-US" altLang="zh-CN" sz="2000" dirty="0" smtClean="0">
                <a:solidFill>
                  <a:schemeClr val="accent1"/>
                </a:solidFill>
                <a:latin typeface="Impact" panose="020B0806030902050204" pitchFamily="34" charset="0"/>
              </a:rPr>
              <a:t>06</a:t>
            </a:r>
            <a:endParaRPr lang="zh-CN" altLang="en-US" sz="2000" dirty="0">
              <a:solidFill>
                <a:schemeClr val="accent1"/>
              </a:solidFill>
              <a:latin typeface="Impact" panose="020B0806030902050204" pitchFamily="34" charset="0"/>
            </a:endParaRPr>
          </a:p>
        </p:txBody>
      </p:sp>
      <p:cxnSp>
        <p:nvCxnSpPr>
          <p:cNvPr id="38" name="直接连接符 37">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5522AC18-3EFE-4754-B59A-8245E6B2A7EC}"/>
              </a:ext>
            </a:extLst>
          </p:cNvPr>
          <p:cNvCxnSpPr>
            <a:cxnSpLocks/>
          </p:cNvCxnSpPr>
          <p:nvPr/>
        </p:nvCxnSpPr>
        <p:spPr>
          <a:xfrm>
            <a:off x="8196752" y="4035805"/>
            <a:ext cx="0" cy="2056638"/>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56E08410-DAB9-43A4-B853-194E0BCFA13F}"/>
              </a:ext>
            </a:extLst>
          </p:cNvPr>
          <p:cNvCxnSpPr>
            <a:cxnSpLocks/>
          </p:cNvCxnSpPr>
          <p:nvPr/>
        </p:nvCxnSpPr>
        <p:spPr>
          <a:xfrm>
            <a:off x="10204857" y="4035805"/>
            <a:ext cx="0" cy="2002183"/>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40" name="îṩlîd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4ABD8300-1E82-4192-BB4B-A2C62E92722D}"/>
              </a:ext>
            </a:extLst>
          </p:cNvPr>
          <p:cNvGrpSpPr/>
          <p:nvPr/>
        </p:nvGrpSpPr>
        <p:grpSpPr>
          <a:xfrm>
            <a:off x="6257268" y="4928548"/>
            <a:ext cx="1768467" cy="1311916"/>
            <a:chOff x="669924" y="4754812"/>
            <a:chExt cx="2490045" cy="1311916"/>
          </a:xfrm>
        </p:grpSpPr>
        <p:sp>
          <p:nvSpPr>
            <p:cNvPr id="41" name="isļíḍ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03E3230C-279D-4DEA-B565-1FBFED7ABE89}"/>
                </a:ext>
              </a:extLst>
            </p:cNvPr>
            <p:cNvSpPr txBox="1"/>
            <p:nvPr/>
          </p:nvSpPr>
          <p:spPr>
            <a:xfrm>
              <a:off x="669924" y="4754812"/>
              <a:ext cx="2490043" cy="471579"/>
            </a:xfrm>
            <a:prstGeom prst="rect">
              <a:avLst/>
            </a:prstGeom>
            <a:noFill/>
          </p:spPr>
          <p:txBody>
            <a:bodyPr wrap="square" lIns="91440" tIns="45720" rIns="91440" bIns="45720" rtlCol="0" anchor="ctr" anchorCtr="0">
              <a:normAutofit/>
            </a:bodyPr>
            <a:lstStyle/>
            <a:p>
              <a:pPr algn="ctr"/>
              <a:r>
                <a:rPr lang="zh-CN" altLang="en-US" sz="1600" b="1" dirty="0"/>
                <a:t>高性能</a:t>
              </a:r>
              <a:endParaRPr lang="en-US" altLang="zh-CN" sz="1600" b="1" dirty="0"/>
            </a:p>
          </p:txBody>
        </p:sp>
        <p:sp>
          <p:nvSpPr>
            <p:cNvPr id="42" name="í$1iď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1407D085-11E9-4DE1-99E0-5BDE59D2F62D}"/>
                </a:ext>
              </a:extLst>
            </p:cNvPr>
            <p:cNvSpPr txBox="1"/>
            <p:nvPr/>
          </p:nvSpPr>
          <p:spPr>
            <a:xfrm>
              <a:off x="669925" y="5226392"/>
              <a:ext cx="2490044" cy="840336"/>
            </a:xfrm>
            <a:prstGeom prst="rect">
              <a:avLst/>
            </a:prstGeom>
            <a:noFill/>
          </p:spPr>
          <p:txBody>
            <a:bodyPr wrap="square" lIns="91440" tIns="45720" rIns="91440" bIns="45720" rtlCol="0">
              <a:normAutofit/>
            </a:bodyPr>
            <a:lstStyle/>
            <a:p>
              <a:pPr marL="171450" indent="-171450">
                <a:lnSpc>
                  <a:spcPct val="120000"/>
                </a:lnSpc>
                <a:buFont typeface="Arial" panose="020B0604020202020204" pitchFamily="34" charset="0"/>
                <a:buChar char="•"/>
              </a:pPr>
              <a:r>
                <a:rPr lang="zh-CN" altLang="en-US" sz="1100" dirty="0" smtClean="0"/>
                <a:t>准内存数据库性能</a:t>
              </a:r>
              <a:endParaRPr lang="en-US" altLang="zh-CN" sz="1100" dirty="0" smtClean="0"/>
            </a:p>
            <a:p>
              <a:pPr marL="171450" indent="-171450">
                <a:lnSpc>
                  <a:spcPct val="120000"/>
                </a:lnSpc>
                <a:buFont typeface="Arial" panose="020B0604020202020204" pitchFamily="34" charset="0"/>
                <a:buChar char="•"/>
              </a:pPr>
              <a:r>
                <a:rPr lang="en-US" altLang="zh-CN" sz="1100" dirty="0"/>
                <a:t>QPS &gt; 3.6</a:t>
              </a:r>
              <a:r>
                <a:rPr lang="zh-CN" altLang="en-US" sz="1100" dirty="0"/>
                <a:t>万</a:t>
              </a:r>
              <a:r>
                <a:rPr lang="en-US" altLang="zh-CN" sz="1100" dirty="0"/>
                <a:t>/</a:t>
              </a:r>
              <a:r>
                <a:rPr lang="zh-CN" altLang="en-US" sz="1100" dirty="0" smtClean="0"/>
                <a:t>秒</a:t>
              </a:r>
              <a:endParaRPr lang="en-US" altLang="zh-CN" sz="1100" dirty="0"/>
            </a:p>
          </p:txBody>
        </p:sp>
      </p:grpSp>
      <p:grpSp>
        <p:nvGrpSpPr>
          <p:cNvPr id="43" name="îṩlîd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4ABD8300-1E82-4192-BB4B-A2C62E92722D}"/>
              </a:ext>
            </a:extLst>
          </p:cNvPr>
          <p:cNvGrpSpPr/>
          <p:nvPr/>
        </p:nvGrpSpPr>
        <p:grpSpPr>
          <a:xfrm>
            <a:off x="4244842" y="4928548"/>
            <a:ext cx="1768467" cy="1311916"/>
            <a:chOff x="669924" y="4754812"/>
            <a:chExt cx="2490045" cy="1311916"/>
          </a:xfrm>
        </p:grpSpPr>
        <p:sp>
          <p:nvSpPr>
            <p:cNvPr id="44" name="isļíḍ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03E3230C-279D-4DEA-B565-1FBFED7ABE89}"/>
                </a:ext>
              </a:extLst>
            </p:cNvPr>
            <p:cNvSpPr txBox="1"/>
            <p:nvPr/>
          </p:nvSpPr>
          <p:spPr>
            <a:xfrm>
              <a:off x="669924" y="4754812"/>
              <a:ext cx="2490043" cy="471579"/>
            </a:xfrm>
            <a:prstGeom prst="rect">
              <a:avLst/>
            </a:prstGeom>
            <a:noFill/>
          </p:spPr>
          <p:txBody>
            <a:bodyPr wrap="square" lIns="91440" tIns="45720" rIns="91440" bIns="45720" rtlCol="0" anchor="ctr" anchorCtr="0">
              <a:normAutofit/>
            </a:bodyPr>
            <a:lstStyle/>
            <a:p>
              <a:pPr algn="ctr"/>
              <a:r>
                <a:rPr lang="zh-CN" altLang="en-US" sz="1600" b="1" dirty="0" smtClean="0"/>
                <a:t>高扩展性</a:t>
              </a:r>
              <a:endParaRPr lang="en-US" altLang="zh-CN" sz="1600" b="1" dirty="0"/>
            </a:p>
          </p:txBody>
        </p:sp>
        <p:sp>
          <p:nvSpPr>
            <p:cNvPr id="45" name="í$1iď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1407D085-11E9-4DE1-99E0-5BDE59D2F62D}"/>
                </a:ext>
              </a:extLst>
            </p:cNvPr>
            <p:cNvSpPr txBox="1"/>
            <p:nvPr/>
          </p:nvSpPr>
          <p:spPr>
            <a:xfrm>
              <a:off x="669925" y="5226392"/>
              <a:ext cx="2490044" cy="840336"/>
            </a:xfrm>
            <a:prstGeom prst="rect">
              <a:avLst/>
            </a:prstGeom>
            <a:noFill/>
          </p:spPr>
          <p:txBody>
            <a:bodyPr wrap="square" lIns="91440" tIns="45720" rIns="91440" bIns="45720" rtlCol="0">
              <a:normAutofit lnSpcReduction="10000"/>
            </a:bodyPr>
            <a:lstStyle/>
            <a:p>
              <a:pPr marL="171450" indent="-171450">
                <a:lnSpc>
                  <a:spcPct val="120000"/>
                </a:lnSpc>
                <a:buFont typeface="Arial" panose="020B0604020202020204" pitchFamily="34" charset="0"/>
                <a:buChar char="•"/>
              </a:pPr>
              <a:r>
                <a:rPr lang="zh-CN" altLang="en-US" sz="1100" dirty="0" smtClean="0"/>
                <a:t>水平扩展，在线缩扩容，服务不停</a:t>
              </a:r>
              <a:endParaRPr lang="en-US" altLang="zh-CN" sz="1100" dirty="0" smtClean="0"/>
            </a:p>
            <a:p>
              <a:pPr marL="171450" indent="-171450">
                <a:lnSpc>
                  <a:spcPct val="120000"/>
                </a:lnSpc>
                <a:buFont typeface="Arial" panose="020B0604020202020204" pitchFamily="34" charset="0"/>
                <a:buChar char="•"/>
              </a:pPr>
              <a:r>
                <a:rPr lang="zh-CN" altLang="en-US" sz="1100" dirty="0" smtClean="0"/>
                <a:t>动态</a:t>
              </a:r>
              <a:r>
                <a:rPr lang="en-US" altLang="zh-CN" sz="1100" dirty="0" smtClean="0"/>
                <a:t>Schema</a:t>
              </a:r>
              <a:r>
                <a:rPr lang="zh-CN" altLang="en-US" sz="1100" dirty="0" smtClean="0"/>
                <a:t> </a:t>
              </a:r>
              <a:r>
                <a:rPr lang="en-US" altLang="zh-CN" sz="1100" dirty="0" smtClean="0"/>
                <a:t>30s</a:t>
              </a:r>
              <a:r>
                <a:rPr lang="zh-CN" altLang="en-US" sz="1100" dirty="0" smtClean="0"/>
                <a:t>完成</a:t>
              </a:r>
              <a:endParaRPr lang="en-US" altLang="zh-CN" sz="1100" dirty="0" smtClean="0"/>
            </a:p>
            <a:p>
              <a:pPr marL="171450" indent="-171450">
                <a:lnSpc>
                  <a:spcPct val="120000"/>
                </a:lnSpc>
                <a:buFont typeface="Arial" panose="020B0604020202020204" pitchFamily="34" charset="0"/>
                <a:buChar char="•"/>
              </a:pPr>
              <a:r>
                <a:rPr lang="zh-CN" altLang="en-US" sz="1100" dirty="0" smtClean="0"/>
                <a:t>行</a:t>
              </a:r>
              <a:r>
                <a:rPr lang="en-US" altLang="zh-CN" sz="1100" dirty="0" smtClean="0"/>
                <a:t>&gt; 1G</a:t>
              </a:r>
              <a:r>
                <a:rPr lang="zh-CN" altLang="en-US" sz="1100" dirty="0" smtClean="0"/>
                <a:t>； 列</a:t>
              </a:r>
              <a:r>
                <a:rPr lang="en-US" altLang="zh-CN" sz="1100" dirty="0" smtClean="0"/>
                <a:t>&gt;1k</a:t>
              </a:r>
            </a:p>
            <a:p>
              <a:pPr algn="ctr">
                <a:lnSpc>
                  <a:spcPct val="120000"/>
                </a:lnSpc>
              </a:pPr>
              <a:endParaRPr lang="en-US" altLang="zh-CN" sz="1100" dirty="0"/>
            </a:p>
          </p:txBody>
        </p:sp>
      </p:grpSp>
      <p:grpSp>
        <p:nvGrpSpPr>
          <p:cNvPr id="46" name="îṩlîd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4ABD8300-1E82-4192-BB4B-A2C62E92722D}"/>
              </a:ext>
            </a:extLst>
          </p:cNvPr>
          <p:cNvGrpSpPr/>
          <p:nvPr/>
        </p:nvGrpSpPr>
        <p:grpSpPr>
          <a:xfrm>
            <a:off x="2232416" y="4928548"/>
            <a:ext cx="1768467" cy="1311916"/>
            <a:chOff x="669924" y="4754812"/>
            <a:chExt cx="2490045" cy="1311916"/>
          </a:xfrm>
        </p:grpSpPr>
        <p:sp>
          <p:nvSpPr>
            <p:cNvPr id="47" name="isļíḍ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03E3230C-279D-4DEA-B565-1FBFED7ABE89}"/>
                </a:ext>
              </a:extLst>
            </p:cNvPr>
            <p:cNvSpPr txBox="1"/>
            <p:nvPr/>
          </p:nvSpPr>
          <p:spPr>
            <a:xfrm>
              <a:off x="669924" y="4754812"/>
              <a:ext cx="2490043" cy="471579"/>
            </a:xfrm>
            <a:prstGeom prst="rect">
              <a:avLst/>
            </a:prstGeom>
            <a:noFill/>
          </p:spPr>
          <p:txBody>
            <a:bodyPr wrap="square" lIns="91440" tIns="45720" rIns="91440" bIns="45720" rtlCol="0" anchor="ctr" anchorCtr="0">
              <a:normAutofit/>
            </a:bodyPr>
            <a:lstStyle/>
            <a:p>
              <a:pPr algn="ctr"/>
              <a:r>
                <a:rPr lang="zh-CN" altLang="en-US" sz="1600" b="1" dirty="0" smtClean="0"/>
                <a:t>高可用</a:t>
              </a:r>
              <a:endParaRPr lang="en-US" altLang="zh-CN" sz="1600" b="1" dirty="0"/>
            </a:p>
          </p:txBody>
        </p:sp>
        <p:sp>
          <p:nvSpPr>
            <p:cNvPr id="48" name="í$1iď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1407D085-11E9-4DE1-99E0-5BDE59D2F62D}"/>
                </a:ext>
              </a:extLst>
            </p:cNvPr>
            <p:cNvSpPr txBox="1"/>
            <p:nvPr/>
          </p:nvSpPr>
          <p:spPr>
            <a:xfrm>
              <a:off x="669925" y="5226392"/>
              <a:ext cx="2490044" cy="840336"/>
            </a:xfrm>
            <a:prstGeom prst="rect">
              <a:avLst/>
            </a:prstGeom>
            <a:noFill/>
          </p:spPr>
          <p:txBody>
            <a:bodyPr wrap="square" lIns="91440" tIns="45720" rIns="91440" bIns="45720" rtlCol="0">
              <a:normAutofit/>
            </a:bodyPr>
            <a:lstStyle/>
            <a:p>
              <a:pPr marL="171450" indent="-171450">
                <a:lnSpc>
                  <a:spcPct val="120000"/>
                </a:lnSpc>
                <a:buFont typeface="Arial" panose="020B0604020202020204" pitchFamily="34" charset="0"/>
                <a:buChar char="•"/>
              </a:pPr>
              <a:r>
                <a:rPr lang="en-US" altLang="zh-CN" sz="1100" dirty="0" smtClean="0"/>
                <a:t>Raft</a:t>
              </a:r>
              <a:r>
                <a:rPr lang="zh-CN" altLang="en-US" sz="1100" dirty="0" smtClean="0"/>
                <a:t>协议，少数故障，数据不丢，服务不停</a:t>
              </a:r>
              <a:endParaRPr lang="en-US" altLang="zh-CN" sz="1100" dirty="0" smtClean="0"/>
            </a:p>
            <a:p>
              <a:pPr marL="171450" indent="-171450">
                <a:lnSpc>
                  <a:spcPct val="120000"/>
                </a:lnSpc>
                <a:buFont typeface="Arial" panose="020B0604020202020204" pitchFamily="34" charset="0"/>
                <a:buChar char="•"/>
              </a:pPr>
              <a:r>
                <a:rPr lang="en-US" altLang="zh-CN" sz="1100" dirty="0" smtClean="0"/>
                <a:t>RTO = 0</a:t>
              </a:r>
              <a:r>
                <a:rPr lang="zh-CN" altLang="en-US" sz="1100" dirty="0" smtClean="0"/>
                <a:t>；</a:t>
              </a:r>
              <a:r>
                <a:rPr lang="en-US" altLang="zh-CN" sz="1100" dirty="0" smtClean="0"/>
                <a:t>RPO &lt; 30s</a:t>
              </a:r>
            </a:p>
            <a:p>
              <a:pPr marL="171450" indent="-171450">
                <a:lnSpc>
                  <a:spcPct val="120000"/>
                </a:lnSpc>
                <a:buFont typeface="Arial" panose="020B0604020202020204" pitchFamily="34" charset="0"/>
                <a:buChar char="•"/>
              </a:pPr>
              <a:endParaRPr lang="en-US" altLang="zh-CN" sz="1100" dirty="0"/>
            </a:p>
          </p:txBody>
        </p:sp>
      </p:grpSp>
      <p:grpSp>
        <p:nvGrpSpPr>
          <p:cNvPr id="49" name="îṩlîd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4ABD8300-1E82-4192-BB4B-A2C62E92722D}"/>
              </a:ext>
            </a:extLst>
          </p:cNvPr>
          <p:cNvGrpSpPr/>
          <p:nvPr/>
        </p:nvGrpSpPr>
        <p:grpSpPr>
          <a:xfrm>
            <a:off x="8269694" y="4928548"/>
            <a:ext cx="1768467" cy="1311916"/>
            <a:chOff x="669924" y="4754812"/>
            <a:chExt cx="2490045" cy="1311916"/>
          </a:xfrm>
        </p:grpSpPr>
        <p:sp>
          <p:nvSpPr>
            <p:cNvPr id="50" name="isļíḍ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03E3230C-279D-4DEA-B565-1FBFED7ABE89}"/>
                </a:ext>
              </a:extLst>
            </p:cNvPr>
            <p:cNvSpPr txBox="1"/>
            <p:nvPr/>
          </p:nvSpPr>
          <p:spPr>
            <a:xfrm>
              <a:off x="669924" y="4754812"/>
              <a:ext cx="2490043" cy="471579"/>
            </a:xfrm>
            <a:prstGeom prst="rect">
              <a:avLst/>
            </a:prstGeom>
            <a:noFill/>
          </p:spPr>
          <p:txBody>
            <a:bodyPr wrap="square" lIns="91440" tIns="45720" rIns="91440" bIns="45720" rtlCol="0" anchor="ctr" anchorCtr="0">
              <a:normAutofit/>
            </a:bodyPr>
            <a:lstStyle/>
            <a:p>
              <a:pPr algn="ctr"/>
              <a:r>
                <a:rPr lang="zh-CN" altLang="en-US" sz="1600" b="1" dirty="0" smtClean="0"/>
                <a:t>高兼容性</a:t>
              </a:r>
              <a:endParaRPr lang="en-US" altLang="zh-CN" sz="1600" b="1" dirty="0"/>
            </a:p>
          </p:txBody>
        </p:sp>
        <p:sp>
          <p:nvSpPr>
            <p:cNvPr id="51" name="í$1iď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1407D085-11E9-4DE1-99E0-5BDE59D2F62D}"/>
                </a:ext>
              </a:extLst>
            </p:cNvPr>
            <p:cNvSpPr txBox="1"/>
            <p:nvPr/>
          </p:nvSpPr>
          <p:spPr>
            <a:xfrm>
              <a:off x="669925" y="5226392"/>
              <a:ext cx="2490044" cy="840336"/>
            </a:xfrm>
            <a:prstGeom prst="rect">
              <a:avLst/>
            </a:prstGeom>
            <a:noFill/>
          </p:spPr>
          <p:txBody>
            <a:bodyPr wrap="square" lIns="91440" tIns="45720" rIns="91440" bIns="45720" rtlCol="0">
              <a:normAutofit/>
            </a:bodyPr>
            <a:lstStyle/>
            <a:p>
              <a:pPr marL="171450" indent="-171450">
                <a:lnSpc>
                  <a:spcPct val="120000"/>
                </a:lnSpc>
                <a:buFont typeface="Arial" panose="020B0604020202020204" pitchFamily="34" charset="0"/>
                <a:buChar char="•"/>
              </a:pPr>
              <a:r>
                <a:rPr lang="zh-CN" altLang="en-US" sz="1100" dirty="0" smtClean="0"/>
                <a:t>兼容</a:t>
              </a:r>
              <a:r>
                <a:rPr lang="en-US" altLang="zh-CN" sz="1100" dirty="0" smtClean="0"/>
                <a:t>MySQL5.6</a:t>
              </a:r>
              <a:r>
                <a:rPr lang="zh-CN" altLang="en-US" sz="1100" dirty="0" smtClean="0"/>
                <a:t>大部分功能</a:t>
              </a:r>
              <a:endParaRPr lang="en-US" altLang="zh-CN" sz="1100" dirty="0"/>
            </a:p>
            <a:p>
              <a:pPr>
                <a:lnSpc>
                  <a:spcPct val="120000"/>
                </a:lnSpc>
              </a:pPr>
              <a:endParaRPr lang="en-US" altLang="zh-CN" sz="1100" dirty="0"/>
            </a:p>
          </p:txBody>
        </p:sp>
      </p:grpSp>
      <p:grpSp>
        <p:nvGrpSpPr>
          <p:cNvPr id="52" name="îṩlîd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4ABD8300-1E82-4192-BB4B-A2C62E92722D}"/>
              </a:ext>
            </a:extLst>
          </p:cNvPr>
          <p:cNvGrpSpPr/>
          <p:nvPr/>
        </p:nvGrpSpPr>
        <p:grpSpPr>
          <a:xfrm>
            <a:off x="10282121" y="4928548"/>
            <a:ext cx="1768467" cy="1311916"/>
            <a:chOff x="669924" y="4754812"/>
            <a:chExt cx="2490045" cy="1311916"/>
          </a:xfrm>
        </p:grpSpPr>
        <p:sp>
          <p:nvSpPr>
            <p:cNvPr id="53" name="isļíḍ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03E3230C-279D-4DEA-B565-1FBFED7ABE89}"/>
                </a:ext>
              </a:extLst>
            </p:cNvPr>
            <p:cNvSpPr txBox="1"/>
            <p:nvPr/>
          </p:nvSpPr>
          <p:spPr>
            <a:xfrm>
              <a:off x="669924" y="4754812"/>
              <a:ext cx="2490043" cy="471579"/>
            </a:xfrm>
            <a:prstGeom prst="rect">
              <a:avLst/>
            </a:prstGeom>
            <a:noFill/>
          </p:spPr>
          <p:txBody>
            <a:bodyPr wrap="square" lIns="91440" tIns="45720" rIns="91440" bIns="45720" rtlCol="0" anchor="ctr" anchorCtr="0">
              <a:normAutofit/>
            </a:bodyPr>
            <a:lstStyle/>
            <a:p>
              <a:pPr algn="ctr"/>
              <a:r>
                <a:rPr lang="zh-CN" altLang="en-US" sz="1600" b="1" dirty="0"/>
                <a:t>成本</a:t>
              </a:r>
              <a:endParaRPr lang="en-US" altLang="zh-CN" sz="1600" b="1" dirty="0"/>
            </a:p>
          </p:txBody>
        </p:sp>
        <p:sp>
          <p:nvSpPr>
            <p:cNvPr id="54" name="í$1iď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1407D085-11E9-4DE1-99E0-5BDE59D2F62D}"/>
                </a:ext>
              </a:extLst>
            </p:cNvPr>
            <p:cNvSpPr txBox="1"/>
            <p:nvPr/>
          </p:nvSpPr>
          <p:spPr>
            <a:xfrm>
              <a:off x="669925" y="5226392"/>
              <a:ext cx="2490044" cy="840336"/>
            </a:xfrm>
            <a:prstGeom prst="rect">
              <a:avLst/>
            </a:prstGeom>
            <a:noFill/>
          </p:spPr>
          <p:txBody>
            <a:bodyPr wrap="square" lIns="91440" tIns="45720" rIns="91440" bIns="45720" rtlCol="0">
              <a:normAutofit/>
            </a:bodyPr>
            <a:lstStyle/>
            <a:p>
              <a:pPr marL="171450" indent="-171450">
                <a:lnSpc>
                  <a:spcPct val="120000"/>
                </a:lnSpc>
                <a:buFont typeface="Arial" panose="020B0604020202020204" pitchFamily="34" charset="0"/>
                <a:buChar char="•"/>
              </a:pPr>
              <a:r>
                <a:rPr lang="zh-CN" altLang="en-US" sz="1100" dirty="0" smtClean="0"/>
                <a:t>基于普通</a:t>
              </a:r>
              <a:r>
                <a:rPr lang="en-US" altLang="zh-CN" sz="1100" dirty="0" smtClean="0"/>
                <a:t>PC</a:t>
              </a:r>
              <a:r>
                <a:rPr lang="zh-CN" altLang="en-US" sz="1100" dirty="0" smtClean="0"/>
                <a:t>服务器</a:t>
              </a:r>
              <a:endParaRPr lang="en-US" altLang="zh-CN" sz="1100" dirty="0" smtClean="0"/>
            </a:p>
            <a:p>
              <a:pPr marL="171450" indent="-171450">
                <a:lnSpc>
                  <a:spcPct val="120000"/>
                </a:lnSpc>
                <a:buFont typeface="Arial" panose="020B0604020202020204" pitchFamily="34" charset="0"/>
                <a:buChar char="•"/>
              </a:pPr>
              <a:r>
                <a:rPr lang="zh-CN" altLang="en-US" sz="1100" dirty="0" smtClean="0"/>
                <a:t>充分发挥新硬件能效</a:t>
              </a:r>
              <a:endParaRPr lang="en-US" altLang="zh-CN" sz="1100" dirty="0"/>
            </a:p>
          </p:txBody>
        </p:sp>
      </p:grpSp>
      <p:sp>
        <p:nvSpPr>
          <p:cNvPr id="55" name="标题 1"/>
          <p:cNvSpPr txBox="1">
            <a:spLocks/>
          </p:cNvSpPr>
          <p:nvPr/>
        </p:nvSpPr>
        <p:spPr>
          <a:xfrm>
            <a:off x="551384" y="0"/>
            <a:ext cx="9169696" cy="7920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a:solidFill>
                  <a:srgbClr val="65BA67"/>
                </a:solidFill>
                <a:latin typeface="微软雅黑" panose="020B0503020204020204" pitchFamily="34" charset="-122"/>
                <a:ea typeface="微软雅黑" panose="020B0503020204020204" pitchFamily="34" charset="-122"/>
                <a:cs typeface="+mj-cs"/>
              </a:defRPr>
            </a:lvl1pPr>
          </a:lstStyle>
          <a:p>
            <a:r>
              <a:rPr lang="zh-CN" altLang="en-US" dirty="0" smtClean="0"/>
              <a:t>核心特性</a:t>
            </a:r>
            <a:endParaRPr lang="zh-CN" altLang="en-US" dirty="0"/>
          </a:p>
        </p:txBody>
      </p:sp>
    </p:spTree>
    <p:extLst>
      <p:ext uri="{BB962C8B-B14F-4D97-AF65-F5344CB8AC3E}">
        <p14:creationId xmlns:p14="http://schemas.microsoft.com/office/powerpoint/2010/main" val="26243142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技术架构</a:t>
            </a:r>
            <a:endParaRPr lang="zh-CN" altLang="en-US" dirty="0"/>
          </a:p>
        </p:txBody>
      </p:sp>
      <p:cxnSp>
        <p:nvCxnSpPr>
          <p:cNvPr id="3" name="直接连接符 2"/>
          <p:cNvCxnSpPr/>
          <p:nvPr/>
        </p:nvCxnSpPr>
        <p:spPr>
          <a:xfrm>
            <a:off x="389366" y="980728"/>
            <a:ext cx="11413268" cy="0"/>
          </a:xfrm>
          <a:prstGeom prst="line">
            <a:avLst/>
          </a:prstGeom>
          <a:ln w="12700">
            <a:solidFill>
              <a:srgbClr val="65BA67"/>
            </a:solidFill>
          </a:ln>
        </p:spPr>
        <p:style>
          <a:lnRef idx="1">
            <a:schemeClr val="accent1"/>
          </a:lnRef>
          <a:fillRef idx="0">
            <a:schemeClr val="accent1"/>
          </a:fillRef>
          <a:effectRef idx="0">
            <a:schemeClr val="accent1"/>
          </a:effectRef>
          <a:fontRef idx="minor">
            <a:schemeClr val="tx1"/>
          </a:fontRef>
        </p:style>
      </p:cxnSp>
      <p:pic>
        <p:nvPicPr>
          <p:cNvPr id="1026" name="Picture 2" descr="https://raw.githubusercontent.com/wiki/baidu/BaikalDB/resources/baikaldb_arch.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28" y="1003151"/>
            <a:ext cx="11915775" cy="4010025"/>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191344" y="5229200"/>
            <a:ext cx="11611290" cy="1323439"/>
          </a:xfrm>
          <a:prstGeom prst="rect">
            <a:avLst/>
          </a:prstGeom>
        </p:spPr>
        <p:txBody>
          <a:bodyPr wrap="square">
            <a:spAutoFit/>
          </a:bodyPr>
          <a:lstStyle/>
          <a:p>
            <a:pPr marL="285750" indent="-285750">
              <a:buFont typeface="Arial" panose="020B0604020202020204" pitchFamily="34" charset="0"/>
              <a:buChar char="•"/>
            </a:pPr>
            <a:r>
              <a:rPr lang="en-US" altLang="zh-CN" sz="1600" dirty="0" err="1">
                <a:latin typeface="微软雅黑" panose="020B0503020204020204" pitchFamily="34" charset="-122"/>
                <a:ea typeface="微软雅黑" panose="020B0503020204020204" pitchFamily="34" charset="-122"/>
              </a:rPr>
              <a:t>BaikalStore</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负责数据存储，用 </a:t>
            </a:r>
            <a:r>
              <a:rPr lang="en-US" altLang="zh-CN" sz="1600" dirty="0">
                <a:latin typeface="微软雅黑" panose="020B0503020204020204" pitchFamily="34" charset="-122"/>
                <a:ea typeface="微软雅黑" panose="020B0503020204020204" pitchFamily="34" charset="-122"/>
              </a:rPr>
              <a:t>region </a:t>
            </a:r>
            <a:r>
              <a:rPr lang="zh-CN" altLang="en-US" sz="1600" dirty="0">
                <a:latin typeface="微软雅黑" panose="020B0503020204020204" pitchFamily="34" charset="-122"/>
                <a:ea typeface="微软雅黑" panose="020B0503020204020204" pitchFamily="34" charset="-122"/>
              </a:rPr>
              <a:t>组织，三个 </a:t>
            </a:r>
            <a:r>
              <a:rPr lang="en-US" altLang="zh-CN" sz="1600" dirty="0">
                <a:latin typeface="微软雅黑" panose="020B0503020204020204" pitchFamily="34" charset="-122"/>
                <a:ea typeface="微软雅黑" panose="020B0503020204020204" pitchFamily="34" charset="-122"/>
              </a:rPr>
              <a:t>Store </a:t>
            </a:r>
            <a:r>
              <a:rPr lang="zh-CN" altLang="en-US" sz="1600" dirty="0">
                <a:latin typeface="微软雅黑" panose="020B0503020204020204" pitchFamily="34" charset="-122"/>
                <a:ea typeface="微软雅黑" panose="020B0503020204020204" pitchFamily="34" charset="-122"/>
              </a:rPr>
              <a:t>的 三个</a:t>
            </a:r>
            <a:r>
              <a:rPr lang="en-US" altLang="zh-CN" sz="1600" dirty="0">
                <a:latin typeface="微软雅黑" panose="020B0503020204020204" pitchFamily="34" charset="-122"/>
                <a:ea typeface="微软雅黑" panose="020B0503020204020204" pitchFamily="34" charset="-122"/>
              </a:rPr>
              <a:t>region</a:t>
            </a:r>
            <a:r>
              <a:rPr lang="zh-CN" altLang="en-US" sz="1600" dirty="0">
                <a:latin typeface="微软雅黑" panose="020B0503020204020204" pitchFamily="34" charset="-122"/>
                <a:ea typeface="微软雅黑" panose="020B0503020204020204" pitchFamily="34" charset="-122"/>
              </a:rPr>
              <a:t>形成一个 </a:t>
            </a:r>
            <a:r>
              <a:rPr lang="en-US" altLang="zh-CN" sz="1600" dirty="0">
                <a:latin typeface="微软雅黑" panose="020B0503020204020204" pitchFamily="34" charset="-122"/>
                <a:ea typeface="微软雅黑" panose="020B0503020204020204" pitchFamily="34" charset="-122"/>
              </a:rPr>
              <a:t>Raft group </a:t>
            </a:r>
            <a:r>
              <a:rPr lang="zh-CN" altLang="en-US" sz="1600" dirty="0">
                <a:latin typeface="微软雅黑" panose="020B0503020204020204" pitchFamily="34" charset="-122"/>
                <a:ea typeface="微软雅黑" panose="020B0503020204020204" pitchFamily="34" charset="-122"/>
              </a:rPr>
              <a:t>实现三副本，多实例部署，</a:t>
            </a:r>
            <a:r>
              <a:rPr lang="en-US" altLang="zh-CN" sz="1600" dirty="0">
                <a:latin typeface="微软雅黑" panose="020B0503020204020204" pitchFamily="34" charset="-122"/>
                <a:ea typeface="微软雅黑" panose="020B0503020204020204" pitchFamily="34" charset="-122"/>
              </a:rPr>
              <a:t>Store</a:t>
            </a:r>
            <a:r>
              <a:rPr lang="zh-CN" altLang="en-US" sz="1600" dirty="0">
                <a:latin typeface="微软雅黑" panose="020B0503020204020204" pitchFamily="34" charset="-122"/>
                <a:ea typeface="微软雅黑" panose="020B0503020204020204" pitchFamily="34" charset="-122"/>
              </a:rPr>
              <a:t>实例宕机可以自动迁移 </a:t>
            </a:r>
            <a:r>
              <a:rPr lang="en-US" altLang="zh-CN" sz="1600" dirty="0">
                <a:latin typeface="微软雅黑" panose="020B0503020204020204" pitchFamily="34" charset="-122"/>
                <a:ea typeface="微软雅黑" panose="020B0503020204020204" pitchFamily="34" charset="-122"/>
              </a:rPr>
              <a:t>Region</a:t>
            </a:r>
            <a:r>
              <a:rPr lang="zh-CN" altLang="en-US" sz="1600" dirty="0">
                <a:latin typeface="微软雅黑" panose="020B0503020204020204" pitchFamily="34" charset="-122"/>
                <a:ea typeface="微软雅黑" panose="020B0503020204020204" pitchFamily="34" charset="-122"/>
              </a:rPr>
              <a:t>数据。</a:t>
            </a:r>
          </a:p>
          <a:p>
            <a:pPr marL="285750" indent="-285750">
              <a:buFont typeface="Arial" panose="020B0604020202020204" pitchFamily="34" charset="0"/>
              <a:buChar char="•"/>
            </a:pPr>
            <a:r>
              <a:rPr lang="en-US" altLang="zh-CN" sz="1600" dirty="0" err="1">
                <a:latin typeface="微软雅黑" panose="020B0503020204020204" pitchFamily="34" charset="-122"/>
                <a:ea typeface="微软雅黑" panose="020B0503020204020204" pitchFamily="34" charset="-122"/>
              </a:rPr>
              <a:t>BaikalMeta</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负责元信息管理，包括分区，容量，权限，均衡等，</a:t>
            </a:r>
            <a:r>
              <a:rPr lang="en-US" altLang="zh-CN" sz="1600" dirty="0">
                <a:latin typeface="微软雅黑" panose="020B0503020204020204" pitchFamily="34" charset="-122"/>
                <a:ea typeface="微软雅黑" panose="020B0503020204020204" pitchFamily="34" charset="-122"/>
              </a:rPr>
              <a:t>Raft</a:t>
            </a:r>
            <a:r>
              <a:rPr lang="zh-CN" altLang="en-US" sz="1600" dirty="0">
                <a:latin typeface="微软雅黑" panose="020B0503020204020204" pitchFamily="34" charset="-122"/>
                <a:ea typeface="微软雅黑" panose="020B0503020204020204" pitchFamily="34" charset="-122"/>
              </a:rPr>
              <a:t>保障的</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副本部署，</a:t>
            </a:r>
            <a:r>
              <a:rPr lang="en-US" altLang="zh-CN" sz="1600" dirty="0">
                <a:latin typeface="微软雅黑" panose="020B0503020204020204" pitchFamily="34" charset="-122"/>
                <a:ea typeface="微软雅黑" panose="020B0503020204020204" pitchFamily="34" charset="-122"/>
              </a:rPr>
              <a:t>Meta </a:t>
            </a:r>
            <a:r>
              <a:rPr lang="zh-CN" altLang="en-US" sz="1600" dirty="0">
                <a:latin typeface="微软雅黑" panose="020B0503020204020204" pitchFamily="34" charset="-122"/>
                <a:ea typeface="微软雅黑" panose="020B0503020204020204" pitchFamily="34" charset="-122"/>
              </a:rPr>
              <a:t>宕机只影响数据无法扩容迁移，不影响数据读写。</a:t>
            </a:r>
          </a:p>
          <a:p>
            <a:pPr marL="285750" indent="-285750">
              <a:buFont typeface="Arial" panose="020B0604020202020204" pitchFamily="34" charset="0"/>
              <a:buChar char="•"/>
            </a:pPr>
            <a:r>
              <a:rPr lang="en-US" altLang="zh-CN" sz="1600" dirty="0" err="1">
                <a:latin typeface="微软雅黑" panose="020B0503020204020204" pitchFamily="34" charset="-122"/>
                <a:ea typeface="微软雅黑" panose="020B0503020204020204" pitchFamily="34" charset="-122"/>
              </a:rPr>
              <a:t>BaikalDB</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负责前端</a:t>
            </a:r>
            <a:r>
              <a:rPr lang="en-US" altLang="zh-CN" sz="1600" dirty="0">
                <a:latin typeface="微软雅黑" panose="020B0503020204020204" pitchFamily="34" charset="-122"/>
                <a:ea typeface="微软雅黑" panose="020B0503020204020204" pitchFamily="34" charset="-122"/>
              </a:rPr>
              <a:t>SQL</a:t>
            </a:r>
            <a:r>
              <a:rPr lang="zh-CN" altLang="en-US" sz="1600" dirty="0">
                <a:latin typeface="微软雅黑" panose="020B0503020204020204" pitchFamily="34" charset="-122"/>
                <a:ea typeface="微软雅黑" panose="020B0503020204020204" pitchFamily="34" charset="-122"/>
              </a:rPr>
              <a:t>解析，查询计划生成执行，无状态全同构多实例部署，宕机实例数不超过 </a:t>
            </a:r>
            <a:r>
              <a:rPr lang="en-US" altLang="zh-CN" sz="1600" dirty="0" err="1">
                <a:latin typeface="微软雅黑" panose="020B0503020204020204" pitchFamily="34" charset="-122"/>
                <a:ea typeface="微软雅黑" panose="020B0503020204020204" pitchFamily="34" charset="-122"/>
              </a:rPr>
              <a:t>qps</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承载极限即可。</a:t>
            </a:r>
          </a:p>
        </p:txBody>
      </p:sp>
    </p:spTree>
    <p:extLst>
      <p:ext uri="{BB962C8B-B14F-4D97-AF65-F5344CB8AC3E}">
        <p14:creationId xmlns:p14="http://schemas.microsoft.com/office/powerpoint/2010/main" val="11995879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DCDB</a:t>
            </a:r>
            <a:r>
              <a:rPr lang="zh-CN" altLang="en-US" dirty="0" smtClean="0"/>
              <a:t>项目</a:t>
            </a:r>
            <a:r>
              <a:rPr lang="zh-CN" altLang="en-US" dirty="0"/>
              <a:t>历程</a:t>
            </a:r>
          </a:p>
        </p:txBody>
      </p:sp>
      <p:sp>
        <p:nvSpPr>
          <p:cNvPr id="4" name="灯片编号占位符 3"/>
          <p:cNvSpPr>
            <a:spLocks noGrp="1"/>
          </p:cNvSpPr>
          <p:nvPr>
            <p:ph type="sldNum" sz="quarter" idx="12"/>
          </p:nvPr>
        </p:nvSpPr>
        <p:spPr/>
        <p:txBody>
          <a:bodyPr/>
          <a:lstStyle/>
          <a:p>
            <a:fld id="{5DD3DB80-B894-403A-B48E-6FDC1A72010E}" type="slidenum">
              <a:rPr lang="zh-CN" altLang="en-US" smtClean="0"/>
              <a:pPr/>
              <a:t>9</a:t>
            </a:fld>
            <a:endParaRPr lang="zh-CN" altLang="en-US"/>
          </a:p>
        </p:txBody>
      </p:sp>
      <p:grpSp>
        <p:nvGrpSpPr>
          <p:cNvPr id="5" name="333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103394" y="1790517"/>
            <a:ext cx="9985213" cy="3781291"/>
            <a:chOff x="1103394" y="1790517"/>
            <a:chExt cx="9985213" cy="3781291"/>
          </a:xfrm>
        </p:grpSpPr>
        <p:cxnSp>
          <p:nvCxnSpPr>
            <p:cNvPr id="6" name="直接连接符 5"/>
            <p:cNvCxnSpPr/>
            <p:nvPr/>
          </p:nvCxnSpPr>
          <p:spPr>
            <a:xfrm>
              <a:off x="1103394" y="3640592"/>
              <a:ext cx="9985213" cy="0"/>
            </a:xfrm>
            <a:prstGeom prst="line">
              <a:avLst/>
            </a:prstGeom>
            <a:ln w="19050">
              <a:solidFill>
                <a:schemeClr val="bg1">
                  <a:lumMod val="75000"/>
                </a:schemeClr>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59" name="ïṥḻiďê"/>
            <p:cNvSpPr txBox="1"/>
            <p:nvPr/>
          </p:nvSpPr>
          <p:spPr>
            <a:xfrm>
              <a:off x="2284509" y="2036612"/>
              <a:ext cx="1433750" cy="384139"/>
            </a:xfrm>
            <a:prstGeom prst="rect">
              <a:avLst/>
            </a:prstGeom>
            <a:noFill/>
          </p:spPr>
          <p:txBody>
            <a:bodyPr wrap="none" lIns="90000" tIns="46800" rIns="90000" bIns="46800" anchor="t">
              <a:noAutofit/>
            </a:bodyPr>
            <a:lstStyle/>
            <a:p>
              <a:r>
                <a:rPr lang="zh-CN" altLang="en-US" sz="1600" b="1" dirty="0" smtClean="0"/>
                <a:t>需求分析</a:t>
              </a:r>
              <a:endParaRPr lang="en-US" altLang="zh-CN" sz="1600" b="1" dirty="0" smtClean="0"/>
            </a:p>
          </p:txBody>
        </p:sp>
        <p:sp>
          <p:nvSpPr>
            <p:cNvPr id="57" name="iṧlîḍè"/>
            <p:cNvSpPr txBox="1"/>
            <p:nvPr/>
          </p:nvSpPr>
          <p:spPr>
            <a:xfrm>
              <a:off x="2076411" y="5062060"/>
              <a:ext cx="1061191" cy="367451"/>
            </a:xfrm>
            <a:prstGeom prst="rect">
              <a:avLst/>
            </a:prstGeom>
            <a:noFill/>
          </p:spPr>
          <p:txBody>
            <a:bodyPr wrap="none" lIns="90000" tIns="46800" rIns="90000" bIns="46800" anchor="t">
              <a:noAutofit/>
            </a:bodyPr>
            <a:lstStyle/>
            <a:p>
              <a:pPr algn="r"/>
              <a:r>
                <a:rPr lang="zh-CN" altLang="en-US" sz="1600" b="1" dirty="0" smtClean="0"/>
                <a:t>技术选型</a:t>
              </a:r>
              <a:endParaRPr lang="zh-CN" altLang="en-US" sz="1600" b="1" dirty="0"/>
            </a:p>
          </p:txBody>
        </p:sp>
        <p:sp>
          <p:nvSpPr>
            <p:cNvPr id="55" name="îṥliḍè"/>
            <p:cNvSpPr txBox="1"/>
            <p:nvPr/>
          </p:nvSpPr>
          <p:spPr>
            <a:xfrm>
              <a:off x="5725582" y="2020685"/>
              <a:ext cx="1372277" cy="363349"/>
            </a:xfrm>
            <a:prstGeom prst="rect">
              <a:avLst/>
            </a:prstGeom>
            <a:noFill/>
          </p:spPr>
          <p:txBody>
            <a:bodyPr wrap="none" lIns="90000" tIns="46800" rIns="90000" bIns="46800" anchor="t">
              <a:noAutofit/>
            </a:bodyPr>
            <a:lstStyle/>
            <a:p>
              <a:r>
                <a:rPr lang="en-US" altLang="zh-CN" sz="1600" b="1" dirty="0" smtClean="0"/>
                <a:t>Demo</a:t>
              </a:r>
              <a:r>
                <a:rPr lang="zh-CN" altLang="en-US" sz="1600" b="1" dirty="0" smtClean="0"/>
                <a:t>版发布</a:t>
              </a:r>
              <a:endParaRPr lang="zh-CN" altLang="en-US" sz="1600" b="1" dirty="0"/>
            </a:p>
          </p:txBody>
        </p:sp>
        <p:sp>
          <p:nvSpPr>
            <p:cNvPr id="53" name="ïśļîḓè"/>
            <p:cNvSpPr txBox="1"/>
            <p:nvPr/>
          </p:nvSpPr>
          <p:spPr>
            <a:xfrm>
              <a:off x="5351928" y="4966988"/>
              <a:ext cx="1119697" cy="604820"/>
            </a:xfrm>
            <a:prstGeom prst="rect">
              <a:avLst/>
            </a:prstGeom>
            <a:noFill/>
          </p:spPr>
          <p:txBody>
            <a:bodyPr wrap="none" lIns="90000" tIns="46800" rIns="90000" bIns="46800" anchor="t">
              <a:noAutofit/>
            </a:bodyPr>
            <a:lstStyle/>
            <a:p>
              <a:r>
                <a:rPr lang="zh-CN" altLang="en-US" sz="1600" b="1" dirty="0"/>
                <a:t>开</a:t>
              </a:r>
              <a:r>
                <a:rPr lang="zh-CN" altLang="en-US" sz="1600" b="1" dirty="0" smtClean="0"/>
                <a:t>源版发布</a:t>
              </a:r>
              <a:endParaRPr lang="en-US" altLang="zh-CN" sz="1600" b="1" dirty="0" smtClean="0"/>
            </a:p>
            <a:p>
              <a:r>
                <a:rPr lang="en-US" altLang="zh-CN" sz="1600" b="1" dirty="0" err="1" smtClean="0"/>
                <a:t>BaikalDB</a:t>
              </a:r>
              <a:endParaRPr lang="en-US" altLang="zh-CN" sz="1600" b="1" dirty="0" smtClean="0"/>
            </a:p>
          </p:txBody>
        </p:sp>
        <p:cxnSp>
          <p:nvCxnSpPr>
            <p:cNvPr id="11" name="直接连接符 10"/>
            <p:cNvCxnSpPr/>
            <p:nvPr/>
          </p:nvCxnSpPr>
          <p:spPr>
            <a:xfrm>
              <a:off x="1880097" y="2746147"/>
              <a:ext cx="0" cy="428948"/>
            </a:xfrm>
            <a:prstGeom prst="line">
              <a:avLst/>
            </a:prstGeom>
            <a:ln w="19050" cap="rnd">
              <a:solidFill>
                <a:schemeClr val="accent1"/>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12" name="îṧḷîḋé"/>
            <p:cNvSpPr txBox="1"/>
            <p:nvPr/>
          </p:nvSpPr>
          <p:spPr>
            <a:xfrm>
              <a:off x="1535452" y="3897725"/>
              <a:ext cx="689291" cy="646331"/>
            </a:xfrm>
            <a:prstGeom prst="rect">
              <a:avLst/>
            </a:prstGeom>
            <a:noFill/>
          </p:spPr>
          <p:txBody>
            <a:bodyPr wrap="none" lIns="90000" tIns="46800" rIns="90000" bIns="46800" anchor="ctr">
              <a:normAutofit/>
            </a:bodyPr>
            <a:lstStyle/>
            <a:p>
              <a:pPr algn="ctr" defTabSz="1219170">
                <a:spcBef>
                  <a:spcPct val="0"/>
                </a:spcBef>
                <a:defRPr/>
              </a:pPr>
              <a:r>
                <a:rPr lang="en-US" dirty="0" smtClean="0">
                  <a:solidFill>
                    <a:schemeClr val="accent1"/>
                  </a:solidFill>
                  <a:latin typeface="Impact" panose="020B0806030902050204" pitchFamily="34" charset="0"/>
                </a:rPr>
                <a:t>2018</a:t>
              </a:r>
              <a:endParaRPr lang="en-US" dirty="0">
                <a:solidFill>
                  <a:schemeClr val="accent1"/>
                </a:solidFill>
                <a:latin typeface="Impact" panose="020B0806030902050204" pitchFamily="34" charset="0"/>
              </a:endParaRPr>
            </a:p>
          </p:txBody>
        </p:sp>
        <p:sp>
          <p:nvSpPr>
            <p:cNvPr id="13" name="íṩḻïḍè"/>
            <p:cNvSpPr/>
            <p:nvPr/>
          </p:nvSpPr>
          <p:spPr>
            <a:xfrm>
              <a:off x="1609730" y="3410330"/>
              <a:ext cx="540734" cy="540730"/>
            </a:xfrm>
            <a:prstGeom prst="ellipse">
              <a:avLst/>
            </a:prstGeom>
            <a:solidFill>
              <a:schemeClr val="bg1"/>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bIns="46800" anchor="ctr">
              <a:normAutofit/>
            </a:bodyPr>
            <a:lstStyle/>
            <a:p>
              <a:pPr algn="ctr"/>
              <a:r>
                <a:rPr lang="en-US" altLang="zh-CN" sz="1400" b="1" dirty="0" smtClean="0">
                  <a:solidFill>
                    <a:schemeClr val="accent1"/>
                  </a:solidFill>
                </a:rPr>
                <a:t>Q4</a:t>
              </a:r>
              <a:endParaRPr lang="en-US" sz="1400" b="1" dirty="0">
                <a:solidFill>
                  <a:schemeClr val="accent1"/>
                </a:solidFill>
              </a:endParaRPr>
            </a:p>
          </p:txBody>
        </p:sp>
        <p:cxnSp>
          <p:nvCxnSpPr>
            <p:cNvPr id="14" name="直接连接符 13"/>
            <p:cNvCxnSpPr/>
            <p:nvPr/>
          </p:nvCxnSpPr>
          <p:spPr>
            <a:xfrm flipV="1">
              <a:off x="3566460" y="4181080"/>
              <a:ext cx="0" cy="434813"/>
            </a:xfrm>
            <a:prstGeom prst="line">
              <a:avLst/>
            </a:prstGeom>
            <a:ln w="19050" cap="rnd">
              <a:solidFill>
                <a:schemeClr val="accent2"/>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15" name="î$ḷîḓe"/>
            <p:cNvSpPr/>
            <p:nvPr/>
          </p:nvSpPr>
          <p:spPr>
            <a:xfrm>
              <a:off x="3296093" y="3410330"/>
              <a:ext cx="540734" cy="540730"/>
            </a:xfrm>
            <a:prstGeom prst="ellipse">
              <a:avLst/>
            </a:prstGeom>
            <a:solidFill>
              <a:schemeClr val="bg1"/>
            </a:solidFill>
            <a:ln w="762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bIns="46800" anchor="ctr">
              <a:normAutofit/>
            </a:bodyPr>
            <a:lstStyle/>
            <a:p>
              <a:pPr algn="ctr"/>
              <a:r>
                <a:rPr lang="en-US" altLang="zh-CN" sz="1400" b="1" dirty="0" smtClean="0">
                  <a:solidFill>
                    <a:schemeClr val="accent2"/>
                  </a:solidFill>
                </a:rPr>
                <a:t>Q1</a:t>
              </a:r>
              <a:endParaRPr lang="en-US" sz="1400" b="1" dirty="0">
                <a:solidFill>
                  <a:schemeClr val="accent2"/>
                </a:solidFill>
              </a:endParaRPr>
            </a:p>
          </p:txBody>
        </p:sp>
        <p:sp>
          <p:nvSpPr>
            <p:cNvPr id="16" name="iṩļîďe"/>
            <p:cNvSpPr txBox="1"/>
            <p:nvPr/>
          </p:nvSpPr>
          <p:spPr>
            <a:xfrm>
              <a:off x="3215403" y="2790130"/>
              <a:ext cx="702115" cy="646331"/>
            </a:xfrm>
            <a:prstGeom prst="rect">
              <a:avLst/>
            </a:prstGeom>
            <a:noFill/>
          </p:spPr>
          <p:txBody>
            <a:bodyPr wrap="none" lIns="90000" tIns="46800" rIns="90000" bIns="46800" anchor="ctr">
              <a:normAutofit/>
            </a:bodyPr>
            <a:lstStyle/>
            <a:p>
              <a:pPr algn="ctr" defTabSz="1219170">
                <a:spcBef>
                  <a:spcPct val="0"/>
                </a:spcBef>
                <a:defRPr/>
              </a:pPr>
              <a:r>
                <a:rPr lang="en-US" dirty="0" smtClean="0">
                  <a:solidFill>
                    <a:schemeClr val="accent2"/>
                  </a:solidFill>
                  <a:latin typeface="Impact" panose="020B0806030902050204" pitchFamily="34" charset="0"/>
                </a:rPr>
                <a:t>2019</a:t>
              </a:r>
              <a:endParaRPr lang="en-US" dirty="0">
                <a:solidFill>
                  <a:schemeClr val="accent2"/>
                </a:solidFill>
                <a:latin typeface="Impact" panose="020B0806030902050204" pitchFamily="34" charset="0"/>
              </a:endParaRPr>
            </a:p>
          </p:txBody>
        </p:sp>
        <p:cxnSp>
          <p:nvCxnSpPr>
            <p:cNvPr id="17" name="直接连接符 16"/>
            <p:cNvCxnSpPr/>
            <p:nvPr/>
          </p:nvCxnSpPr>
          <p:spPr>
            <a:xfrm>
              <a:off x="5252823" y="2746147"/>
              <a:ext cx="0" cy="428948"/>
            </a:xfrm>
            <a:prstGeom prst="line">
              <a:avLst/>
            </a:prstGeom>
            <a:ln w="19050" cap="rnd">
              <a:solidFill>
                <a:schemeClr val="accent3"/>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18" name="îṥ1îḑê"/>
            <p:cNvSpPr/>
            <p:nvPr/>
          </p:nvSpPr>
          <p:spPr>
            <a:xfrm>
              <a:off x="4982456" y="3410330"/>
              <a:ext cx="540734" cy="540730"/>
            </a:xfrm>
            <a:prstGeom prst="ellipse">
              <a:avLst/>
            </a:prstGeom>
            <a:solidFill>
              <a:schemeClr val="bg1"/>
            </a:solidFill>
            <a:ln w="762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bIns="46800" anchor="ctr">
              <a:normAutofit/>
            </a:bodyPr>
            <a:lstStyle/>
            <a:p>
              <a:pPr algn="ctr"/>
              <a:r>
                <a:rPr lang="en-US" altLang="zh-CN" sz="1400" b="1" dirty="0" smtClean="0">
                  <a:solidFill>
                    <a:schemeClr val="accent3"/>
                  </a:solidFill>
                </a:rPr>
                <a:t>Q2</a:t>
              </a:r>
              <a:endParaRPr lang="en-US" sz="1400" b="1" dirty="0">
                <a:solidFill>
                  <a:schemeClr val="accent3"/>
                </a:solidFill>
              </a:endParaRPr>
            </a:p>
          </p:txBody>
        </p:sp>
        <p:sp>
          <p:nvSpPr>
            <p:cNvPr id="19" name="iṩļíḍé"/>
            <p:cNvSpPr txBox="1"/>
            <p:nvPr/>
          </p:nvSpPr>
          <p:spPr>
            <a:xfrm>
              <a:off x="4900964" y="3897725"/>
              <a:ext cx="703719" cy="646331"/>
            </a:xfrm>
            <a:prstGeom prst="rect">
              <a:avLst/>
            </a:prstGeom>
            <a:noFill/>
          </p:spPr>
          <p:txBody>
            <a:bodyPr wrap="none" lIns="90000" tIns="46800" rIns="90000" bIns="46800" anchor="ctr">
              <a:normAutofit/>
            </a:bodyPr>
            <a:lstStyle/>
            <a:p>
              <a:pPr algn="ctr" defTabSz="1219170">
                <a:spcBef>
                  <a:spcPct val="0"/>
                </a:spcBef>
                <a:defRPr/>
              </a:pPr>
              <a:r>
                <a:rPr lang="en-US" dirty="0" smtClean="0">
                  <a:solidFill>
                    <a:schemeClr val="accent3"/>
                  </a:solidFill>
                  <a:latin typeface="Impact" panose="020B0806030902050204" pitchFamily="34" charset="0"/>
                </a:rPr>
                <a:t>2019</a:t>
              </a:r>
              <a:endParaRPr lang="en-US" dirty="0">
                <a:solidFill>
                  <a:schemeClr val="accent3"/>
                </a:solidFill>
                <a:latin typeface="Impact" panose="020B0806030902050204" pitchFamily="34" charset="0"/>
              </a:endParaRPr>
            </a:p>
          </p:txBody>
        </p:sp>
        <p:cxnSp>
          <p:nvCxnSpPr>
            <p:cNvPr id="20" name="直接连接符 19"/>
            <p:cNvCxnSpPr/>
            <p:nvPr/>
          </p:nvCxnSpPr>
          <p:spPr>
            <a:xfrm flipV="1">
              <a:off x="6939185" y="4147213"/>
              <a:ext cx="0" cy="468680"/>
            </a:xfrm>
            <a:prstGeom prst="line">
              <a:avLst/>
            </a:prstGeom>
            <a:ln w="19050" cap="rnd">
              <a:solidFill>
                <a:schemeClr val="accent4"/>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21" name="îŝlïḋê"/>
            <p:cNvSpPr/>
            <p:nvPr/>
          </p:nvSpPr>
          <p:spPr>
            <a:xfrm>
              <a:off x="6668818" y="3410330"/>
              <a:ext cx="540734" cy="540730"/>
            </a:xfrm>
            <a:prstGeom prst="ellipse">
              <a:avLst/>
            </a:prstGeom>
            <a:solidFill>
              <a:schemeClr val="bg1"/>
            </a:solidFill>
            <a:ln w="762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bIns="46800" anchor="ctr">
              <a:normAutofit/>
            </a:bodyPr>
            <a:lstStyle/>
            <a:p>
              <a:pPr algn="ctr"/>
              <a:r>
                <a:rPr lang="en-US" altLang="zh-CN" sz="1400" b="1" dirty="0" smtClean="0">
                  <a:solidFill>
                    <a:schemeClr val="accent4"/>
                  </a:solidFill>
                </a:rPr>
                <a:t>Q3</a:t>
              </a:r>
              <a:endParaRPr lang="en-US" sz="1400" b="1" dirty="0">
                <a:solidFill>
                  <a:schemeClr val="accent4"/>
                </a:solidFill>
              </a:endParaRPr>
            </a:p>
          </p:txBody>
        </p:sp>
        <p:sp>
          <p:nvSpPr>
            <p:cNvPr id="22" name="îSḻíďè"/>
            <p:cNvSpPr txBox="1"/>
            <p:nvPr/>
          </p:nvSpPr>
          <p:spPr>
            <a:xfrm>
              <a:off x="6613776" y="2790130"/>
              <a:ext cx="650819" cy="646331"/>
            </a:xfrm>
            <a:prstGeom prst="rect">
              <a:avLst/>
            </a:prstGeom>
            <a:noFill/>
          </p:spPr>
          <p:txBody>
            <a:bodyPr wrap="none" lIns="90000" tIns="46800" rIns="90000" bIns="46800" anchor="ctr">
              <a:normAutofit/>
            </a:bodyPr>
            <a:lstStyle/>
            <a:p>
              <a:pPr algn="ctr" defTabSz="1219170">
                <a:spcBef>
                  <a:spcPct val="0"/>
                </a:spcBef>
                <a:defRPr/>
              </a:pPr>
              <a:r>
                <a:rPr lang="en-US" dirty="0" smtClean="0">
                  <a:solidFill>
                    <a:schemeClr val="accent4"/>
                  </a:solidFill>
                  <a:latin typeface="Impact" panose="020B0806030902050204" pitchFamily="34" charset="0"/>
                </a:rPr>
                <a:t>2019</a:t>
              </a:r>
              <a:endParaRPr lang="en-US" dirty="0">
                <a:solidFill>
                  <a:schemeClr val="accent4"/>
                </a:solidFill>
                <a:latin typeface="Impact" panose="020B0806030902050204" pitchFamily="34" charset="0"/>
              </a:endParaRPr>
            </a:p>
          </p:txBody>
        </p:sp>
        <p:sp>
          <p:nvSpPr>
            <p:cNvPr id="51" name="î$lïdé"/>
            <p:cNvSpPr txBox="1"/>
            <p:nvPr/>
          </p:nvSpPr>
          <p:spPr>
            <a:xfrm>
              <a:off x="9086315" y="2030362"/>
              <a:ext cx="1054932" cy="411510"/>
            </a:xfrm>
            <a:prstGeom prst="rect">
              <a:avLst/>
            </a:prstGeom>
            <a:noFill/>
          </p:spPr>
          <p:txBody>
            <a:bodyPr wrap="none" lIns="90000" tIns="46800" rIns="90000" bIns="46800" anchor="t">
              <a:noAutofit/>
            </a:bodyPr>
            <a:lstStyle/>
            <a:p>
              <a:r>
                <a:rPr lang="zh-CN" altLang="en-US" sz="1600" b="1" dirty="0" smtClean="0"/>
                <a:t>生态工具</a:t>
              </a:r>
              <a:endParaRPr lang="zh-CN" altLang="en-US" sz="1600" b="1" dirty="0"/>
            </a:p>
          </p:txBody>
        </p:sp>
        <p:cxnSp>
          <p:nvCxnSpPr>
            <p:cNvPr id="24" name="直接连接符 23"/>
            <p:cNvCxnSpPr/>
            <p:nvPr/>
          </p:nvCxnSpPr>
          <p:spPr>
            <a:xfrm>
              <a:off x="8625548" y="2746147"/>
              <a:ext cx="0" cy="428948"/>
            </a:xfrm>
            <a:prstGeom prst="line">
              <a:avLst/>
            </a:prstGeom>
            <a:ln w="19050" cap="rnd">
              <a:solidFill>
                <a:schemeClr val="accent5"/>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25" name="îŝḻiḑê"/>
            <p:cNvSpPr/>
            <p:nvPr/>
          </p:nvSpPr>
          <p:spPr>
            <a:xfrm>
              <a:off x="8355181" y="3410330"/>
              <a:ext cx="540734" cy="540730"/>
            </a:xfrm>
            <a:prstGeom prst="ellipse">
              <a:avLst/>
            </a:prstGeom>
            <a:solidFill>
              <a:schemeClr val="bg1"/>
            </a:solidFill>
            <a:ln w="762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bIns="46800" anchor="ctr">
              <a:normAutofit/>
            </a:bodyPr>
            <a:lstStyle/>
            <a:p>
              <a:pPr algn="ctr"/>
              <a:r>
                <a:rPr lang="en-US" altLang="zh-CN" sz="1400" b="1" dirty="0" smtClean="0">
                  <a:solidFill>
                    <a:schemeClr val="accent5"/>
                  </a:solidFill>
                </a:rPr>
                <a:t>Q4</a:t>
              </a:r>
              <a:endParaRPr lang="en-US" sz="1400" b="1" dirty="0">
                <a:solidFill>
                  <a:schemeClr val="accent5"/>
                </a:solidFill>
              </a:endParaRPr>
            </a:p>
          </p:txBody>
        </p:sp>
        <p:sp>
          <p:nvSpPr>
            <p:cNvPr id="26" name="ïṡḷide"/>
            <p:cNvSpPr txBox="1"/>
            <p:nvPr/>
          </p:nvSpPr>
          <p:spPr>
            <a:xfrm>
              <a:off x="8274491" y="3897725"/>
              <a:ext cx="702115" cy="646331"/>
            </a:xfrm>
            <a:prstGeom prst="rect">
              <a:avLst/>
            </a:prstGeom>
            <a:noFill/>
          </p:spPr>
          <p:txBody>
            <a:bodyPr wrap="none" lIns="90000" tIns="46800" rIns="90000" bIns="46800" anchor="ctr">
              <a:normAutofit/>
            </a:bodyPr>
            <a:lstStyle/>
            <a:p>
              <a:pPr algn="ctr" defTabSz="1219170">
                <a:spcBef>
                  <a:spcPct val="0"/>
                </a:spcBef>
                <a:defRPr/>
              </a:pPr>
              <a:r>
                <a:rPr lang="en-US" dirty="0" smtClean="0">
                  <a:solidFill>
                    <a:schemeClr val="accent5"/>
                  </a:solidFill>
                  <a:latin typeface="Impact" panose="020B0806030902050204" pitchFamily="34" charset="0"/>
                </a:rPr>
                <a:t>2019</a:t>
              </a:r>
              <a:endParaRPr lang="en-US" dirty="0">
                <a:solidFill>
                  <a:schemeClr val="accent5"/>
                </a:solidFill>
                <a:latin typeface="Impact" panose="020B0806030902050204" pitchFamily="34" charset="0"/>
              </a:endParaRPr>
            </a:p>
          </p:txBody>
        </p:sp>
        <p:cxnSp>
          <p:nvCxnSpPr>
            <p:cNvPr id="27" name="直接连接符 26"/>
            <p:cNvCxnSpPr/>
            <p:nvPr/>
          </p:nvCxnSpPr>
          <p:spPr>
            <a:xfrm flipV="1">
              <a:off x="10311908" y="4147213"/>
              <a:ext cx="0" cy="468680"/>
            </a:xfrm>
            <a:prstGeom prst="line">
              <a:avLst/>
            </a:prstGeom>
            <a:ln w="19050" cap="rnd">
              <a:solidFill>
                <a:schemeClr val="accent6"/>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28" name="ï$lîdê"/>
            <p:cNvSpPr/>
            <p:nvPr/>
          </p:nvSpPr>
          <p:spPr>
            <a:xfrm>
              <a:off x="10041541" y="3410330"/>
              <a:ext cx="540734" cy="540730"/>
            </a:xfrm>
            <a:prstGeom prst="ellipse">
              <a:avLst/>
            </a:prstGeom>
            <a:solidFill>
              <a:schemeClr val="bg1"/>
            </a:solidFill>
            <a:ln w="762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bIns="46800" anchor="ctr">
              <a:normAutofit/>
            </a:bodyPr>
            <a:lstStyle/>
            <a:p>
              <a:pPr algn="ctr"/>
              <a:r>
                <a:rPr lang="en-US" altLang="zh-CN" sz="1400" b="1" dirty="0" smtClean="0">
                  <a:solidFill>
                    <a:schemeClr val="accent6"/>
                  </a:solidFill>
                </a:rPr>
                <a:t>Q1</a:t>
              </a:r>
              <a:endParaRPr lang="en-US" sz="1400" b="1" dirty="0">
                <a:solidFill>
                  <a:schemeClr val="accent6"/>
                </a:solidFill>
              </a:endParaRPr>
            </a:p>
          </p:txBody>
        </p:sp>
        <p:sp>
          <p:nvSpPr>
            <p:cNvPr id="29" name="iṡļîďè"/>
            <p:cNvSpPr txBox="1"/>
            <p:nvPr/>
          </p:nvSpPr>
          <p:spPr>
            <a:xfrm>
              <a:off x="9967263" y="2790130"/>
              <a:ext cx="689291" cy="646331"/>
            </a:xfrm>
            <a:prstGeom prst="rect">
              <a:avLst/>
            </a:prstGeom>
            <a:noFill/>
            <a:ln>
              <a:noFill/>
            </a:ln>
          </p:spPr>
          <p:txBody>
            <a:bodyPr wrap="none" lIns="90000" tIns="46800" rIns="90000" bIns="46800" anchor="ctr">
              <a:normAutofit/>
            </a:bodyPr>
            <a:lstStyle/>
            <a:p>
              <a:pPr algn="ctr" defTabSz="1219170">
                <a:spcBef>
                  <a:spcPct val="0"/>
                </a:spcBef>
                <a:defRPr/>
              </a:pPr>
              <a:r>
                <a:rPr lang="en-US" dirty="0" smtClean="0">
                  <a:solidFill>
                    <a:schemeClr val="accent6"/>
                  </a:solidFill>
                  <a:latin typeface="Impact" panose="020B0806030902050204" pitchFamily="34" charset="0"/>
                </a:rPr>
                <a:t>2020</a:t>
              </a:r>
              <a:endParaRPr lang="en-US" dirty="0">
                <a:solidFill>
                  <a:schemeClr val="accent6"/>
                </a:solidFill>
                <a:latin typeface="Impact" panose="020B0806030902050204" pitchFamily="34" charset="0"/>
              </a:endParaRPr>
            </a:p>
          </p:txBody>
        </p:sp>
        <p:sp>
          <p:nvSpPr>
            <p:cNvPr id="49" name="îsľïďé"/>
            <p:cNvSpPr txBox="1"/>
            <p:nvPr/>
          </p:nvSpPr>
          <p:spPr>
            <a:xfrm>
              <a:off x="8895915" y="5062060"/>
              <a:ext cx="974744" cy="294590"/>
            </a:xfrm>
            <a:prstGeom prst="rect">
              <a:avLst/>
            </a:prstGeom>
            <a:noFill/>
          </p:spPr>
          <p:txBody>
            <a:bodyPr wrap="none" lIns="90000" tIns="46800" rIns="90000" bIns="46800" anchor="t">
              <a:noAutofit/>
            </a:bodyPr>
            <a:lstStyle/>
            <a:p>
              <a:pPr algn="r"/>
              <a:r>
                <a:rPr lang="zh-CN" altLang="en-US" sz="1600" b="1" dirty="0" smtClean="0"/>
                <a:t>产品化</a:t>
              </a:r>
              <a:endParaRPr lang="en-US" altLang="zh-CN" sz="1600" b="1" dirty="0" smtClean="0"/>
            </a:p>
            <a:p>
              <a:pPr algn="r"/>
              <a:endParaRPr lang="zh-CN" altLang="en-US" sz="1600" b="1" dirty="0"/>
            </a:p>
          </p:txBody>
        </p:sp>
        <p:grpSp>
          <p:nvGrpSpPr>
            <p:cNvPr id="31" name="íśḷiḋé"/>
            <p:cNvGrpSpPr/>
            <p:nvPr/>
          </p:nvGrpSpPr>
          <p:grpSpPr>
            <a:xfrm>
              <a:off x="1475687" y="1790517"/>
              <a:ext cx="808822" cy="808822"/>
              <a:chOff x="957321" y="1131575"/>
              <a:chExt cx="905504" cy="905504"/>
            </a:xfrm>
          </p:grpSpPr>
          <p:sp>
            <p:nvSpPr>
              <p:cNvPr id="47" name="ïṣľïḑé"/>
              <p:cNvSpPr/>
              <p:nvPr/>
            </p:nvSpPr>
            <p:spPr>
              <a:xfrm>
                <a:off x="957321" y="1131575"/>
                <a:ext cx="905504" cy="905504"/>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endParaRPr/>
              </a:p>
            </p:txBody>
          </p:sp>
          <p:sp>
            <p:nvSpPr>
              <p:cNvPr id="48" name="ïṣliḋê"/>
              <p:cNvSpPr/>
              <p:nvPr/>
            </p:nvSpPr>
            <p:spPr bwMode="auto">
              <a:xfrm>
                <a:off x="1190295" y="1407087"/>
                <a:ext cx="439557" cy="354481"/>
              </a:xfrm>
              <a:custGeom>
                <a:avLst/>
                <a:gdLst/>
                <a:ahLst/>
                <a:cxnLst>
                  <a:cxn ang="0">
                    <a:pos x="55" y="27"/>
                  </a:cxn>
                  <a:cxn ang="0">
                    <a:pos x="54" y="27"/>
                  </a:cxn>
                  <a:cxn ang="0">
                    <a:pos x="54" y="27"/>
                  </a:cxn>
                  <a:cxn ang="0">
                    <a:pos x="53" y="27"/>
                  </a:cxn>
                  <a:cxn ang="0">
                    <a:pos x="28" y="6"/>
                  </a:cxn>
                  <a:cxn ang="0">
                    <a:pos x="4" y="27"/>
                  </a:cxn>
                  <a:cxn ang="0">
                    <a:pos x="3" y="27"/>
                  </a:cxn>
                  <a:cxn ang="0">
                    <a:pos x="2" y="27"/>
                  </a:cxn>
                  <a:cxn ang="0">
                    <a:pos x="0" y="24"/>
                  </a:cxn>
                  <a:cxn ang="0">
                    <a:pos x="0" y="23"/>
                  </a:cxn>
                  <a:cxn ang="0">
                    <a:pos x="26" y="1"/>
                  </a:cxn>
                  <a:cxn ang="0">
                    <a:pos x="31" y="1"/>
                  </a:cxn>
                  <a:cxn ang="0">
                    <a:pos x="40" y="8"/>
                  </a:cxn>
                  <a:cxn ang="0">
                    <a:pos x="40" y="1"/>
                  </a:cxn>
                  <a:cxn ang="0">
                    <a:pos x="41" y="0"/>
                  </a:cxn>
                  <a:cxn ang="0">
                    <a:pos x="48" y="0"/>
                  </a:cxn>
                  <a:cxn ang="0">
                    <a:pos x="49" y="1"/>
                  </a:cxn>
                  <a:cxn ang="0">
                    <a:pos x="49" y="16"/>
                  </a:cxn>
                  <a:cxn ang="0">
                    <a:pos x="57" y="23"/>
                  </a:cxn>
                  <a:cxn ang="0">
                    <a:pos x="57" y="24"/>
                  </a:cxn>
                  <a:cxn ang="0">
                    <a:pos x="55" y="27"/>
                  </a:cxn>
                  <a:cxn ang="0">
                    <a:pos x="49" y="44"/>
                  </a:cxn>
                  <a:cxn ang="0">
                    <a:pos x="47" y="46"/>
                  </a:cxn>
                  <a:cxn ang="0">
                    <a:pos x="33" y="46"/>
                  </a:cxn>
                  <a:cxn ang="0">
                    <a:pos x="33" y="32"/>
                  </a:cxn>
                  <a:cxn ang="0">
                    <a:pos x="24" y="32"/>
                  </a:cxn>
                  <a:cxn ang="0">
                    <a:pos x="24" y="46"/>
                  </a:cxn>
                  <a:cxn ang="0">
                    <a:pos x="10" y="46"/>
                  </a:cxn>
                  <a:cxn ang="0">
                    <a:pos x="8" y="44"/>
                  </a:cxn>
                  <a:cxn ang="0">
                    <a:pos x="8" y="27"/>
                  </a:cxn>
                  <a:cxn ang="0">
                    <a:pos x="8" y="26"/>
                  </a:cxn>
                  <a:cxn ang="0">
                    <a:pos x="28" y="9"/>
                  </a:cxn>
                  <a:cxn ang="0">
                    <a:pos x="49" y="26"/>
                  </a:cxn>
                  <a:cxn ang="0">
                    <a:pos x="49" y="27"/>
                  </a:cxn>
                  <a:cxn ang="0">
                    <a:pos x="49" y="44"/>
                  </a:cxn>
                </a:cxnLst>
                <a:rect l="0" t="0" r="r" b="b"/>
                <a:pathLst>
                  <a:path w="57" h="46">
                    <a:moveTo>
                      <a:pt x="55" y="27"/>
                    </a:moveTo>
                    <a:cubicBezTo>
                      <a:pt x="55" y="27"/>
                      <a:pt x="54" y="27"/>
                      <a:pt x="54" y="27"/>
                    </a:cubicBezTo>
                    <a:cubicBezTo>
                      <a:pt x="54" y="27"/>
                      <a:pt x="54" y="27"/>
                      <a:pt x="54" y="27"/>
                    </a:cubicBezTo>
                    <a:cubicBezTo>
                      <a:pt x="54" y="27"/>
                      <a:pt x="53" y="27"/>
                      <a:pt x="53" y="27"/>
                    </a:cubicBezTo>
                    <a:cubicBezTo>
                      <a:pt x="28" y="6"/>
                      <a:pt x="28" y="6"/>
                      <a:pt x="28" y="6"/>
                    </a:cubicBezTo>
                    <a:cubicBezTo>
                      <a:pt x="4" y="27"/>
                      <a:pt x="4" y="27"/>
                      <a:pt x="4" y="27"/>
                    </a:cubicBezTo>
                    <a:cubicBezTo>
                      <a:pt x="4" y="27"/>
                      <a:pt x="3" y="27"/>
                      <a:pt x="3" y="27"/>
                    </a:cubicBezTo>
                    <a:cubicBezTo>
                      <a:pt x="3" y="27"/>
                      <a:pt x="2" y="27"/>
                      <a:pt x="2" y="27"/>
                    </a:cubicBezTo>
                    <a:cubicBezTo>
                      <a:pt x="0" y="24"/>
                      <a:pt x="0" y="24"/>
                      <a:pt x="0" y="24"/>
                    </a:cubicBezTo>
                    <a:cubicBezTo>
                      <a:pt x="0" y="24"/>
                      <a:pt x="0" y="23"/>
                      <a:pt x="0" y="23"/>
                    </a:cubicBezTo>
                    <a:cubicBezTo>
                      <a:pt x="26" y="1"/>
                      <a:pt x="26" y="1"/>
                      <a:pt x="26" y="1"/>
                    </a:cubicBezTo>
                    <a:cubicBezTo>
                      <a:pt x="27" y="0"/>
                      <a:pt x="30" y="0"/>
                      <a:pt x="31" y="1"/>
                    </a:cubicBezTo>
                    <a:cubicBezTo>
                      <a:pt x="40" y="8"/>
                      <a:pt x="40" y="8"/>
                      <a:pt x="40" y="8"/>
                    </a:cubicBezTo>
                    <a:cubicBezTo>
                      <a:pt x="40" y="1"/>
                      <a:pt x="40" y="1"/>
                      <a:pt x="40" y="1"/>
                    </a:cubicBezTo>
                    <a:cubicBezTo>
                      <a:pt x="40" y="1"/>
                      <a:pt x="40" y="0"/>
                      <a:pt x="41" y="0"/>
                    </a:cubicBezTo>
                    <a:cubicBezTo>
                      <a:pt x="48" y="0"/>
                      <a:pt x="48" y="0"/>
                      <a:pt x="48" y="0"/>
                    </a:cubicBezTo>
                    <a:cubicBezTo>
                      <a:pt x="49" y="0"/>
                      <a:pt x="49" y="1"/>
                      <a:pt x="49" y="1"/>
                    </a:cubicBezTo>
                    <a:cubicBezTo>
                      <a:pt x="49" y="16"/>
                      <a:pt x="49" y="16"/>
                      <a:pt x="49" y="16"/>
                    </a:cubicBezTo>
                    <a:cubicBezTo>
                      <a:pt x="57" y="23"/>
                      <a:pt x="57" y="23"/>
                      <a:pt x="57" y="23"/>
                    </a:cubicBezTo>
                    <a:cubicBezTo>
                      <a:pt x="57" y="23"/>
                      <a:pt x="57" y="24"/>
                      <a:pt x="57" y="24"/>
                    </a:cubicBezTo>
                    <a:lnTo>
                      <a:pt x="55" y="27"/>
                    </a:lnTo>
                    <a:close/>
                    <a:moveTo>
                      <a:pt x="49" y="44"/>
                    </a:moveTo>
                    <a:cubicBezTo>
                      <a:pt x="49" y="45"/>
                      <a:pt x="48" y="46"/>
                      <a:pt x="47" y="46"/>
                    </a:cubicBezTo>
                    <a:cubicBezTo>
                      <a:pt x="33" y="46"/>
                      <a:pt x="33" y="46"/>
                      <a:pt x="33" y="46"/>
                    </a:cubicBezTo>
                    <a:cubicBezTo>
                      <a:pt x="33" y="32"/>
                      <a:pt x="33" y="32"/>
                      <a:pt x="33" y="32"/>
                    </a:cubicBezTo>
                    <a:cubicBezTo>
                      <a:pt x="24" y="32"/>
                      <a:pt x="24" y="32"/>
                      <a:pt x="24" y="32"/>
                    </a:cubicBezTo>
                    <a:cubicBezTo>
                      <a:pt x="24" y="46"/>
                      <a:pt x="24" y="46"/>
                      <a:pt x="24" y="46"/>
                    </a:cubicBezTo>
                    <a:cubicBezTo>
                      <a:pt x="10" y="46"/>
                      <a:pt x="10" y="46"/>
                      <a:pt x="10" y="46"/>
                    </a:cubicBezTo>
                    <a:cubicBezTo>
                      <a:pt x="9" y="46"/>
                      <a:pt x="8" y="45"/>
                      <a:pt x="8" y="44"/>
                    </a:cubicBezTo>
                    <a:cubicBezTo>
                      <a:pt x="8" y="27"/>
                      <a:pt x="8" y="27"/>
                      <a:pt x="8" y="27"/>
                    </a:cubicBezTo>
                    <a:cubicBezTo>
                      <a:pt x="8" y="27"/>
                      <a:pt x="8" y="26"/>
                      <a:pt x="8" y="26"/>
                    </a:cubicBezTo>
                    <a:cubicBezTo>
                      <a:pt x="28" y="9"/>
                      <a:pt x="28" y="9"/>
                      <a:pt x="28" y="9"/>
                    </a:cubicBezTo>
                    <a:cubicBezTo>
                      <a:pt x="49" y="26"/>
                      <a:pt x="49" y="26"/>
                      <a:pt x="49" y="26"/>
                    </a:cubicBezTo>
                    <a:cubicBezTo>
                      <a:pt x="49" y="26"/>
                      <a:pt x="49" y="27"/>
                      <a:pt x="49" y="27"/>
                    </a:cubicBezTo>
                    <a:lnTo>
                      <a:pt x="49" y="44"/>
                    </a:lnTo>
                    <a:close/>
                  </a:path>
                </a:pathLst>
              </a:custGeom>
              <a:solidFill>
                <a:schemeClr val="bg1"/>
              </a:solidFill>
              <a:ln w="9525">
                <a:noFill/>
                <a:round/>
                <a:headEnd/>
                <a:tailEnd/>
              </a:ln>
            </p:spPr>
            <p:txBody>
              <a:bodyPr anchor="ctr"/>
              <a:lstStyle/>
              <a:p>
                <a:pPr algn="ctr"/>
                <a:endParaRPr/>
              </a:p>
            </p:txBody>
          </p:sp>
        </p:grpSp>
        <p:grpSp>
          <p:nvGrpSpPr>
            <p:cNvPr id="32" name="íSľîďé"/>
            <p:cNvGrpSpPr/>
            <p:nvPr/>
          </p:nvGrpSpPr>
          <p:grpSpPr>
            <a:xfrm>
              <a:off x="3162050" y="4761148"/>
              <a:ext cx="808822" cy="808822"/>
              <a:chOff x="2222093" y="3487327"/>
              <a:chExt cx="905504" cy="905504"/>
            </a:xfrm>
          </p:grpSpPr>
          <p:sp>
            <p:nvSpPr>
              <p:cNvPr id="45" name="íṣḻiḍé"/>
              <p:cNvSpPr/>
              <p:nvPr/>
            </p:nvSpPr>
            <p:spPr>
              <a:xfrm>
                <a:off x="2222093" y="3487327"/>
                <a:ext cx="905504" cy="905504"/>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2"/>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endParaRPr/>
              </a:p>
            </p:txBody>
          </p:sp>
          <p:sp>
            <p:nvSpPr>
              <p:cNvPr id="46" name="ïşḷîḍé"/>
              <p:cNvSpPr/>
              <p:nvPr/>
            </p:nvSpPr>
            <p:spPr bwMode="auto">
              <a:xfrm>
                <a:off x="2457767" y="3726147"/>
                <a:ext cx="434156" cy="427865"/>
              </a:xfrm>
              <a:custGeom>
                <a:avLst/>
                <a:gdLst/>
                <a:ahLst/>
                <a:cxnLst>
                  <a:cxn ang="0">
                    <a:pos x="59" y="63"/>
                  </a:cxn>
                  <a:cxn ang="0">
                    <a:pos x="55" y="61"/>
                  </a:cxn>
                  <a:cxn ang="0">
                    <a:pos x="42" y="48"/>
                  </a:cxn>
                  <a:cxn ang="0">
                    <a:pos x="27" y="53"/>
                  </a:cxn>
                  <a:cxn ang="0">
                    <a:pos x="0" y="26"/>
                  </a:cxn>
                  <a:cxn ang="0">
                    <a:pos x="27" y="0"/>
                  </a:cxn>
                  <a:cxn ang="0">
                    <a:pos x="54" y="26"/>
                  </a:cxn>
                  <a:cxn ang="0">
                    <a:pos x="49" y="41"/>
                  </a:cxn>
                  <a:cxn ang="0">
                    <a:pos x="62" y="54"/>
                  </a:cxn>
                  <a:cxn ang="0">
                    <a:pos x="64" y="58"/>
                  </a:cxn>
                  <a:cxn ang="0">
                    <a:pos x="59" y="63"/>
                  </a:cxn>
                  <a:cxn ang="0">
                    <a:pos x="27" y="9"/>
                  </a:cxn>
                  <a:cxn ang="0">
                    <a:pos x="10" y="26"/>
                  </a:cxn>
                  <a:cxn ang="0">
                    <a:pos x="27" y="43"/>
                  </a:cxn>
                  <a:cxn ang="0">
                    <a:pos x="44" y="26"/>
                  </a:cxn>
                  <a:cxn ang="0">
                    <a:pos x="27" y="9"/>
                  </a:cxn>
                </a:cxnLst>
                <a:rect l="0" t="0" r="r" b="b"/>
                <a:pathLst>
                  <a:path w="64" h="63">
                    <a:moveTo>
                      <a:pt x="59" y="63"/>
                    </a:moveTo>
                    <a:cubicBezTo>
                      <a:pt x="57" y="63"/>
                      <a:pt x="56" y="62"/>
                      <a:pt x="55" y="61"/>
                    </a:cubicBezTo>
                    <a:cubicBezTo>
                      <a:pt x="42" y="48"/>
                      <a:pt x="42" y="48"/>
                      <a:pt x="42" y="48"/>
                    </a:cubicBezTo>
                    <a:cubicBezTo>
                      <a:pt x="38" y="51"/>
                      <a:pt x="33" y="53"/>
                      <a:pt x="27" y="53"/>
                    </a:cubicBezTo>
                    <a:cubicBezTo>
                      <a:pt x="12" y="53"/>
                      <a:pt x="0" y="41"/>
                      <a:pt x="0" y="26"/>
                    </a:cubicBezTo>
                    <a:cubicBezTo>
                      <a:pt x="0" y="12"/>
                      <a:pt x="12" y="0"/>
                      <a:pt x="27" y="0"/>
                    </a:cubicBezTo>
                    <a:cubicBezTo>
                      <a:pt x="42" y="0"/>
                      <a:pt x="54" y="12"/>
                      <a:pt x="54" y="26"/>
                    </a:cubicBezTo>
                    <a:cubicBezTo>
                      <a:pt x="54" y="32"/>
                      <a:pt x="52" y="37"/>
                      <a:pt x="49" y="41"/>
                    </a:cubicBezTo>
                    <a:cubicBezTo>
                      <a:pt x="62" y="54"/>
                      <a:pt x="62" y="54"/>
                      <a:pt x="62" y="54"/>
                    </a:cubicBezTo>
                    <a:cubicBezTo>
                      <a:pt x="63" y="55"/>
                      <a:pt x="64" y="57"/>
                      <a:pt x="64" y="58"/>
                    </a:cubicBezTo>
                    <a:cubicBezTo>
                      <a:pt x="64" y="61"/>
                      <a:pt x="61" y="63"/>
                      <a:pt x="59" y="63"/>
                    </a:cubicBezTo>
                    <a:close/>
                    <a:moveTo>
                      <a:pt x="27" y="9"/>
                    </a:moveTo>
                    <a:cubicBezTo>
                      <a:pt x="18" y="9"/>
                      <a:pt x="10" y="17"/>
                      <a:pt x="10" y="26"/>
                    </a:cubicBezTo>
                    <a:cubicBezTo>
                      <a:pt x="10" y="36"/>
                      <a:pt x="18" y="43"/>
                      <a:pt x="27" y="43"/>
                    </a:cubicBezTo>
                    <a:cubicBezTo>
                      <a:pt x="37" y="43"/>
                      <a:pt x="44" y="36"/>
                      <a:pt x="44" y="26"/>
                    </a:cubicBezTo>
                    <a:cubicBezTo>
                      <a:pt x="44" y="17"/>
                      <a:pt x="37" y="9"/>
                      <a:pt x="27" y="9"/>
                    </a:cubicBezTo>
                    <a:close/>
                  </a:path>
                </a:pathLst>
              </a:custGeom>
              <a:solidFill>
                <a:schemeClr val="bg1"/>
              </a:solidFill>
              <a:ln w="9525">
                <a:noFill/>
                <a:round/>
                <a:headEnd/>
                <a:tailEnd/>
              </a:ln>
            </p:spPr>
            <p:txBody>
              <a:bodyPr anchor="ctr"/>
              <a:lstStyle/>
              <a:p>
                <a:pPr algn="ctr"/>
                <a:endParaRPr/>
              </a:p>
            </p:txBody>
          </p:sp>
        </p:grpSp>
        <p:grpSp>
          <p:nvGrpSpPr>
            <p:cNvPr id="33" name="îṣľiḋe"/>
            <p:cNvGrpSpPr/>
            <p:nvPr/>
          </p:nvGrpSpPr>
          <p:grpSpPr>
            <a:xfrm>
              <a:off x="4848412" y="1792086"/>
              <a:ext cx="808822" cy="808822"/>
              <a:chOff x="3486865" y="1132752"/>
              <a:chExt cx="905504" cy="905504"/>
            </a:xfrm>
          </p:grpSpPr>
          <p:sp>
            <p:nvSpPr>
              <p:cNvPr id="43" name="íšľiḍê"/>
              <p:cNvSpPr/>
              <p:nvPr/>
            </p:nvSpPr>
            <p:spPr>
              <a:xfrm>
                <a:off x="3486865" y="1132752"/>
                <a:ext cx="905504" cy="905504"/>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endParaRPr/>
              </a:p>
            </p:txBody>
          </p:sp>
          <p:sp>
            <p:nvSpPr>
              <p:cNvPr id="44" name="ísḷïďè"/>
              <p:cNvSpPr/>
              <p:nvPr/>
            </p:nvSpPr>
            <p:spPr bwMode="auto">
              <a:xfrm>
                <a:off x="3721031" y="1421565"/>
                <a:ext cx="437172" cy="327879"/>
              </a:xfrm>
              <a:custGeom>
                <a:avLst/>
                <a:gdLst/>
                <a:ahLst/>
                <a:cxnLst>
                  <a:cxn ang="0">
                    <a:pos x="168" y="126"/>
                  </a:cxn>
                  <a:cxn ang="0">
                    <a:pos x="0" y="126"/>
                  </a:cxn>
                  <a:cxn ang="0">
                    <a:pos x="0" y="0"/>
                  </a:cxn>
                  <a:cxn ang="0">
                    <a:pos x="10" y="0"/>
                  </a:cxn>
                  <a:cxn ang="0">
                    <a:pos x="10" y="115"/>
                  </a:cxn>
                  <a:cxn ang="0">
                    <a:pos x="168" y="115"/>
                  </a:cxn>
                  <a:cxn ang="0">
                    <a:pos x="168" y="126"/>
                  </a:cxn>
                  <a:cxn ang="0">
                    <a:pos x="54" y="104"/>
                  </a:cxn>
                  <a:cxn ang="0">
                    <a:pos x="32" y="104"/>
                  </a:cxn>
                  <a:cxn ang="0">
                    <a:pos x="32" y="63"/>
                  </a:cxn>
                  <a:cxn ang="0">
                    <a:pos x="54" y="63"/>
                  </a:cxn>
                  <a:cxn ang="0">
                    <a:pos x="54" y="104"/>
                  </a:cxn>
                  <a:cxn ang="0">
                    <a:pos x="84" y="104"/>
                  </a:cxn>
                  <a:cxn ang="0">
                    <a:pos x="64" y="104"/>
                  </a:cxn>
                  <a:cxn ang="0">
                    <a:pos x="64" y="19"/>
                  </a:cxn>
                  <a:cxn ang="0">
                    <a:pos x="84" y="19"/>
                  </a:cxn>
                  <a:cxn ang="0">
                    <a:pos x="84" y="104"/>
                  </a:cxn>
                  <a:cxn ang="0">
                    <a:pos x="116" y="104"/>
                  </a:cxn>
                  <a:cxn ang="0">
                    <a:pos x="95" y="104"/>
                  </a:cxn>
                  <a:cxn ang="0">
                    <a:pos x="95" y="41"/>
                  </a:cxn>
                  <a:cxn ang="0">
                    <a:pos x="116" y="41"/>
                  </a:cxn>
                  <a:cxn ang="0">
                    <a:pos x="116" y="104"/>
                  </a:cxn>
                  <a:cxn ang="0">
                    <a:pos x="147" y="104"/>
                  </a:cxn>
                  <a:cxn ang="0">
                    <a:pos x="127" y="104"/>
                  </a:cxn>
                  <a:cxn ang="0">
                    <a:pos x="127" y="9"/>
                  </a:cxn>
                  <a:cxn ang="0">
                    <a:pos x="147" y="9"/>
                  </a:cxn>
                  <a:cxn ang="0">
                    <a:pos x="147" y="104"/>
                  </a:cxn>
                </a:cxnLst>
                <a:rect l="0" t="0" r="r" b="b"/>
                <a:pathLst>
                  <a:path w="168" h="126">
                    <a:moveTo>
                      <a:pt x="168" y="126"/>
                    </a:moveTo>
                    <a:lnTo>
                      <a:pt x="0" y="126"/>
                    </a:lnTo>
                    <a:lnTo>
                      <a:pt x="0" y="0"/>
                    </a:lnTo>
                    <a:lnTo>
                      <a:pt x="10" y="0"/>
                    </a:lnTo>
                    <a:lnTo>
                      <a:pt x="10" y="115"/>
                    </a:lnTo>
                    <a:lnTo>
                      <a:pt x="168" y="115"/>
                    </a:lnTo>
                    <a:lnTo>
                      <a:pt x="168" y="126"/>
                    </a:lnTo>
                    <a:close/>
                    <a:moveTo>
                      <a:pt x="54" y="104"/>
                    </a:moveTo>
                    <a:lnTo>
                      <a:pt x="32" y="104"/>
                    </a:lnTo>
                    <a:lnTo>
                      <a:pt x="32" y="63"/>
                    </a:lnTo>
                    <a:lnTo>
                      <a:pt x="54" y="63"/>
                    </a:lnTo>
                    <a:lnTo>
                      <a:pt x="54" y="104"/>
                    </a:lnTo>
                    <a:close/>
                    <a:moveTo>
                      <a:pt x="84" y="104"/>
                    </a:moveTo>
                    <a:lnTo>
                      <a:pt x="64" y="104"/>
                    </a:lnTo>
                    <a:lnTo>
                      <a:pt x="64" y="19"/>
                    </a:lnTo>
                    <a:lnTo>
                      <a:pt x="84" y="19"/>
                    </a:lnTo>
                    <a:lnTo>
                      <a:pt x="84" y="104"/>
                    </a:lnTo>
                    <a:close/>
                    <a:moveTo>
                      <a:pt x="116" y="104"/>
                    </a:moveTo>
                    <a:lnTo>
                      <a:pt x="95" y="104"/>
                    </a:lnTo>
                    <a:lnTo>
                      <a:pt x="95" y="41"/>
                    </a:lnTo>
                    <a:lnTo>
                      <a:pt x="116" y="41"/>
                    </a:lnTo>
                    <a:lnTo>
                      <a:pt x="116" y="104"/>
                    </a:lnTo>
                    <a:close/>
                    <a:moveTo>
                      <a:pt x="147" y="104"/>
                    </a:moveTo>
                    <a:lnTo>
                      <a:pt x="127" y="104"/>
                    </a:lnTo>
                    <a:lnTo>
                      <a:pt x="127" y="9"/>
                    </a:lnTo>
                    <a:lnTo>
                      <a:pt x="147" y="9"/>
                    </a:lnTo>
                    <a:lnTo>
                      <a:pt x="147" y="104"/>
                    </a:lnTo>
                    <a:close/>
                  </a:path>
                </a:pathLst>
              </a:custGeom>
              <a:solidFill>
                <a:schemeClr val="bg2"/>
              </a:solidFill>
              <a:ln w="9525">
                <a:noFill/>
                <a:round/>
                <a:headEnd/>
                <a:tailEnd/>
              </a:ln>
            </p:spPr>
            <p:txBody>
              <a:bodyPr anchor="ctr"/>
              <a:lstStyle/>
              <a:p>
                <a:pPr algn="ctr"/>
                <a:endParaRPr/>
              </a:p>
            </p:txBody>
          </p:sp>
        </p:grpSp>
        <p:grpSp>
          <p:nvGrpSpPr>
            <p:cNvPr id="34" name="íṥḻïḋé"/>
            <p:cNvGrpSpPr/>
            <p:nvPr/>
          </p:nvGrpSpPr>
          <p:grpSpPr>
            <a:xfrm>
              <a:off x="6534775" y="4762986"/>
              <a:ext cx="808822" cy="808822"/>
              <a:chOff x="4751637" y="3488705"/>
              <a:chExt cx="905504" cy="905504"/>
            </a:xfrm>
          </p:grpSpPr>
          <p:sp>
            <p:nvSpPr>
              <p:cNvPr id="41" name="íśḻiďè"/>
              <p:cNvSpPr/>
              <p:nvPr/>
            </p:nvSpPr>
            <p:spPr>
              <a:xfrm>
                <a:off x="4751637" y="3488705"/>
                <a:ext cx="905504" cy="905504"/>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4"/>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endParaRPr/>
              </a:p>
            </p:txBody>
          </p:sp>
          <p:sp>
            <p:nvSpPr>
              <p:cNvPr id="42" name="iṩḻîḑè"/>
              <p:cNvSpPr/>
              <p:nvPr/>
            </p:nvSpPr>
            <p:spPr bwMode="auto">
              <a:xfrm>
                <a:off x="5026751" y="3763819"/>
                <a:ext cx="355277" cy="355277"/>
              </a:xfrm>
              <a:custGeom>
                <a:avLst/>
                <a:gdLst/>
                <a:ahLst/>
                <a:cxnLst>
                  <a:cxn ang="0">
                    <a:pos x="55" y="31"/>
                  </a:cxn>
                  <a:cxn ang="0">
                    <a:pos x="54" y="33"/>
                  </a:cxn>
                  <a:cxn ang="0">
                    <a:pos x="47" y="34"/>
                  </a:cxn>
                  <a:cxn ang="0">
                    <a:pos x="46" y="37"/>
                  </a:cxn>
                  <a:cxn ang="0">
                    <a:pos x="49" y="42"/>
                  </a:cxn>
                  <a:cxn ang="0">
                    <a:pos x="50" y="43"/>
                  </a:cxn>
                  <a:cxn ang="0">
                    <a:pos x="49" y="44"/>
                  </a:cxn>
                  <a:cxn ang="0">
                    <a:pos x="43" y="50"/>
                  </a:cxn>
                  <a:cxn ang="0">
                    <a:pos x="42" y="50"/>
                  </a:cxn>
                  <a:cxn ang="0">
                    <a:pos x="37" y="46"/>
                  </a:cxn>
                  <a:cxn ang="0">
                    <a:pos x="33" y="47"/>
                  </a:cxn>
                  <a:cxn ang="0">
                    <a:pos x="32" y="54"/>
                  </a:cxn>
                  <a:cxn ang="0">
                    <a:pos x="31" y="55"/>
                  </a:cxn>
                  <a:cxn ang="0">
                    <a:pos x="23" y="55"/>
                  </a:cxn>
                  <a:cxn ang="0">
                    <a:pos x="22" y="54"/>
                  </a:cxn>
                  <a:cxn ang="0">
                    <a:pos x="21" y="47"/>
                  </a:cxn>
                  <a:cxn ang="0">
                    <a:pos x="18" y="46"/>
                  </a:cxn>
                  <a:cxn ang="0">
                    <a:pos x="13" y="50"/>
                  </a:cxn>
                  <a:cxn ang="0">
                    <a:pos x="12" y="50"/>
                  </a:cxn>
                  <a:cxn ang="0">
                    <a:pos x="11" y="50"/>
                  </a:cxn>
                  <a:cxn ang="0">
                    <a:pos x="5" y="44"/>
                  </a:cxn>
                  <a:cxn ang="0">
                    <a:pos x="5" y="43"/>
                  </a:cxn>
                  <a:cxn ang="0">
                    <a:pos x="5" y="42"/>
                  </a:cxn>
                  <a:cxn ang="0">
                    <a:pos x="9" y="37"/>
                  </a:cxn>
                  <a:cxn ang="0">
                    <a:pos x="7" y="33"/>
                  </a:cxn>
                  <a:cxn ang="0">
                    <a:pos x="1" y="33"/>
                  </a:cxn>
                  <a:cxn ang="0">
                    <a:pos x="0" y="31"/>
                  </a:cxn>
                  <a:cxn ang="0">
                    <a:pos x="0" y="23"/>
                  </a:cxn>
                  <a:cxn ang="0">
                    <a:pos x="1" y="22"/>
                  </a:cxn>
                  <a:cxn ang="0">
                    <a:pos x="7" y="21"/>
                  </a:cxn>
                  <a:cxn ang="0">
                    <a:pos x="9" y="18"/>
                  </a:cxn>
                  <a:cxn ang="0">
                    <a:pos x="5" y="13"/>
                  </a:cxn>
                  <a:cxn ang="0">
                    <a:pos x="5" y="12"/>
                  </a:cxn>
                  <a:cxn ang="0">
                    <a:pos x="5" y="11"/>
                  </a:cxn>
                  <a:cxn ang="0">
                    <a:pos x="12" y="5"/>
                  </a:cxn>
                  <a:cxn ang="0">
                    <a:pos x="13" y="5"/>
                  </a:cxn>
                  <a:cxn ang="0">
                    <a:pos x="18" y="9"/>
                  </a:cxn>
                  <a:cxn ang="0">
                    <a:pos x="21" y="8"/>
                  </a:cxn>
                  <a:cxn ang="0">
                    <a:pos x="22" y="1"/>
                  </a:cxn>
                  <a:cxn ang="0">
                    <a:pos x="23" y="0"/>
                  </a:cxn>
                  <a:cxn ang="0">
                    <a:pos x="31" y="0"/>
                  </a:cxn>
                  <a:cxn ang="0">
                    <a:pos x="32" y="1"/>
                  </a:cxn>
                  <a:cxn ang="0">
                    <a:pos x="33" y="8"/>
                  </a:cxn>
                  <a:cxn ang="0">
                    <a:pos x="37" y="9"/>
                  </a:cxn>
                  <a:cxn ang="0">
                    <a:pos x="42" y="5"/>
                  </a:cxn>
                  <a:cxn ang="0">
                    <a:pos x="43" y="5"/>
                  </a:cxn>
                  <a:cxn ang="0">
                    <a:pos x="43" y="5"/>
                  </a:cxn>
                  <a:cxn ang="0">
                    <a:pos x="49" y="11"/>
                  </a:cxn>
                  <a:cxn ang="0">
                    <a:pos x="50" y="12"/>
                  </a:cxn>
                  <a:cxn ang="0">
                    <a:pos x="49" y="13"/>
                  </a:cxn>
                  <a:cxn ang="0">
                    <a:pos x="46" y="18"/>
                  </a:cxn>
                  <a:cxn ang="0">
                    <a:pos x="47" y="21"/>
                  </a:cxn>
                  <a:cxn ang="0">
                    <a:pos x="54" y="22"/>
                  </a:cxn>
                  <a:cxn ang="0">
                    <a:pos x="55" y="23"/>
                  </a:cxn>
                  <a:cxn ang="0">
                    <a:pos x="55" y="31"/>
                  </a:cxn>
                  <a:cxn ang="0">
                    <a:pos x="27" y="18"/>
                  </a:cxn>
                  <a:cxn ang="0">
                    <a:pos x="18" y="27"/>
                  </a:cxn>
                  <a:cxn ang="0">
                    <a:pos x="27" y="36"/>
                  </a:cxn>
                  <a:cxn ang="0">
                    <a:pos x="36" y="27"/>
                  </a:cxn>
                  <a:cxn ang="0">
                    <a:pos x="27" y="18"/>
                  </a:cxn>
                </a:cxnLst>
                <a:rect l="0" t="0" r="r" b="b"/>
                <a:pathLst>
                  <a:path w="55" h="55">
                    <a:moveTo>
                      <a:pt x="55" y="31"/>
                    </a:moveTo>
                    <a:cubicBezTo>
                      <a:pt x="55" y="32"/>
                      <a:pt x="54" y="33"/>
                      <a:pt x="54" y="33"/>
                    </a:cubicBezTo>
                    <a:cubicBezTo>
                      <a:pt x="47" y="34"/>
                      <a:pt x="47" y="34"/>
                      <a:pt x="47" y="34"/>
                    </a:cubicBezTo>
                    <a:cubicBezTo>
                      <a:pt x="47" y="35"/>
                      <a:pt x="46" y="36"/>
                      <a:pt x="46" y="37"/>
                    </a:cubicBezTo>
                    <a:cubicBezTo>
                      <a:pt x="47" y="39"/>
                      <a:pt x="48" y="40"/>
                      <a:pt x="49" y="42"/>
                    </a:cubicBezTo>
                    <a:cubicBezTo>
                      <a:pt x="50" y="42"/>
                      <a:pt x="50" y="42"/>
                      <a:pt x="50" y="43"/>
                    </a:cubicBezTo>
                    <a:cubicBezTo>
                      <a:pt x="50" y="43"/>
                      <a:pt x="50" y="43"/>
                      <a:pt x="49" y="44"/>
                    </a:cubicBezTo>
                    <a:cubicBezTo>
                      <a:pt x="49" y="45"/>
                      <a:pt x="44" y="50"/>
                      <a:pt x="43" y="50"/>
                    </a:cubicBezTo>
                    <a:cubicBezTo>
                      <a:pt x="42" y="50"/>
                      <a:pt x="42" y="50"/>
                      <a:pt x="42" y="50"/>
                    </a:cubicBezTo>
                    <a:cubicBezTo>
                      <a:pt x="37" y="46"/>
                      <a:pt x="37" y="46"/>
                      <a:pt x="37" y="46"/>
                    </a:cubicBezTo>
                    <a:cubicBezTo>
                      <a:pt x="36" y="46"/>
                      <a:pt x="35" y="47"/>
                      <a:pt x="33" y="47"/>
                    </a:cubicBezTo>
                    <a:cubicBezTo>
                      <a:pt x="33" y="49"/>
                      <a:pt x="33" y="52"/>
                      <a:pt x="32" y="54"/>
                    </a:cubicBezTo>
                    <a:cubicBezTo>
                      <a:pt x="32" y="54"/>
                      <a:pt x="32" y="55"/>
                      <a:pt x="31" y="55"/>
                    </a:cubicBezTo>
                    <a:cubicBezTo>
                      <a:pt x="23" y="55"/>
                      <a:pt x="23" y="55"/>
                      <a:pt x="23" y="55"/>
                    </a:cubicBezTo>
                    <a:cubicBezTo>
                      <a:pt x="23" y="55"/>
                      <a:pt x="22" y="54"/>
                      <a:pt x="22" y="54"/>
                    </a:cubicBezTo>
                    <a:cubicBezTo>
                      <a:pt x="21" y="47"/>
                      <a:pt x="21" y="47"/>
                      <a:pt x="21" y="47"/>
                    </a:cubicBezTo>
                    <a:cubicBezTo>
                      <a:pt x="20" y="47"/>
                      <a:pt x="19" y="46"/>
                      <a:pt x="18" y="46"/>
                    </a:cubicBezTo>
                    <a:cubicBezTo>
                      <a:pt x="13" y="50"/>
                      <a:pt x="13" y="50"/>
                      <a:pt x="13" y="50"/>
                    </a:cubicBezTo>
                    <a:cubicBezTo>
                      <a:pt x="12" y="50"/>
                      <a:pt x="12" y="50"/>
                      <a:pt x="12" y="50"/>
                    </a:cubicBezTo>
                    <a:cubicBezTo>
                      <a:pt x="11" y="50"/>
                      <a:pt x="11" y="50"/>
                      <a:pt x="11" y="50"/>
                    </a:cubicBezTo>
                    <a:cubicBezTo>
                      <a:pt x="9" y="48"/>
                      <a:pt x="7" y="46"/>
                      <a:pt x="5" y="44"/>
                    </a:cubicBezTo>
                    <a:cubicBezTo>
                      <a:pt x="5" y="43"/>
                      <a:pt x="5" y="43"/>
                      <a:pt x="5" y="43"/>
                    </a:cubicBezTo>
                    <a:cubicBezTo>
                      <a:pt x="5" y="42"/>
                      <a:pt x="5" y="42"/>
                      <a:pt x="5" y="42"/>
                    </a:cubicBezTo>
                    <a:cubicBezTo>
                      <a:pt x="6" y="40"/>
                      <a:pt x="8" y="39"/>
                      <a:pt x="9" y="37"/>
                    </a:cubicBezTo>
                    <a:cubicBezTo>
                      <a:pt x="8" y="36"/>
                      <a:pt x="8" y="35"/>
                      <a:pt x="7" y="33"/>
                    </a:cubicBezTo>
                    <a:cubicBezTo>
                      <a:pt x="1" y="33"/>
                      <a:pt x="1" y="33"/>
                      <a:pt x="1" y="33"/>
                    </a:cubicBezTo>
                    <a:cubicBezTo>
                      <a:pt x="0" y="32"/>
                      <a:pt x="0" y="32"/>
                      <a:pt x="0" y="31"/>
                    </a:cubicBezTo>
                    <a:cubicBezTo>
                      <a:pt x="0" y="23"/>
                      <a:pt x="0" y="23"/>
                      <a:pt x="0" y="23"/>
                    </a:cubicBezTo>
                    <a:cubicBezTo>
                      <a:pt x="0" y="23"/>
                      <a:pt x="0" y="22"/>
                      <a:pt x="1" y="22"/>
                    </a:cubicBezTo>
                    <a:cubicBezTo>
                      <a:pt x="7" y="21"/>
                      <a:pt x="7" y="21"/>
                      <a:pt x="7" y="21"/>
                    </a:cubicBezTo>
                    <a:cubicBezTo>
                      <a:pt x="8" y="20"/>
                      <a:pt x="8" y="19"/>
                      <a:pt x="9" y="18"/>
                    </a:cubicBezTo>
                    <a:cubicBezTo>
                      <a:pt x="8" y="16"/>
                      <a:pt x="6" y="14"/>
                      <a:pt x="5" y="13"/>
                    </a:cubicBezTo>
                    <a:cubicBezTo>
                      <a:pt x="5" y="13"/>
                      <a:pt x="5" y="12"/>
                      <a:pt x="5" y="12"/>
                    </a:cubicBezTo>
                    <a:cubicBezTo>
                      <a:pt x="5" y="12"/>
                      <a:pt x="5" y="11"/>
                      <a:pt x="5" y="11"/>
                    </a:cubicBezTo>
                    <a:cubicBezTo>
                      <a:pt x="6" y="10"/>
                      <a:pt x="11" y="5"/>
                      <a:pt x="12" y="5"/>
                    </a:cubicBezTo>
                    <a:cubicBezTo>
                      <a:pt x="12" y="5"/>
                      <a:pt x="12" y="5"/>
                      <a:pt x="13" y="5"/>
                    </a:cubicBezTo>
                    <a:cubicBezTo>
                      <a:pt x="18" y="9"/>
                      <a:pt x="18" y="9"/>
                      <a:pt x="18" y="9"/>
                    </a:cubicBezTo>
                    <a:cubicBezTo>
                      <a:pt x="19" y="8"/>
                      <a:pt x="20" y="8"/>
                      <a:pt x="21" y="8"/>
                    </a:cubicBezTo>
                    <a:cubicBezTo>
                      <a:pt x="21" y="5"/>
                      <a:pt x="21" y="3"/>
                      <a:pt x="22" y="1"/>
                    </a:cubicBezTo>
                    <a:cubicBezTo>
                      <a:pt x="22" y="0"/>
                      <a:pt x="23" y="0"/>
                      <a:pt x="23" y="0"/>
                    </a:cubicBezTo>
                    <a:cubicBezTo>
                      <a:pt x="31" y="0"/>
                      <a:pt x="31" y="0"/>
                      <a:pt x="31" y="0"/>
                    </a:cubicBezTo>
                    <a:cubicBezTo>
                      <a:pt x="32" y="0"/>
                      <a:pt x="32" y="0"/>
                      <a:pt x="32" y="1"/>
                    </a:cubicBezTo>
                    <a:cubicBezTo>
                      <a:pt x="33" y="8"/>
                      <a:pt x="33" y="8"/>
                      <a:pt x="33" y="8"/>
                    </a:cubicBezTo>
                    <a:cubicBezTo>
                      <a:pt x="35" y="8"/>
                      <a:pt x="36" y="8"/>
                      <a:pt x="37" y="9"/>
                    </a:cubicBezTo>
                    <a:cubicBezTo>
                      <a:pt x="42" y="5"/>
                      <a:pt x="42" y="5"/>
                      <a:pt x="42" y="5"/>
                    </a:cubicBezTo>
                    <a:cubicBezTo>
                      <a:pt x="42" y="5"/>
                      <a:pt x="42" y="5"/>
                      <a:pt x="43" y="5"/>
                    </a:cubicBezTo>
                    <a:cubicBezTo>
                      <a:pt x="43" y="5"/>
                      <a:pt x="43" y="5"/>
                      <a:pt x="43" y="5"/>
                    </a:cubicBezTo>
                    <a:cubicBezTo>
                      <a:pt x="45" y="7"/>
                      <a:pt x="48" y="9"/>
                      <a:pt x="49" y="11"/>
                    </a:cubicBezTo>
                    <a:cubicBezTo>
                      <a:pt x="50" y="11"/>
                      <a:pt x="50" y="12"/>
                      <a:pt x="50" y="12"/>
                    </a:cubicBezTo>
                    <a:cubicBezTo>
                      <a:pt x="50" y="12"/>
                      <a:pt x="49" y="13"/>
                      <a:pt x="49" y="13"/>
                    </a:cubicBezTo>
                    <a:cubicBezTo>
                      <a:pt x="48" y="14"/>
                      <a:pt x="47" y="16"/>
                      <a:pt x="46" y="18"/>
                    </a:cubicBezTo>
                    <a:cubicBezTo>
                      <a:pt x="46" y="19"/>
                      <a:pt x="47" y="20"/>
                      <a:pt x="47" y="21"/>
                    </a:cubicBezTo>
                    <a:cubicBezTo>
                      <a:pt x="54" y="22"/>
                      <a:pt x="54" y="22"/>
                      <a:pt x="54" y="22"/>
                    </a:cubicBezTo>
                    <a:cubicBezTo>
                      <a:pt x="54" y="22"/>
                      <a:pt x="55" y="23"/>
                      <a:pt x="55" y="23"/>
                    </a:cubicBezTo>
                    <a:lnTo>
                      <a:pt x="55" y="31"/>
                    </a:lnTo>
                    <a:close/>
                    <a:moveTo>
                      <a:pt x="27" y="18"/>
                    </a:moveTo>
                    <a:cubicBezTo>
                      <a:pt x="22" y="18"/>
                      <a:pt x="18" y="22"/>
                      <a:pt x="18" y="27"/>
                    </a:cubicBezTo>
                    <a:cubicBezTo>
                      <a:pt x="18" y="32"/>
                      <a:pt x="22" y="36"/>
                      <a:pt x="27" y="36"/>
                    </a:cubicBezTo>
                    <a:cubicBezTo>
                      <a:pt x="32" y="36"/>
                      <a:pt x="36" y="32"/>
                      <a:pt x="36" y="27"/>
                    </a:cubicBezTo>
                    <a:cubicBezTo>
                      <a:pt x="36" y="22"/>
                      <a:pt x="32" y="18"/>
                      <a:pt x="27" y="18"/>
                    </a:cubicBezTo>
                    <a:close/>
                  </a:path>
                </a:pathLst>
              </a:custGeom>
              <a:solidFill>
                <a:schemeClr val="bg2"/>
              </a:solidFill>
              <a:ln w="9525">
                <a:noFill/>
                <a:round/>
                <a:headEnd/>
                <a:tailEnd/>
              </a:ln>
            </p:spPr>
            <p:txBody>
              <a:bodyPr anchor="ctr"/>
              <a:lstStyle/>
              <a:p>
                <a:pPr algn="ctr"/>
                <a:endParaRPr/>
              </a:p>
            </p:txBody>
          </p:sp>
        </p:grpSp>
        <p:grpSp>
          <p:nvGrpSpPr>
            <p:cNvPr id="35" name="íŝ1íḑê"/>
            <p:cNvGrpSpPr/>
            <p:nvPr/>
          </p:nvGrpSpPr>
          <p:grpSpPr>
            <a:xfrm>
              <a:off x="9907498" y="4762986"/>
              <a:ext cx="808822" cy="808822"/>
              <a:chOff x="7281179" y="3488705"/>
              <a:chExt cx="905504" cy="905504"/>
            </a:xfrm>
          </p:grpSpPr>
          <p:sp>
            <p:nvSpPr>
              <p:cNvPr id="39" name="ïṣļiḓè"/>
              <p:cNvSpPr/>
              <p:nvPr/>
            </p:nvSpPr>
            <p:spPr>
              <a:xfrm>
                <a:off x="7281179" y="3488705"/>
                <a:ext cx="905504" cy="905504"/>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6"/>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endParaRPr/>
              </a:p>
            </p:txBody>
          </p:sp>
          <p:sp>
            <p:nvSpPr>
              <p:cNvPr id="40" name="îślïḑé"/>
              <p:cNvSpPr/>
              <p:nvPr/>
            </p:nvSpPr>
            <p:spPr bwMode="auto">
              <a:xfrm>
                <a:off x="7542869" y="3764890"/>
                <a:ext cx="382124" cy="353134"/>
              </a:xfrm>
              <a:custGeom>
                <a:avLst/>
                <a:gdLst/>
                <a:ahLst/>
                <a:cxnLst>
                  <a:cxn ang="0">
                    <a:pos x="67" y="20"/>
                  </a:cxn>
                  <a:cxn ang="0">
                    <a:pos x="46" y="36"/>
                  </a:cxn>
                  <a:cxn ang="0">
                    <a:pos x="42" y="40"/>
                  </a:cxn>
                  <a:cxn ang="0">
                    <a:pos x="39" y="47"/>
                  </a:cxn>
                  <a:cxn ang="0">
                    <a:pos x="44" y="52"/>
                  </a:cxn>
                  <a:cxn ang="0">
                    <a:pos x="52" y="58"/>
                  </a:cxn>
                  <a:cxn ang="0">
                    <a:pos x="52" y="61"/>
                  </a:cxn>
                  <a:cxn ang="0">
                    <a:pos x="51" y="62"/>
                  </a:cxn>
                  <a:cxn ang="0">
                    <a:pos x="17" y="62"/>
                  </a:cxn>
                  <a:cxn ang="0">
                    <a:pos x="16" y="61"/>
                  </a:cxn>
                  <a:cxn ang="0">
                    <a:pos x="16" y="58"/>
                  </a:cxn>
                  <a:cxn ang="0">
                    <a:pos x="24" y="52"/>
                  </a:cxn>
                  <a:cxn ang="0">
                    <a:pos x="29" y="47"/>
                  </a:cxn>
                  <a:cxn ang="0">
                    <a:pos x="26" y="40"/>
                  </a:cxn>
                  <a:cxn ang="0">
                    <a:pos x="22" y="36"/>
                  </a:cxn>
                  <a:cxn ang="0">
                    <a:pos x="0" y="20"/>
                  </a:cxn>
                  <a:cxn ang="0">
                    <a:pos x="0" y="15"/>
                  </a:cxn>
                  <a:cxn ang="0">
                    <a:pos x="4" y="11"/>
                  </a:cxn>
                  <a:cxn ang="0">
                    <a:pos x="16" y="11"/>
                  </a:cxn>
                  <a:cxn ang="0">
                    <a:pos x="16" y="7"/>
                  </a:cxn>
                  <a:cxn ang="0">
                    <a:pos x="22" y="0"/>
                  </a:cxn>
                  <a:cxn ang="0">
                    <a:pos x="45" y="0"/>
                  </a:cxn>
                  <a:cxn ang="0">
                    <a:pos x="52" y="7"/>
                  </a:cxn>
                  <a:cxn ang="0">
                    <a:pos x="52" y="11"/>
                  </a:cxn>
                  <a:cxn ang="0">
                    <a:pos x="63" y="11"/>
                  </a:cxn>
                  <a:cxn ang="0">
                    <a:pos x="67" y="15"/>
                  </a:cxn>
                  <a:cxn ang="0">
                    <a:pos x="67" y="20"/>
                  </a:cxn>
                  <a:cxn ang="0">
                    <a:pos x="16" y="16"/>
                  </a:cxn>
                  <a:cxn ang="0">
                    <a:pos x="6" y="16"/>
                  </a:cxn>
                  <a:cxn ang="0">
                    <a:pos x="6" y="20"/>
                  </a:cxn>
                  <a:cxn ang="0">
                    <a:pos x="19" y="31"/>
                  </a:cxn>
                  <a:cxn ang="0">
                    <a:pos x="16" y="16"/>
                  </a:cxn>
                  <a:cxn ang="0">
                    <a:pos x="62" y="16"/>
                  </a:cxn>
                  <a:cxn ang="0">
                    <a:pos x="52" y="16"/>
                  </a:cxn>
                  <a:cxn ang="0">
                    <a:pos x="49" y="31"/>
                  </a:cxn>
                  <a:cxn ang="0">
                    <a:pos x="62" y="20"/>
                  </a:cxn>
                  <a:cxn ang="0">
                    <a:pos x="62" y="16"/>
                  </a:cxn>
                </a:cxnLst>
                <a:rect l="0" t="0" r="r" b="b"/>
                <a:pathLst>
                  <a:path w="67" h="62">
                    <a:moveTo>
                      <a:pt x="67" y="20"/>
                    </a:moveTo>
                    <a:cubicBezTo>
                      <a:pt x="67" y="27"/>
                      <a:pt x="58" y="36"/>
                      <a:pt x="46" y="36"/>
                    </a:cubicBezTo>
                    <a:cubicBezTo>
                      <a:pt x="44" y="38"/>
                      <a:pt x="42" y="40"/>
                      <a:pt x="42" y="40"/>
                    </a:cubicBezTo>
                    <a:cubicBezTo>
                      <a:pt x="40" y="42"/>
                      <a:pt x="39" y="44"/>
                      <a:pt x="39" y="47"/>
                    </a:cubicBezTo>
                    <a:cubicBezTo>
                      <a:pt x="39" y="49"/>
                      <a:pt x="40" y="52"/>
                      <a:pt x="44" y="52"/>
                    </a:cubicBezTo>
                    <a:cubicBezTo>
                      <a:pt x="48" y="52"/>
                      <a:pt x="52" y="54"/>
                      <a:pt x="52" y="58"/>
                    </a:cubicBezTo>
                    <a:cubicBezTo>
                      <a:pt x="52" y="61"/>
                      <a:pt x="52" y="61"/>
                      <a:pt x="52" y="61"/>
                    </a:cubicBezTo>
                    <a:cubicBezTo>
                      <a:pt x="52" y="62"/>
                      <a:pt x="51" y="62"/>
                      <a:pt x="51" y="62"/>
                    </a:cubicBezTo>
                    <a:cubicBezTo>
                      <a:pt x="17" y="62"/>
                      <a:pt x="17" y="62"/>
                      <a:pt x="17" y="62"/>
                    </a:cubicBezTo>
                    <a:cubicBezTo>
                      <a:pt x="16" y="62"/>
                      <a:pt x="16" y="62"/>
                      <a:pt x="16" y="61"/>
                    </a:cubicBezTo>
                    <a:cubicBezTo>
                      <a:pt x="16" y="58"/>
                      <a:pt x="16" y="58"/>
                      <a:pt x="16" y="58"/>
                    </a:cubicBezTo>
                    <a:cubicBezTo>
                      <a:pt x="16" y="54"/>
                      <a:pt x="20" y="52"/>
                      <a:pt x="24" y="52"/>
                    </a:cubicBezTo>
                    <a:cubicBezTo>
                      <a:pt x="27" y="52"/>
                      <a:pt x="29" y="49"/>
                      <a:pt x="29" y="47"/>
                    </a:cubicBezTo>
                    <a:cubicBezTo>
                      <a:pt x="29" y="44"/>
                      <a:pt x="28" y="42"/>
                      <a:pt x="26" y="40"/>
                    </a:cubicBezTo>
                    <a:cubicBezTo>
                      <a:pt x="25" y="40"/>
                      <a:pt x="24" y="38"/>
                      <a:pt x="22" y="36"/>
                    </a:cubicBezTo>
                    <a:cubicBezTo>
                      <a:pt x="10" y="36"/>
                      <a:pt x="0" y="27"/>
                      <a:pt x="0" y="20"/>
                    </a:cubicBezTo>
                    <a:cubicBezTo>
                      <a:pt x="0" y="15"/>
                      <a:pt x="0" y="15"/>
                      <a:pt x="0" y="15"/>
                    </a:cubicBezTo>
                    <a:cubicBezTo>
                      <a:pt x="0" y="12"/>
                      <a:pt x="2" y="11"/>
                      <a:pt x="4" y="11"/>
                    </a:cubicBezTo>
                    <a:cubicBezTo>
                      <a:pt x="16" y="11"/>
                      <a:pt x="16" y="11"/>
                      <a:pt x="16" y="11"/>
                    </a:cubicBezTo>
                    <a:cubicBezTo>
                      <a:pt x="16" y="7"/>
                      <a:pt x="16" y="7"/>
                      <a:pt x="16" y="7"/>
                    </a:cubicBezTo>
                    <a:cubicBezTo>
                      <a:pt x="16" y="3"/>
                      <a:pt x="19" y="0"/>
                      <a:pt x="22" y="0"/>
                    </a:cubicBezTo>
                    <a:cubicBezTo>
                      <a:pt x="45" y="0"/>
                      <a:pt x="45" y="0"/>
                      <a:pt x="45" y="0"/>
                    </a:cubicBezTo>
                    <a:cubicBezTo>
                      <a:pt x="49" y="0"/>
                      <a:pt x="52" y="3"/>
                      <a:pt x="52" y="7"/>
                    </a:cubicBezTo>
                    <a:cubicBezTo>
                      <a:pt x="52" y="11"/>
                      <a:pt x="52" y="11"/>
                      <a:pt x="52" y="11"/>
                    </a:cubicBezTo>
                    <a:cubicBezTo>
                      <a:pt x="63" y="11"/>
                      <a:pt x="63" y="11"/>
                      <a:pt x="63" y="11"/>
                    </a:cubicBezTo>
                    <a:cubicBezTo>
                      <a:pt x="66" y="11"/>
                      <a:pt x="67" y="12"/>
                      <a:pt x="67" y="15"/>
                    </a:cubicBezTo>
                    <a:lnTo>
                      <a:pt x="67" y="20"/>
                    </a:lnTo>
                    <a:close/>
                    <a:moveTo>
                      <a:pt x="16" y="16"/>
                    </a:moveTo>
                    <a:cubicBezTo>
                      <a:pt x="6" y="16"/>
                      <a:pt x="6" y="16"/>
                      <a:pt x="6" y="16"/>
                    </a:cubicBezTo>
                    <a:cubicBezTo>
                      <a:pt x="6" y="20"/>
                      <a:pt x="6" y="20"/>
                      <a:pt x="6" y="20"/>
                    </a:cubicBezTo>
                    <a:cubicBezTo>
                      <a:pt x="6" y="24"/>
                      <a:pt x="11" y="29"/>
                      <a:pt x="19" y="31"/>
                    </a:cubicBezTo>
                    <a:cubicBezTo>
                      <a:pt x="17" y="27"/>
                      <a:pt x="16" y="22"/>
                      <a:pt x="16" y="16"/>
                    </a:cubicBezTo>
                    <a:close/>
                    <a:moveTo>
                      <a:pt x="62" y="16"/>
                    </a:moveTo>
                    <a:cubicBezTo>
                      <a:pt x="52" y="16"/>
                      <a:pt x="52" y="16"/>
                      <a:pt x="52" y="16"/>
                    </a:cubicBezTo>
                    <a:cubicBezTo>
                      <a:pt x="52" y="22"/>
                      <a:pt x="51" y="27"/>
                      <a:pt x="49" y="31"/>
                    </a:cubicBezTo>
                    <a:cubicBezTo>
                      <a:pt x="57" y="29"/>
                      <a:pt x="62" y="24"/>
                      <a:pt x="62" y="20"/>
                    </a:cubicBezTo>
                    <a:lnTo>
                      <a:pt x="62" y="16"/>
                    </a:lnTo>
                    <a:close/>
                  </a:path>
                </a:pathLst>
              </a:custGeom>
              <a:solidFill>
                <a:schemeClr val="bg2"/>
              </a:solidFill>
              <a:ln w="9525">
                <a:noFill/>
                <a:round/>
                <a:headEnd/>
                <a:tailEnd/>
              </a:ln>
            </p:spPr>
            <p:txBody>
              <a:bodyPr anchor="ctr"/>
              <a:lstStyle/>
              <a:p>
                <a:pPr algn="ctr"/>
                <a:endParaRPr/>
              </a:p>
            </p:txBody>
          </p:sp>
        </p:grpSp>
        <p:grpSp>
          <p:nvGrpSpPr>
            <p:cNvPr id="36" name="îṧḷîďê"/>
            <p:cNvGrpSpPr/>
            <p:nvPr/>
          </p:nvGrpSpPr>
          <p:grpSpPr>
            <a:xfrm>
              <a:off x="8221138" y="1792086"/>
              <a:ext cx="808822" cy="808822"/>
              <a:chOff x="6016409" y="1132752"/>
              <a:chExt cx="905504" cy="905504"/>
            </a:xfrm>
          </p:grpSpPr>
          <p:sp>
            <p:nvSpPr>
              <p:cNvPr id="37" name="iṣliḓe"/>
              <p:cNvSpPr/>
              <p:nvPr/>
            </p:nvSpPr>
            <p:spPr>
              <a:xfrm>
                <a:off x="6016409" y="1132752"/>
                <a:ext cx="905504" cy="905504"/>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5"/>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endParaRPr/>
              </a:p>
            </p:txBody>
          </p:sp>
          <p:sp>
            <p:nvSpPr>
              <p:cNvPr id="38" name="iṥḷíḑe"/>
              <p:cNvSpPr/>
              <p:nvPr/>
            </p:nvSpPr>
            <p:spPr bwMode="auto">
              <a:xfrm>
                <a:off x="6256252" y="1386070"/>
                <a:ext cx="425819" cy="398868"/>
              </a:xfrm>
              <a:custGeom>
                <a:avLst/>
                <a:gdLst/>
                <a:ahLst/>
                <a:cxnLst>
                  <a:cxn ang="0">
                    <a:pos x="13" y="39"/>
                  </a:cxn>
                  <a:cxn ang="0">
                    <a:pos x="8" y="39"/>
                  </a:cxn>
                  <a:cxn ang="0">
                    <a:pos x="0" y="33"/>
                  </a:cxn>
                  <a:cxn ang="0">
                    <a:pos x="5" y="19"/>
                  </a:cxn>
                  <a:cxn ang="0">
                    <a:pos x="15" y="22"/>
                  </a:cxn>
                  <a:cxn ang="0">
                    <a:pos x="20" y="21"/>
                  </a:cxn>
                  <a:cxn ang="0">
                    <a:pos x="20" y="24"/>
                  </a:cxn>
                  <a:cxn ang="0">
                    <a:pos x="23" y="34"/>
                  </a:cxn>
                  <a:cxn ang="0">
                    <a:pos x="13" y="39"/>
                  </a:cxn>
                  <a:cxn ang="0">
                    <a:pos x="15" y="19"/>
                  </a:cxn>
                  <a:cxn ang="0">
                    <a:pos x="5" y="9"/>
                  </a:cxn>
                  <a:cxn ang="0">
                    <a:pos x="15" y="0"/>
                  </a:cxn>
                  <a:cxn ang="0">
                    <a:pos x="25" y="9"/>
                  </a:cxn>
                  <a:cxn ang="0">
                    <a:pos x="15" y="19"/>
                  </a:cxn>
                  <a:cxn ang="0">
                    <a:pos x="53" y="68"/>
                  </a:cxn>
                  <a:cxn ang="0">
                    <a:pos x="20" y="68"/>
                  </a:cxn>
                  <a:cxn ang="0">
                    <a:pos x="10" y="58"/>
                  </a:cxn>
                  <a:cxn ang="0">
                    <a:pos x="23" y="36"/>
                  </a:cxn>
                  <a:cxn ang="0">
                    <a:pos x="37" y="41"/>
                  </a:cxn>
                  <a:cxn ang="0">
                    <a:pos x="50" y="36"/>
                  </a:cxn>
                  <a:cxn ang="0">
                    <a:pos x="64" y="58"/>
                  </a:cxn>
                  <a:cxn ang="0">
                    <a:pos x="53" y="68"/>
                  </a:cxn>
                  <a:cxn ang="0">
                    <a:pos x="37" y="39"/>
                  </a:cxn>
                  <a:cxn ang="0">
                    <a:pos x="22" y="24"/>
                  </a:cxn>
                  <a:cxn ang="0">
                    <a:pos x="37" y="9"/>
                  </a:cxn>
                  <a:cxn ang="0">
                    <a:pos x="51" y="24"/>
                  </a:cxn>
                  <a:cxn ang="0">
                    <a:pos x="37" y="39"/>
                  </a:cxn>
                  <a:cxn ang="0">
                    <a:pos x="59" y="19"/>
                  </a:cxn>
                  <a:cxn ang="0">
                    <a:pos x="49" y="9"/>
                  </a:cxn>
                  <a:cxn ang="0">
                    <a:pos x="59" y="0"/>
                  </a:cxn>
                  <a:cxn ang="0">
                    <a:pos x="68" y="9"/>
                  </a:cxn>
                  <a:cxn ang="0">
                    <a:pos x="59" y="19"/>
                  </a:cxn>
                  <a:cxn ang="0">
                    <a:pos x="66" y="39"/>
                  </a:cxn>
                  <a:cxn ang="0">
                    <a:pos x="61" y="39"/>
                  </a:cxn>
                  <a:cxn ang="0">
                    <a:pos x="51" y="34"/>
                  </a:cxn>
                  <a:cxn ang="0">
                    <a:pos x="54" y="24"/>
                  </a:cxn>
                  <a:cxn ang="0">
                    <a:pos x="54" y="21"/>
                  </a:cxn>
                  <a:cxn ang="0">
                    <a:pos x="59" y="22"/>
                  </a:cxn>
                  <a:cxn ang="0">
                    <a:pos x="69" y="19"/>
                  </a:cxn>
                  <a:cxn ang="0">
                    <a:pos x="73" y="33"/>
                  </a:cxn>
                  <a:cxn ang="0">
                    <a:pos x="66" y="39"/>
                  </a:cxn>
                </a:cxnLst>
                <a:rect l="0" t="0" r="r" b="b"/>
                <a:pathLst>
                  <a:path w="73" h="68">
                    <a:moveTo>
                      <a:pt x="13" y="39"/>
                    </a:moveTo>
                    <a:cubicBezTo>
                      <a:pt x="8" y="39"/>
                      <a:pt x="8" y="39"/>
                      <a:pt x="8" y="39"/>
                    </a:cubicBezTo>
                    <a:cubicBezTo>
                      <a:pt x="4" y="39"/>
                      <a:pt x="0" y="37"/>
                      <a:pt x="0" y="33"/>
                    </a:cubicBezTo>
                    <a:cubicBezTo>
                      <a:pt x="0" y="29"/>
                      <a:pt x="0" y="19"/>
                      <a:pt x="5" y="19"/>
                    </a:cubicBezTo>
                    <a:cubicBezTo>
                      <a:pt x="6" y="19"/>
                      <a:pt x="10" y="22"/>
                      <a:pt x="15" y="22"/>
                    </a:cubicBezTo>
                    <a:cubicBezTo>
                      <a:pt x="17" y="22"/>
                      <a:pt x="18" y="22"/>
                      <a:pt x="20" y="21"/>
                    </a:cubicBezTo>
                    <a:cubicBezTo>
                      <a:pt x="20" y="22"/>
                      <a:pt x="20" y="23"/>
                      <a:pt x="20" y="24"/>
                    </a:cubicBezTo>
                    <a:cubicBezTo>
                      <a:pt x="20" y="27"/>
                      <a:pt x="21" y="31"/>
                      <a:pt x="23" y="34"/>
                    </a:cubicBezTo>
                    <a:cubicBezTo>
                      <a:pt x="19" y="34"/>
                      <a:pt x="15" y="36"/>
                      <a:pt x="13" y="39"/>
                    </a:cubicBezTo>
                    <a:close/>
                    <a:moveTo>
                      <a:pt x="15" y="19"/>
                    </a:moveTo>
                    <a:cubicBezTo>
                      <a:pt x="10" y="19"/>
                      <a:pt x="5" y="15"/>
                      <a:pt x="5" y="9"/>
                    </a:cubicBezTo>
                    <a:cubicBezTo>
                      <a:pt x="5" y="4"/>
                      <a:pt x="10" y="0"/>
                      <a:pt x="15" y="0"/>
                    </a:cubicBezTo>
                    <a:cubicBezTo>
                      <a:pt x="20" y="0"/>
                      <a:pt x="25" y="4"/>
                      <a:pt x="25" y="9"/>
                    </a:cubicBezTo>
                    <a:cubicBezTo>
                      <a:pt x="25" y="15"/>
                      <a:pt x="20" y="19"/>
                      <a:pt x="15" y="19"/>
                    </a:cubicBezTo>
                    <a:close/>
                    <a:moveTo>
                      <a:pt x="53" y="68"/>
                    </a:moveTo>
                    <a:cubicBezTo>
                      <a:pt x="20" y="68"/>
                      <a:pt x="20" y="68"/>
                      <a:pt x="20" y="68"/>
                    </a:cubicBezTo>
                    <a:cubicBezTo>
                      <a:pt x="14" y="68"/>
                      <a:pt x="10" y="64"/>
                      <a:pt x="10" y="58"/>
                    </a:cubicBezTo>
                    <a:cubicBezTo>
                      <a:pt x="10" y="49"/>
                      <a:pt x="12" y="36"/>
                      <a:pt x="23" y="36"/>
                    </a:cubicBezTo>
                    <a:cubicBezTo>
                      <a:pt x="25" y="36"/>
                      <a:pt x="29" y="41"/>
                      <a:pt x="37" y="41"/>
                    </a:cubicBezTo>
                    <a:cubicBezTo>
                      <a:pt x="44" y="41"/>
                      <a:pt x="49" y="36"/>
                      <a:pt x="50" y="36"/>
                    </a:cubicBezTo>
                    <a:cubicBezTo>
                      <a:pt x="62" y="36"/>
                      <a:pt x="64" y="49"/>
                      <a:pt x="64" y="58"/>
                    </a:cubicBezTo>
                    <a:cubicBezTo>
                      <a:pt x="64" y="64"/>
                      <a:pt x="60" y="68"/>
                      <a:pt x="53" y="68"/>
                    </a:cubicBezTo>
                    <a:close/>
                    <a:moveTo>
                      <a:pt x="37" y="39"/>
                    </a:moveTo>
                    <a:cubicBezTo>
                      <a:pt x="29" y="39"/>
                      <a:pt x="22" y="32"/>
                      <a:pt x="22" y="24"/>
                    </a:cubicBezTo>
                    <a:cubicBezTo>
                      <a:pt x="22" y="16"/>
                      <a:pt x="29" y="9"/>
                      <a:pt x="37" y="9"/>
                    </a:cubicBezTo>
                    <a:cubicBezTo>
                      <a:pt x="45" y="9"/>
                      <a:pt x="51" y="16"/>
                      <a:pt x="51" y="24"/>
                    </a:cubicBezTo>
                    <a:cubicBezTo>
                      <a:pt x="51" y="32"/>
                      <a:pt x="45" y="39"/>
                      <a:pt x="37" y="39"/>
                    </a:cubicBezTo>
                    <a:close/>
                    <a:moveTo>
                      <a:pt x="59" y="19"/>
                    </a:moveTo>
                    <a:cubicBezTo>
                      <a:pt x="53" y="19"/>
                      <a:pt x="49" y="15"/>
                      <a:pt x="49" y="9"/>
                    </a:cubicBezTo>
                    <a:cubicBezTo>
                      <a:pt x="49" y="4"/>
                      <a:pt x="53" y="0"/>
                      <a:pt x="59" y="0"/>
                    </a:cubicBezTo>
                    <a:cubicBezTo>
                      <a:pt x="64" y="0"/>
                      <a:pt x="68" y="4"/>
                      <a:pt x="68" y="9"/>
                    </a:cubicBezTo>
                    <a:cubicBezTo>
                      <a:pt x="68" y="15"/>
                      <a:pt x="64" y="19"/>
                      <a:pt x="59" y="19"/>
                    </a:cubicBezTo>
                    <a:close/>
                    <a:moveTo>
                      <a:pt x="66" y="39"/>
                    </a:moveTo>
                    <a:cubicBezTo>
                      <a:pt x="61" y="39"/>
                      <a:pt x="61" y="39"/>
                      <a:pt x="61" y="39"/>
                    </a:cubicBezTo>
                    <a:cubicBezTo>
                      <a:pt x="58" y="36"/>
                      <a:pt x="55" y="34"/>
                      <a:pt x="51" y="34"/>
                    </a:cubicBezTo>
                    <a:cubicBezTo>
                      <a:pt x="53" y="31"/>
                      <a:pt x="54" y="27"/>
                      <a:pt x="54" y="24"/>
                    </a:cubicBezTo>
                    <a:cubicBezTo>
                      <a:pt x="54" y="23"/>
                      <a:pt x="54" y="22"/>
                      <a:pt x="54" y="21"/>
                    </a:cubicBezTo>
                    <a:cubicBezTo>
                      <a:pt x="55" y="22"/>
                      <a:pt x="57" y="22"/>
                      <a:pt x="59" y="22"/>
                    </a:cubicBezTo>
                    <a:cubicBezTo>
                      <a:pt x="64" y="22"/>
                      <a:pt x="68" y="19"/>
                      <a:pt x="69" y="19"/>
                    </a:cubicBezTo>
                    <a:cubicBezTo>
                      <a:pt x="73" y="19"/>
                      <a:pt x="73" y="29"/>
                      <a:pt x="73" y="33"/>
                    </a:cubicBezTo>
                    <a:cubicBezTo>
                      <a:pt x="73" y="37"/>
                      <a:pt x="70" y="39"/>
                      <a:pt x="66" y="39"/>
                    </a:cubicBezTo>
                    <a:close/>
                  </a:path>
                </a:pathLst>
              </a:custGeom>
              <a:solidFill>
                <a:schemeClr val="bg2"/>
              </a:solidFill>
              <a:ln w="9525">
                <a:noFill/>
                <a:round/>
                <a:headEnd/>
                <a:tailEnd/>
              </a:ln>
            </p:spPr>
            <p:txBody>
              <a:bodyPr anchor="ctr"/>
              <a:lstStyle/>
              <a:p>
                <a:pPr algn="ctr"/>
                <a:endParaRPr/>
              </a:p>
            </p:txBody>
          </p:sp>
        </p:grpSp>
      </p:grpSp>
    </p:spTree>
    <p:extLst>
      <p:ext uri="{BB962C8B-B14F-4D97-AF65-F5344CB8AC3E}">
        <p14:creationId xmlns:p14="http://schemas.microsoft.com/office/powerpoint/2010/main" val="32060596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从</a:t>
            </a:r>
            <a:r>
              <a:rPr lang="en-US" altLang="zh-CN" dirty="0" smtClean="0"/>
              <a:t>Peter</a:t>
            </a:r>
            <a:r>
              <a:rPr lang="zh-CN" altLang="en-US" dirty="0" smtClean="0"/>
              <a:t>办公室的小白板说起</a:t>
            </a:r>
            <a:r>
              <a:rPr lang="zh-CN" altLang="en-US" dirty="0" smtClean="0"/>
              <a:t>：项目立项</a:t>
            </a:r>
            <a:endParaRPr lang="zh-CN" alt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352" y="1120800"/>
            <a:ext cx="5610225" cy="402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6634" y="1151219"/>
            <a:ext cx="6092014" cy="4731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84190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伟伟一封邮件</a:t>
            </a:r>
            <a:r>
              <a:rPr lang="zh-CN" altLang="en-US" dirty="0"/>
              <a:t>：</a:t>
            </a:r>
            <a:r>
              <a:rPr lang="zh-CN" altLang="en-US" dirty="0" smtClean="0"/>
              <a:t>技术</a:t>
            </a:r>
            <a:r>
              <a:rPr lang="zh-CN" altLang="en-US" dirty="0" smtClean="0"/>
              <a:t>选型</a:t>
            </a:r>
            <a:endParaRPr lang="zh-CN" altLang="en-US"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344" y="908307"/>
            <a:ext cx="11881320" cy="568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470947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一万行的</a:t>
            </a:r>
            <a:r>
              <a:rPr lang="en-US" altLang="zh-CN" dirty="0" smtClean="0"/>
              <a:t>Demo</a:t>
            </a:r>
            <a:r>
              <a:rPr lang="zh-CN" altLang="en-US" dirty="0" smtClean="0"/>
              <a:t>：</a:t>
            </a:r>
            <a:r>
              <a:rPr lang="en-US" altLang="zh-CN" dirty="0" smtClean="0"/>
              <a:t>DCDB V0.1</a:t>
            </a:r>
            <a:r>
              <a:rPr lang="zh-CN" altLang="en-US" dirty="0" smtClean="0"/>
              <a:t>版发布</a:t>
            </a:r>
            <a:endParaRPr lang="zh-CN" altLang="en-US" dirty="0"/>
          </a:p>
        </p:txBody>
      </p:sp>
      <p:graphicFrame>
        <p:nvGraphicFramePr>
          <p:cNvPr id="5" name="图示 4"/>
          <p:cNvGraphicFramePr/>
          <p:nvPr>
            <p:extLst>
              <p:ext uri="{D42A27DB-BD31-4B8C-83A1-F6EECF244321}">
                <p14:modId xmlns:p14="http://schemas.microsoft.com/office/powerpoint/2010/main" val="776544151"/>
              </p:ext>
            </p:extLst>
          </p:nvPr>
        </p:nvGraphicFramePr>
        <p:xfrm>
          <a:off x="224514" y="132905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Picture 2" descr="D:\work2019\01管理\02项目规划\dcdb.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811496" y="2806030"/>
            <a:ext cx="3143250" cy="314325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3"/>
          <p:cNvSpPr txBox="1">
            <a:spLocks noChangeArrowheads="1"/>
          </p:cNvSpPr>
          <p:nvPr/>
        </p:nvSpPr>
        <p:spPr>
          <a:xfrm>
            <a:off x="8728364" y="1484784"/>
            <a:ext cx="3194948" cy="734275"/>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en-US" altLang="zh-CN" sz="1600" b="1" i="1" u="sng" dirty="0" smtClean="0">
                <a:hlinkClick r:id="rId9"/>
              </a:rPr>
              <a:t>http</a:t>
            </a:r>
            <a:r>
              <a:rPr lang="en-US" altLang="zh-CN" sz="1600" b="1" i="1" u="sng" dirty="0">
                <a:hlinkClick r:id="rId9"/>
              </a:rPr>
              <a:t>://git.17usoft.com/newsql/dcdb</a:t>
            </a:r>
            <a:endParaRPr lang="en-US" altLang="zh-CN" sz="1600" b="1" i="1" dirty="0">
              <a:latin typeface="微软雅黑" pitchFamily="34" charset="-122"/>
              <a:ea typeface="微软雅黑" pitchFamily="34" charset="-122"/>
              <a:sym typeface="微软雅黑" pitchFamily="34" charset="-122"/>
            </a:endParaRPr>
          </a:p>
        </p:txBody>
      </p:sp>
    </p:spTree>
    <p:extLst>
      <p:ext uri="{BB962C8B-B14F-4D97-AF65-F5344CB8AC3E}">
        <p14:creationId xmlns:p14="http://schemas.microsoft.com/office/powerpoint/2010/main" val="35474200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3246" y="1052736"/>
            <a:ext cx="5903193" cy="5621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标题 3"/>
          <p:cNvSpPr>
            <a:spLocks noGrp="1"/>
          </p:cNvSpPr>
          <p:nvPr>
            <p:ph type="title"/>
          </p:nvPr>
        </p:nvSpPr>
        <p:spPr/>
        <p:txBody>
          <a:bodyPr/>
          <a:lstStyle/>
          <a:p>
            <a:r>
              <a:rPr lang="zh-CN" altLang="en-US" dirty="0" smtClean="0"/>
              <a:t>第一个</a:t>
            </a:r>
            <a:r>
              <a:rPr lang="en-US" altLang="zh-CN" dirty="0"/>
              <a:t>PR</a:t>
            </a:r>
            <a:r>
              <a:rPr lang="zh-CN" altLang="en-US" dirty="0" smtClean="0"/>
              <a:t>：</a:t>
            </a:r>
            <a:r>
              <a:rPr lang="en-US" altLang="zh-CN" dirty="0" smtClean="0"/>
              <a:t>DCDB</a:t>
            </a:r>
            <a:r>
              <a:rPr lang="zh-CN" altLang="en-US" dirty="0" smtClean="0"/>
              <a:t>开</a:t>
            </a:r>
            <a:r>
              <a:rPr lang="zh-CN" altLang="en-US" dirty="0" smtClean="0"/>
              <a:t>源版</a:t>
            </a:r>
            <a:r>
              <a:rPr lang="en-US" altLang="zh-CN" dirty="0" smtClean="0"/>
              <a:t>V1.0</a:t>
            </a:r>
            <a:r>
              <a:rPr lang="zh-CN" altLang="en-US" dirty="0" smtClean="0"/>
              <a:t>发布</a:t>
            </a:r>
            <a:endParaRPr lang="zh-CN" altLang="en-US" dirty="0"/>
          </a:p>
        </p:txBody>
      </p:sp>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23" y="2996952"/>
            <a:ext cx="6486525"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矩形 7"/>
          <p:cNvSpPr/>
          <p:nvPr/>
        </p:nvSpPr>
        <p:spPr>
          <a:xfrm>
            <a:off x="335360" y="1052736"/>
            <a:ext cx="5472608" cy="584775"/>
          </a:xfrm>
          <a:prstGeom prst="rect">
            <a:avLst/>
          </a:prstGeom>
        </p:spPr>
        <p:txBody>
          <a:bodyPr wrap="square">
            <a:spAutoFit/>
          </a:bodyPr>
          <a:lstStyle/>
          <a:p>
            <a:pPr marL="285750" indent="-285750">
              <a:buFont typeface="Arial" panose="020B0604020202020204" pitchFamily="34" charset="0"/>
              <a:buChar char="•"/>
            </a:pPr>
            <a:r>
              <a:rPr lang="zh-CN" altLang="en-US" sz="1600" dirty="0" smtClean="0">
                <a:latin typeface="微软雅黑" panose="020B0503020204020204" pitchFamily="34" charset="-122"/>
                <a:ea typeface="微软雅黑" panose="020B0503020204020204" pitchFamily="34" charset="-122"/>
              </a:rPr>
              <a:t>第一次</a:t>
            </a:r>
            <a:r>
              <a:rPr lang="en-US" altLang="zh-CN" sz="1600" dirty="0" err="1" smtClean="0">
                <a:latin typeface="微软雅黑" panose="020B0503020204020204" pitchFamily="34" charset="-122"/>
                <a:ea typeface="微软雅黑" panose="020B0503020204020204" pitchFamily="34" charset="-122"/>
              </a:rPr>
              <a:t>pr</a:t>
            </a:r>
            <a:r>
              <a:rPr lang="zh-CN" altLang="en-US" sz="1600" dirty="0" smtClean="0">
                <a:latin typeface="微软雅黑" panose="020B0503020204020204" pitchFamily="34" charset="-122"/>
                <a:ea typeface="微软雅黑" panose="020B0503020204020204" pitchFamily="34" charset="-122"/>
              </a:rPr>
              <a:t>：用时</a:t>
            </a:r>
            <a:r>
              <a:rPr lang="en-US" altLang="zh-CN" sz="1600" b="1" dirty="0" smtClean="0">
                <a:solidFill>
                  <a:srgbClr val="FF0000"/>
                </a:solidFill>
                <a:latin typeface="微软雅黑" panose="020B0503020204020204" pitchFamily="34" charset="-122"/>
                <a:ea typeface="微软雅黑" panose="020B0503020204020204" pitchFamily="34" charset="-122"/>
              </a:rPr>
              <a:t>1</a:t>
            </a:r>
            <a:r>
              <a:rPr lang="zh-CN" altLang="en-US" sz="1600" b="1" dirty="0" smtClean="0">
                <a:solidFill>
                  <a:srgbClr val="FF0000"/>
                </a:solidFill>
                <a:latin typeface="微软雅黑" panose="020B0503020204020204" pitchFamily="34" charset="-122"/>
                <a:ea typeface="微软雅黑" panose="020B0503020204020204" pitchFamily="34" charset="-122"/>
              </a:rPr>
              <a:t>个月</a:t>
            </a:r>
            <a:r>
              <a:rPr lang="zh-CN" altLang="en-US" sz="1600" dirty="0" smtClean="0">
                <a:latin typeface="微软雅黑" panose="020B0503020204020204" pitchFamily="34" charset="-122"/>
                <a:ea typeface="微软雅黑" panose="020B0503020204020204" pitchFamily="34" charset="-122"/>
              </a:rPr>
              <a:t>，</a:t>
            </a:r>
            <a:r>
              <a:rPr lang="en-US" altLang="zh-CN" sz="1600" b="1" dirty="0" smtClean="0">
                <a:solidFill>
                  <a:srgbClr val="FF0000"/>
                </a:solidFill>
                <a:latin typeface="微软雅黑" panose="020B0503020204020204" pitchFamily="34" charset="-122"/>
                <a:ea typeface="微软雅黑" panose="020B0503020204020204" pitchFamily="34" charset="-122"/>
              </a:rPr>
              <a:t>22</a:t>
            </a:r>
            <a:r>
              <a:rPr lang="zh-CN" altLang="en-US" sz="1600" b="1" dirty="0">
                <a:solidFill>
                  <a:srgbClr val="FF0000"/>
                </a:solidFill>
                <a:latin typeface="微软雅黑" panose="020B0503020204020204" pitchFamily="34" charset="-122"/>
                <a:ea typeface="微软雅黑" panose="020B0503020204020204" pitchFamily="34" charset="-122"/>
              </a:rPr>
              <a:t>个</a:t>
            </a:r>
            <a:r>
              <a:rPr lang="zh-CN" altLang="en-US" sz="1600" dirty="0" smtClean="0">
                <a:latin typeface="微软雅黑" panose="020B0503020204020204" pitchFamily="34" charset="-122"/>
                <a:ea typeface="微软雅黑" panose="020B0503020204020204" pitchFamily="34" charset="-122"/>
              </a:rPr>
              <a:t>修改</a:t>
            </a:r>
            <a:r>
              <a:rPr lang="zh-CN" altLang="en-US" sz="1600" dirty="0" smtClean="0">
                <a:latin typeface="微软雅黑" panose="020B0503020204020204" pitchFamily="34" charset="-122"/>
                <a:ea typeface="微软雅黑" panose="020B0503020204020204" pitchFamily="34" charset="-122"/>
              </a:rPr>
              <a:t>意见</a:t>
            </a:r>
            <a:endParaRPr lang="en-US" altLang="zh-CN" sz="1600" dirty="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600" dirty="0" smtClean="0">
                <a:latin typeface="微软雅黑" panose="020B0503020204020204" pitchFamily="34" charset="-122"/>
                <a:ea typeface="微软雅黑" panose="020B0503020204020204" pitchFamily="34" charset="-122"/>
              </a:rPr>
              <a:t>推动百度再次更新代码：间隔</a:t>
            </a:r>
            <a:r>
              <a:rPr lang="en-US" altLang="zh-CN" sz="1600" b="1" dirty="0" smtClean="0">
                <a:solidFill>
                  <a:srgbClr val="FF0000"/>
                </a:solidFill>
                <a:latin typeface="微软雅黑" panose="020B0503020204020204" pitchFamily="34" charset="-122"/>
                <a:ea typeface="微软雅黑" panose="020B0503020204020204" pitchFamily="34" charset="-122"/>
              </a:rPr>
              <a:t>6</a:t>
            </a:r>
            <a:r>
              <a:rPr lang="zh-CN" altLang="en-US" sz="1600" b="1" dirty="0" smtClean="0">
                <a:solidFill>
                  <a:srgbClr val="FF0000"/>
                </a:solidFill>
                <a:latin typeface="微软雅黑" panose="020B0503020204020204" pitchFamily="34" charset="-122"/>
                <a:ea typeface="微软雅黑" panose="020B0503020204020204" pitchFamily="34" charset="-122"/>
              </a:rPr>
              <a:t>个月</a:t>
            </a:r>
            <a:r>
              <a:rPr lang="zh-CN" altLang="en-US" sz="1600" dirty="0" smtClean="0">
                <a:latin typeface="微软雅黑" panose="020B0503020204020204" pitchFamily="34" charset="-122"/>
                <a:ea typeface="微软雅黑" panose="020B0503020204020204" pitchFamily="34" charset="-122"/>
              </a:rPr>
              <a:t>，代码量</a:t>
            </a:r>
            <a:r>
              <a:rPr lang="en-US" altLang="zh-CN" sz="1600" b="1" dirty="0" smtClean="0">
                <a:solidFill>
                  <a:srgbClr val="FF0000"/>
                </a:solidFill>
                <a:latin typeface="微软雅黑" panose="020B0503020204020204" pitchFamily="34" charset="-122"/>
                <a:ea typeface="微软雅黑" panose="020B0503020204020204" pitchFamily="34" charset="-122"/>
              </a:rPr>
              <a:t>2W+</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pic>
        <p:nvPicPr>
          <p:cNvPr id="5127"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928" y="1690907"/>
            <a:ext cx="11868150" cy="463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5691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4"/>
                                        </p:tgtEl>
                                        <p:attrNameLst>
                                          <p:attrName>style.visibility</p:attrName>
                                        </p:attrNameLst>
                                      </p:cBhvr>
                                      <p:to>
                                        <p:strVal val="visible"/>
                                      </p:to>
                                    </p:set>
                                    <p:anim calcmode="lin" valueType="num">
                                      <p:cBhvr additive="base">
                                        <p:cTn id="7" dur="500" fill="hold"/>
                                        <p:tgtEl>
                                          <p:spTgt spid="5124"/>
                                        </p:tgtEl>
                                        <p:attrNameLst>
                                          <p:attrName>ppt_x</p:attrName>
                                        </p:attrNameLst>
                                      </p:cBhvr>
                                      <p:tavLst>
                                        <p:tav tm="0">
                                          <p:val>
                                            <p:strVal val="#ppt_x"/>
                                          </p:val>
                                        </p:tav>
                                        <p:tav tm="100000">
                                          <p:val>
                                            <p:strVal val="#ppt_x"/>
                                          </p:val>
                                        </p:tav>
                                      </p:tavLst>
                                    </p:anim>
                                    <p:anim calcmode="lin" valueType="num">
                                      <p:cBhvr additive="base">
                                        <p:cTn id="8" dur="500" fill="hold"/>
                                        <p:tgtEl>
                                          <p:spTgt spid="51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123"/>
                                        </p:tgtEl>
                                        <p:attrNameLst>
                                          <p:attrName>style.visibility</p:attrName>
                                        </p:attrNameLst>
                                      </p:cBhvr>
                                      <p:to>
                                        <p:strVal val="visible"/>
                                      </p:to>
                                    </p:set>
                                    <p:anim calcmode="lin" valueType="num">
                                      <p:cBhvr additive="base">
                                        <p:cTn id="13" dur="500" fill="hold"/>
                                        <p:tgtEl>
                                          <p:spTgt spid="5123"/>
                                        </p:tgtEl>
                                        <p:attrNameLst>
                                          <p:attrName>ppt_x</p:attrName>
                                        </p:attrNameLst>
                                      </p:cBhvr>
                                      <p:tavLst>
                                        <p:tav tm="0">
                                          <p:val>
                                            <p:strVal val="#ppt_x"/>
                                          </p:val>
                                        </p:tav>
                                        <p:tav tm="100000">
                                          <p:val>
                                            <p:strVal val="#ppt_x"/>
                                          </p:val>
                                        </p:tav>
                                      </p:tavLst>
                                    </p:anim>
                                    <p:anim calcmode="lin" valueType="num">
                                      <p:cBhvr additive="base">
                                        <p:cTn id="14" dur="500" fill="hold"/>
                                        <p:tgtEl>
                                          <p:spTgt spid="512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127"/>
                                        </p:tgtEl>
                                        <p:attrNameLst>
                                          <p:attrName>style.visibility</p:attrName>
                                        </p:attrNameLst>
                                      </p:cBhvr>
                                      <p:to>
                                        <p:strVal val="visible"/>
                                      </p:to>
                                    </p:set>
                                    <p:anim calcmode="lin" valueType="num">
                                      <p:cBhvr additive="base">
                                        <p:cTn id="19" dur="500" fill="hold"/>
                                        <p:tgtEl>
                                          <p:spTgt spid="5127"/>
                                        </p:tgtEl>
                                        <p:attrNameLst>
                                          <p:attrName>ppt_x</p:attrName>
                                        </p:attrNameLst>
                                      </p:cBhvr>
                                      <p:tavLst>
                                        <p:tav tm="0">
                                          <p:val>
                                            <p:strVal val="#ppt_x"/>
                                          </p:val>
                                        </p:tav>
                                        <p:tav tm="100000">
                                          <p:val>
                                            <p:strVal val="#ppt_x"/>
                                          </p:val>
                                        </p:tav>
                                      </p:tavLst>
                                    </p:anim>
                                    <p:anim calcmode="lin" valueType="num">
                                      <p:cBhvr additive="base">
                                        <p:cTn id="20" dur="500" fill="hold"/>
                                        <p:tgtEl>
                                          <p:spTgt spid="51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完善生态工具：</a:t>
            </a:r>
            <a:r>
              <a:rPr lang="zh-CN" altLang="en-US" dirty="0"/>
              <a:t>为产品化</a:t>
            </a:r>
            <a:r>
              <a:rPr lang="zh-CN" altLang="en-US" dirty="0" smtClean="0"/>
              <a:t>做准备</a:t>
            </a:r>
            <a:endParaRPr lang="zh-CN" altLang="en-US" dirty="0"/>
          </a:p>
        </p:txBody>
      </p:sp>
      <p:grpSp>
        <p:nvGrpSpPr>
          <p:cNvPr id="6" name="307258"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199456" y="1127369"/>
            <a:ext cx="9046439" cy="5009662"/>
            <a:chOff x="1566431" y="1127369"/>
            <a:chExt cx="9046439" cy="5009662"/>
          </a:xfrm>
        </p:grpSpPr>
        <p:grpSp>
          <p:nvGrpSpPr>
            <p:cNvPr id="7" name="ïṡļiḋê"/>
            <p:cNvGrpSpPr/>
            <p:nvPr/>
          </p:nvGrpSpPr>
          <p:grpSpPr>
            <a:xfrm>
              <a:off x="3630755" y="1127369"/>
              <a:ext cx="4969400" cy="5009662"/>
              <a:chOff x="3604950" y="1127369"/>
              <a:chExt cx="4969400" cy="5009662"/>
            </a:xfrm>
          </p:grpSpPr>
          <p:sp>
            <p:nvSpPr>
              <p:cNvPr id="14" name="îśľíḓ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D45528CD-D192-4DA6-92B0-EEEC2C9D314C}"/>
                  </a:ext>
                </a:extLst>
              </p:cNvPr>
              <p:cNvSpPr/>
              <p:nvPr/>
            </p:nvSpPr>
            <p:spPr>
              <a:xfrm>
                <a:off x="4065080" y="1543455"/>
                <a:ext cx="3916853" cy="3916853"/>
              </a:xfrm>
              <a:prstGeom prst="ellipse">
                <a:avLst/>
              </a:prstGeom>
              <a:noFill/>
              <a:ln w="19050" cap="rnd">
                <a:solidFill>
                  <a:schemeClr val="bg1">
                    <a:lumMod val="75000"/>
                  </a:schemeClr>
                </a:solidFill>
                <a:prstDash val="sysDot"/>
                <a:round/>
              </a:ln>
            </p:spPr>
            <p:style>
              <a:lnRef idx="2">
                <a:schemeClr val="dk1"/>
              </a:lnRef>
              <a:fillRef idx="1">
                <a:schemeClr val="lt1"/>
              </a:fillRef>
              <a:effectRef idx="0">
                <a:schemeClr val="dk1"/>
              </a:effectRef>
              <a:fontRef idx="minor">
                <a:schemeClr val="dk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a:p>
            </p:txBody>
          </p:sp>
          <p:sp>
            <p:nvSpPr>
              <p:cNvPr id="15" name="iŝḻid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F81A9121-FB57-4CEE-9BF7-0AF035A8A9E3}"/>
                  </a:ext>
                </a:extLst>
              </p:cNvPr>
              <p:cNvSpPr/>
              <p:nvPr/>
            </p:nvSpPr>
            <p:spPr>
              <a:xfrm>
                <a:off x="5917102" y="3479783"/>
                <a:ext cx="2657248" cy="2657248"/>
              </a:xfrm>
              <a:prstGeom prst="ellipse">
                <a:avLst/>
              </a:prstGeom>
              <a:noFill/>
              <a:ln w="19050" cap="rnd">
                <a:solidFill>
                  <a:schemeClr val="bg1">
                    <a:lumMod val="75000"/>
                  </a:schemeClr>
                </a:solidFill>
                <a:prstDash val="sysDot"/>
                <a:round/>
              </a:ln>
            </p:spPr>
            <p:style>
              <a:lnRef idx="2">
                <a:schemeClr val="dk1"/>
              </a:lnRef>
              <a:fillRef idx="1">
                <a:schemeClr val="lt1"/>
              </a:fillRef>
              <a:effectRef idx="0">
                <a:schemeClr val="dk1"/>
              </a:effectRef>
              <a:fontRef idx="minor">
                <a:schemeClr val="dk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a:p>
            </p:txBody>
          </p:sp>
          <p:sp>
            <p:nvSpPr>
              <p:cNvPr id="16" name="i$ḷíḍ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A12CCB49-B3E7-4EF6-AC6C-F67D8BA8AB5C}"/>
                  </a:ext>
                </a:extLst>
              </p:cNvPr>
              <p:cNvSpPr/>
              <p:nvPr/>
            </p:nvSpPr>
            <p:spPr>
              <a:xfrm>
                <a:off x="3604950" y="1127369"/>
                <a:ext cx="1967054" cy="1967054"/>
              </a:xfrm>
              <a:prstGeom prst="ellipse">
                <a:avLst/>
              </a:prstGeom>
              <a:noFill/>
              <a:ln w="19050" cap="rnd">
                <a:solidFill>
                  <a:schemeClr val="bg1">
                    <a:lumMod val="75000"/>
                  </a:schemeClr>
                </a:solidFill>
                <a:prstDash val="sysDot"/>
                <a:round/>
              </a:ln>
            </p:spPr>
            <p:style>
              <a:lnRef idx="2">
                <a:schemeClr val="dk1"/>
              </a:lnRef>
              <a:fillRef idx="1">
                <a:schemeClr val="lt1"/>
              </a:fillRef>
              <a:effectRef idx="0">
                <a:schemeClr val="dk1"/>
              </a:effectRef>
              <a:fontRef idx="minor">
                <a:schemeClr val="dk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a:p>
            </p:txBody>
          </p:sp>
          <p:sp>
            <p:nvSpPr>
              <p:cNvPr id="17" name="iṣḻîḍ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BDC7B4C4-8CC0-4157-B64D-C07B9C3B1513}"/>
                  </a:ext>
                </a:extLst>
              </p:cNvPr>
              <p:cNvSpPr/>
              <p:nvPr/>
            </p:nvSpPr>
            <p:spPr>
              <a:xfrm>
                <a:off x="3902626" y="1559225"/>
                <a:ext cx="1041044" cy="1041043"/>
              </a:xfrm>
              <a:prstGeom prst="ellipse">
                <a:avLst/>
              </a:prstGeom>
              <a:solidFill>
                <a:schemeClr val="accent1"/>
              </a:solidFill>
              <a:ln w="76200" cap="flat" cmpd="sng" algn="ctr">
                <a:noFill/>
                <a:prstDash val="solid"/>
                <a:miter lim="800000"/>
              </a:ln>
              <a:effectLst>
                <a:outerShdw blurRad="38100" dist="38100" dir="2700000" sx="105000" sy="105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solidFill>
                    <a:schemeClr val="lt1"/>
                  </a:solidFill>
                </a:endParaRPr>
              </a:p>
            </p:txBody>
          </p:sp>
          <p:sp>
            <p:nvSpPr>
              <p:cNvPr id="18" name="ï$ḷïď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8BD0E7C5-B325-4FE9-8732-FEC9DA4770D4}"/>
                  </a:ext>
                </a:extLst>
              </p:cNvPr>
              <p:cNvSpPr/>
              <p:nvPr/>
            </p:nvSpPr>
            <p:spPr>
              <a:xfrm>
                <a:off x="6665213" y="1606639"/>
                <a:ext cx="1322873" cy="1322873"/>
              </a:xfrm>
              <a:prstGeom prst="ellipse">
                <a:avLst/>
              </a:prstGeom>
              <a:solidFill>
                <a:schemeClr val="accent1">
                  <a:lumMod val="25000"/>
                  <a:lumOff val="75000"/>
                </a:schemeClr>
              </a:solidFill>
              <a:ln w="76200" cap="flat" cmpd="sng" algn="ctr">
                <a:noFill/>
                <a:prstDash val="solid"/>
                <a:miter lim="800000"/>
              </a:ln>
              <a:effectLst>
                <a:outerShdw blurRad="38100" dist="38100" dir="2700000" sx="105000" sy="105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solidFill>
                    <a:schemeClr val="lt1"/>
                  </a:solidFill>
                </a:endParaRPr>
              </a:p>
            </p:txBody>
          </p:sp>
          <p:sp>
            <p:nvSpPr>
              <p:cNvPr id="19" name="íSlïḍ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3F679A60-84FD-45A9-A216-18A2094EEF37}"/>
                  </a:ext>
                </a:extLst>
              </p:cNvPr>
              <p:cNvSpPr/>
              <p:nvPr/>
            </p:nvSpPr>
            <p:spPr>
              <a:xfrm>
                <a:off x="6161527" y="3742513"/>
                <a:ext cx="1863525" cy="1863525"/>
              </a:xfrm>
              <a:prstGeom prst="ellipse">
                <a:avLst/>
              </a:prstGeom>
              <a:solidFill>
                <a:srgbClr val="00B0F0"/>
              </a:solidFill>
              <a:ln w="76200" cap="flat" cmpd="sng" algn="ctr">
                <a:noFill/>
                <a:prstDash val="solid"/>
                <a:miter lim="800000"/>
              </a:ln>
              <a:effectLst>
                <a:outerShdw blurRad="38100" dist="38100" dir="2700000" sx="105000" sy="105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solidFill>
                    <a:schemeClr val="lt1"/>
                  </a:solidFill>
                </a:endParaRPr>
              </a:p>
            </p:txBody>
          </p:sp>
          <p:sp>
            <p:nvSpPr>
              <p:cNvPr id="20" name="îṧlîď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7F0EC431-9D46-479E-B6A6-8B4238B9F855}"/>
                  </a:ext>
                </a:extLst>
              </p:cNvPr>
              <p:cNvSpPr/>
              <p:nvPr/>
            </p:nvSpPr>
            <p:spPr>
              <a:xfrm>
                <a:off x="3643804" y="3587579"/>
                <a:ext cx="1690976" cy="1690977"/>
              </a:xfrm>
              <a:prstGeom prst="ellipse">
                <a:avLst/>
              </a:prstGeom>
              <a:solidFill>
                <a:srgbClr val="FFC000"/>
              </a:solidFill>
              <a:ln w="76200" cap="flat" cmpd="sng" algn="ctr">
                <a:noFill/>
                <a:prstDash val="solid"/>
                <a:miter lim="800000"/>
              </a:ln>
              <a:effectLst>
                <a:outerShdw blurRad="38100" dist="38100" dir="2700000" sx="105000" sy="105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solidFill>
                    <a:schemeClr val="lt1"/>
                  </a:solidFill>
                </a:endParaRPr>
              </a:p>
            </p:txBody>
          </p:sp>
          <p:sp>
            <p:nvSpPr>
              <p:cNvPr id="21" name="íṧḻïd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15B1A23E-A48E-4CA6-9173-426CF9563D54}"/>
                  </a:ext>
                </a:extLst>
              </p:cNvPr>
              <p:cNvSpPr>
                <a:spLocks/>
              </p:cNvSpPr>
              <p:nvPr/>
            </p:nvSpPr>
            <p:spPr>
              <a:xfrm>
                <a:off x="5379233" y="1559225"/>
                <a:ext cx="118001" cy="118001"/>
              </a:xfrm>
              <a:prstGeom prst="ellipse">
                <a:avLst/>
              </a:prstGeom>
              <a:solidFill>
                <a:schemeClr val="accent1"/>
              </a:solidFill>
              <a:ln w="12700">
                <a:solidFill>
                  <a:schemeClr val="bg1"/>
                </a:solidFill>
              </a:ln>
            </p:spPr>
            <p:style>
              <a:lnRef idx="2">
                <a:schemeClr val="dk1"/>
              </a:lnRef>
              <a:fillRef idx="1">
                <a:schemeClr val="lt1"/>
              </a:fillRef>
              <a:effectRef idx="0">
                <a:schemeClr val="dk1"/>
              </a:effectRef>
              <a:fontRef idx="minor">
                <a:schemeClr val="dk1"/>
              </a:fontRef>
            </p:style>
            <p:txBody>
              <a:bodyPr wrap="square" lIns="91440" tIns="45720" rIns="91440" bIns="45720" anchor="ctr">
                <a:normAutofit fontScale="25000" lnSpcReduction="20000"/>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a:p>
            </p:txBody>
          </p:sp>
          <p:sp>
            <p:nvSpPr>
              <p:cNvPr id="22" name="ïšlîḋ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394DA71D-6754-44DC-8598-390A475320A1}"/>
                  </a:ext>
                </a:extLst>
              </p:cNvPr>
              <p:cNvSpPr>
                <a:spLocks/>
              </p:cNvSpPr>
              <p:nvPr/>
            </p:nvSpPr>
            <p:spPr>
              <a:xfrm>
                <a:off x="6017662" y="5401307"/>
                <a:ext cx="118001" cy="118001"/>
              </a:xfrm>
              <a:prstGeom prst="ellipse">
                <a:avLst/>
              </a:prstGeom>
              <a:solidFill>
                <a:schemeClr val="accent1"/>
              </a:solidFill>
              <a:ln w="12700">
                <a:solidFill>
                  <a:schemeClr val="bg1"/>
                </a:solidFill>
              </a:ln>
            </p:spPr>
            <p:style>
              <a:lnRef idx="2">
                <a:schemeClr val="dk1"/>
              </a:lnRef>
              <a:fillRef idx="1">
                <a:schemeClr val="lt1"/>
              </a:fillRef>
              <a:effectRef idx="0">
                <a:schemeClr val="dk1"/>
              </a:effectRef>
              <a:fontRef idx="minor">
                <a:schemeClr val="dk1"/>
              </a:fontRef>
            </p:style>
            <p:txBody>
              <a:bodyPr wrap="square" lIns="91440" tIns="45720" rIns="91440" bIns="45720" anchor="ctr">
                <a:normAutofit fontScale="25000" lnSpcReduction="20000"/>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a:p>
            </p:txBody>
          </p:sp>
          <p:sp>
            <p:nvSpPr>
              <p:cNvPr id="23" name="ïSḻïḍ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4903165D-34B9-48D1-8FC8-542A360AE47A}"/>
                  </a:ext>
                </a:extLst>
              </p:cNvPr>
              <p:cNvSpPr>
                <a:spLocks/>
              </p:cNvSpPr>
              <p:nvPr/>
            </p:nvSpPr>
            <p:spPr>
              <a:xfrm>
                <a:off x="7922931" y="3640826"/>
                <a:ext cx="118001" cy="118001"/>
              </a:xfrm>
              <a:prstGeom prst="ellipse">
                <a:avLst/>
              </a:prstGeom>
              <a:solidFill>
                <a:schemeClr val="accent1"/>
              </a:solidFill>
              <a:ln w="12700">
                <a:solidFill>
                  <a:schemeClr val="bg1"/>
                </a:solidFill>
              </a:ln>
            </p:spPr>
            <p:style>
              <a:lnRef idx="2">
                <a:schemeClr val="dk1"/>
              </a:lnRef>
              <a:fillRef idx="1">
                <a:schemeClr val="lt1"/>
              </a:fillRef>
              <a:effectRef idx="0">
                <a:schemeClr val="dk1"/>
              </a:effectRef>
              <a:fontRef idx="minor">
                <a:schemeClr val="dk1"/>
              </a:fontRef>
            </p:style>
            <p:txBody>
              <a:bodyPr wrap="square" lIns="91440" tIns="45720" rIns="91440" bIns="45720" anchor="ctr">
                <a:normAutofit fontScale="25000" lnSpcReduction="20000"/>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a:p>
            </p:txBody>
          </p:sp>
          <p:sp>
            <p:nvSpPr>
              <p:cNvPr id="24" name="i$ḷîḓ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87C27290-618F-42D9-BB80-94918E9CF8E2}"/>
                  </a:ext>
                </a:extLst>
              </p:cNvPr>
              <p:cNvSpPr/>
              <p:nvPr/>
            </p:nvSpPr>
            <p:spPr>
              <a:xfrm>
                <a:off x="4638833" y="2249419"/>
                <a:ext cx="2444439" cy="2444439"/>
              </a:xfrm>
              <a:prstGeom prst="ellipse">
                <a:avLst/>
              </a:prstGeom>
              <a:solidFill>
                <a:srgbClr val="92D050"/>
              </a:solidFill>
              <a:ln w="76200" cap="flat" cmpd="sng" algn="ctr">
                <a:noFill/>
                <a:prstDash val="solid"/>
                <a:miter lim="800000"/>
              </a:ln>
              <a:effectLst>
                <a:outerShdw blurRad="38100" dist="38100" dir="2700000" sx="105000" sy="105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r>
                  <a:rPr lang="zh-CN" altLang="en-US" dirty="0" smtClean="0"/>
                  <a:t>生态工具</a:t>
                </a:r>
                <a:endParaRPr dirty="0"/>
              </a:p>
            </p:txBody>
          </p:sp>
          <p:sp>
            <p:nvSpPr>
              <p:cNvPr id="25" name="i$ḻiḓé"/>
              <p:cNvSpPr/>
              <p:nvPr/>
            </p:nvSpPr>
            <p:spPr>
              <a:xfrm>
                <a:off x="4273869" y="1878391"/>
                <a:ext cx="298558" cy="402710"/>
              </a:xfrm>
              <a:custGeom>
                <a:avLst/>
                <a:gdLst>
                  <a:gd name="connsiteX0" fmla="*/ 363366 w 449447"/>
                  <a:gd name="connsiteY0" fmla="*/ 179144 h 606236"/>
                  <a:gd name="connsiteX1" fmla="*/ 377720 w 449447"/>
                  <a:gd name="connsiteY1" fmla="*/ 197780 h 606236"/>
                  <a:gd name="connsiteX2" fmla="*/ 376285 w 449447"/>
                  <a:gd name="connsiteY2" fmla="*/ 202081 h 606236"/>
                  <a:gd name="connsiteX3" fmla="*/ 215517 w 449447"/>
                  <a:gd name="connsiteY3" fmla="*/ 424280 h 606236"/>
                  <a:gd name="connsiteX4" fmla="*/ 212646 w 449447"/>
                  <a:gd name="connsiteY4" fmla="*/ 427147 h 606236"/>
                  <a:gd name="connsiteX5" fmla="*/ 211211 w 449447"/>
                  <a:gd name="connsiteY5" fmla="*/ 427147 h 606236"/>
                  <a:gd name="connsiteX6" fmla="*/ 208340 w 449447"/>
                  <a:gd name="connsiteY6" fmla="*/ 425714 h 606236"/>
                  <a:gd name="connsiteX7" fmla="*/ 90635 w 449447"/>
                  <a:gd name="connsiteY7" fmla="*/ 306729 h 606236"/>
                  <a:gd name="connsiteX8" fmla="*/ 126521 w 449447"/>
                  <a:gd name="connsiteY8" fmla="*/ 276625 h 606236"/>
                  <a:gd name="connsiteX9" fmla="*/ 191115 w 449447"/>
                  <a:gd name="connsiteY9" fmla="*/ 326799 h 606236"/>
                  <a:gd name="connsiteX10" fmla="*/ 363366 w 449447"/>
                  <a:gd name="connsiteY10" fmla="*/ 179144 h 606236"/>
                  <a:gd name="connsiteX11" fmla="*/ 224006 w 449447"/>
                  <a:gd name="connsiteY11" fmla="*/ 65927 h 606236"/>
                  <a:gd name="connsiteX12" fmla="*/ 218262 w 449447"/>
                  <a:gd name="connsiteY12" fmla="*/ 70226 h 606236"/>
                  <a:gd name="connsiteX13" fmla="*/ 56001 w 449447"/>
                  <a:gd name="connsiteY13" fmla="*/ 123254 h 606236"/>
                  <a:gd name="connsiteX14" fmla="*/ 48822 w 449447"/>
                  <a:gd name="connsiteY14" fmla="*/ 130420 h 606236"/>
                  <a:gd name="connsiteX15" fmla="*/ 48822 w 449447"/>
                  <a:gd name="connsiteY15" fmla="*/ 365462 h 606236"/>
                  <a:gd name="connsiteX16" fmla="*/ 221134 w 449447"/>
                  <a:gd name="connsiteY16" fmla="*/ 538877 h 606236"/>
                  <a:gd name="connsiteX17" fmla="*/ 224006 w 449447"/>
                  <a:gd name="connsiteY17" fmla="*/ 540310 h 606236"/>
                  <a:gd name="connsiteX18" fmla="*/ 226877 w 449447"/>
                  <a:gd name="connsiteY18" fmla="*/ 538877 h 606236"/>
                  <a:gd name="connsiteX19" fmla="*/ 400625 w 449447"/>
                  <a:gd name="connsiteY19" fmla="*/ 365462 h 606236"/>
                  <a:gd name="connsiteX20" fmla="*/ 400625 w 449447"/>
                  <a:gd name="connsiteY20" fmla="*/ 130420 h 606236"/>
                  <a:gd name="connsiteX21" fmla="*/ 393446 w 449447"/>
                  <a:gd name="connsiteY21" fmla="*/ 123254 h 606236"/>
                  <a:gd name="connsiteX22" fmla="*/ 231185 w 449447"/>
                  <a:gd name="connsiteY22" fmla="*/ 70226 h 606236"/>
                  <a:gd name="connsiteX23" fmla="*/ 224006 w 449447"/>
                  <a:gd name="connsiteY23" fmla="*/ 65927 h 606236"/>
                  <a:gd name="connsiteX24" fmla="*/ 224006 w 449447"/>
                  <a:gd name="connsiteY24" fmla="*/ 0 h 606236"/>
                  <a:gd name="connsiteX25" fmla="*/ 232621 w 449447"/>
                  <a:gd name="connsiteY25" fmla="*/ 5733 h 606236"/>
                  <a:gd name="connsiteX26" fmla="*/ 440831 w 449447"/>
                  <a:gd name="connsiteY26" fmla="*/ 73093 h 606236"/>
                  <a:gd name="connsiteX27" fmla="*/ 449447 w 449447"/>
                  <a:gd name="connsiteY27" fmla="*/ 81692 h 606236"/>
                  <a:gd name="connsiteX28" fmla="*/ 449447 w 449447"/>
                  <a:gd name="connsiteY28" fmla="*/ 384093 h 606236"/>
                  <a:gd name="connsiteX29" fmla="*/ 228313 w 449447"/>
                  <a:gd name="connsiteY29" fmla="*/ 604803 h 606236"/>
                  <a:gd name="connsiteX30" fmla="*/ 224006 w 449447"/>
                  <a:gd name="connsiteY30" fmla="*/ 606236 h 606236"/>
                  <a:gd name="connsiteX31" fmla="*/ 221134 w 449447"/>
                  <a:gd name="connsiteY31" fmla="*/ 604803 h 606236"/>
                  <a:gd name="connsiteX32" fmla="*/ 0 w 449447"/>
                  <a:gd name="connsiteY32" fmla="*/ 384093 h 606236"/>
                  <a:gd name="connsiteX33" fmla="*/ 0 w 449447"/>
                  <a:gd name="connsiteY33" fmla="*/ 81692 h 606236"/>
                  <a:gd name="connsiteX34" fmla="*/ 8616 w 449447"/>
                  <a:gd name="connsiteY34" fmla="*/ 73093 h 606236"/>
                  <a:gd name="connsiteX35" fmla="*/ 216826 w 449447"/>
                  <a:gd name="connsiteY35" fmla="*/ 5733 h 606236"/>
                  <a:gd name="connsiteX36" fmla="*/ 224006 w 449447"/>
                  <a:gd name="connsiteY36" fmla="*/ 0 h 606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49447" h="606236">
                    <a:moveTo>
                      <a:pt x="363366" y="179144"/>
                    </a:moveTo>
                    <a:cubicBezTo>
                      <a:pt x="364801" y="177710"/>
                      <a:pt x="377720" y="197780"/>
                      <a:pt x="377720" y="197780"/>
                    </a:cubicBezTo>
                    <a:cubicBezTo>
                      <a:pt x="377720" y="199213"/>
                      <a:pt x="377720" y="200647"/>
                      <a:pt x="376285" y="202081"/>
                    </a:cubicBezTo>
                    <a:cubicBezTo>
                      <a:pt x="297336" y="275191"/>
                      <a:pt x="234178" y="376973"/>
                      <a:pt x="215517" y="424280"/>
                    </a:cubicBezTo>
                    <a:cubicBezTo>
                      <a:pt x="215517" y="425714"/>
                      <a:pt x="214082" y="427147"/>
                      <a:pt x="212646" y="427147"/>
                    </a:cubicBezTo>
                    <a:cubicBezTo>
                      <a:pt x="211211" y="427147"/>
                      <a:pt x="211211" y="427147"/>
                      <a:pt x="211211" y="427147"/>
                    </a:cubicBezTo>
                    <a:cubicBezTo>
                      <a:pt x="209776" y="427147"/>
                      <a:pt x="208340" y="427147"/>
                      <a:pt x="208340" y="425714"/>
                    </a:cubicBezTo>
                    <a:lnTo>
                      <a:pt x="90635" y="306729"/>
                    </a:lnTo>
                    <a:cubicBezTo>
                      <a:pt x="89200" y="306729"/>
                      <a:pt x="125086" y="275191"/>
                      <a:pt x="126521" y="276625"/>
                    </a:cubicBezTo>
                    <a:lnTo>
                      <a:pt x="191115" y="326799"/>
                    </a:lnTo>
                    <a:cubicBezTo>
                      <a:pt x="216953" y="296695"/>
                      <a:pt x="278676" y="230751"/>
                      <a:pt x="363366" y="179144"/>
                    </a:cubicBezTo>
                    <a:close/>
                    <a:moveTo>
                      <a:pt x="224006" y="65927"/>
                    </a:moveTo>
                    <a:cubicBezTo>
                      <a:pt x="221134" y="65927"/>
                      <a:pt x="219698" y="67360"/>
                      <a:pt x="218262" y="70226"/>
                    </a:cubicBezTo>
                    <a:cubicBezTo>
                      <a:pt x="218262" y="70226"/>
                      <a:pt x="193851" y="123254"/>
                      <a:pt x="56001" y="123254"/>
                    </a:cubicBezTo>
                    <a:cubicBezTo>
                      <a:pt x="51694" y="123254"/>
                      <a:pt x="48822" y="126120"/>
                      <a:pt x="48822" y="130420"/>
                    </a:cubicBezTo>
                    <a:lnTo>
                      <a:pt x="48822" y="365462"/>
                    </a:lnTo>
                    <a:cubicBezTo>
                      <a:pt x="48822" y="462918"/>
                      <a:pt x="213954" y="536010"/>
                      <a:pt x="221134" y="538877"/>
                    </a:cubicBezTo>
                    <a:cubicBezTo>
                      <a:pt x="222570" y="540310"/>
                      <a:pt x="224006" y="540310"/>
                      <a:pt x="224006" y="540310"/>
                    </a:cubicBezTo>
                    <a:cubicBezTo>
                      <a:pt x="225441" y="540310"/>
                      <a:pt x="226877" y="540310"/>
                      <a:pt x="226877" y="538877"/>
                    </a:cubicBezTo>
                    <a:cubicBezTo>
                      <a:pt x="234057" y="536010"/>
                      <a:pt x="400625" y="462918"/>
                      <a:pt x="400625" y="365462"/>
                    </a:cubicBezTo>
                    <a:lnTo>
                      <a:pt x="400625" y="130420"/>
                    </a:lnTo>
                    <a:cubicBezTo>
                      <a:pt x="400625" y="126120"/>
                      <a:pt x="397753" y="123254"/>
                      <a:pt x="393446" y="123254"/>
                    </a:cubicBezTo>
                    <a:cubicBezTo>
                      <a:pt x="254160" y="123254"/>
                      <a:pt x="231185" y="70226"/>
                      <a:pt x="231185" y="70226"/>
                    </a:cubicBezTo>
                    <a:cubicBezTo>
                      <a:pt x="229749" y="67360"/>
                      <a:pt x="226877" y="65927"/>
                      <a:pt x="224006" y="65927"/>
                    </a:cubicBezTo>
                    <a:close/>
                    <a:moveTo>
                      <a:pt x="224006" y="0"/>
                    </a:moveTo>
                    <a:cubicBezTo>
                      <a:pt x="228313" y="0"/>
                      <a:pt x="231185" y="2867"/>
                      <a:pt x="232621" y="5733"/>
                    </a:cubicBezTo>
                    <a:cubicBezTo>
                      <a:pt x="232621" y="5733"/>
                      <a:pt x="262776" y="73093"/>
                      <a:pt x="440831" y="73093"/>
                    </a:cubicBezTo>
                    <a:cubicBezTo>
                      <a:pt x="445139" y="73093"/>
                      <a:pt x="449447" y="77392"/>
                      <a:pt x="449447" y="81692"/>
                    </a:cubicBezTo>
                    <a:lnTo>
                      <a:pt x="449447" y="384093"/>
                    </a:lnTo>
                    <a:cubicBezTo>
                      <a:pt x="449447" y="507347"/>
                      <a:pt x="236929" y="600503"/>
                      <a:pt x="228313" y="604803"/>
                    </a:cubicBezTo>
                    <a:cubicBezTo>
                      <a:pt x="226877" y="604803"/>
                      <a:pt x="225441" y="606236"/>
                      <a:pt x="224006" y="606236"/>
                    </a:cubicBezTo>
                    <a:cubicBezTo>
                      <a:pt x="222570" y="606236"/>
                      <a:pt x="222570" y="604803"/>
                      <a:pt x="221134" y="604803"/>
                    </a:cubicBezTo>
                    <a:cubicBezTo>
                      <a:pt x="212518" y="600503"/>
                      <a:pt x="0" y="507347"/>
                      <a:pt x="0" y="384093"/>
                    </a:cubicBezTo>
                    <a:lnTo>
                      <a:pt x="0" y="81692"/>
                    </a:lnTo>
                    <a:cubicBezTo>
                      <a:pt x="0" y="77392"/>
                      <a:pt x="2872" y="73093"/>
                      <a:pt x="8616" y="73093"/>
                    </a:cubicBezTo>
                    <a:cubicBezTo>
                      <a:pt x="185235" y="73093"/>
                      <a:pt x="215390" y="5733"/>
                      <a:pt x="216826" y="5733"/>
                    </a:cubicBezTo>
                    <a:cubicBezTo>
                      <a:pt x="218262" y="2867"/>
                      <a:pt x="221134" y="0"/>
                      <a:pt x="224006" y="0"/>
                    </a:cubicBezTo>
                    <a:close/>
                  </a:path>
                </a:pathLst>
              </a:custGeom>
              <a:solidFill>
                <a:schemeClr val="bg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dirty="0">
                  <a:solidFill>
                    <a:schemeClr val="bg1"/>
                  </a:solidFill>
                </a:endParaRPr>
              </a:p>
            </p:txBody>
          </p:sp>
          <p:sp>
            <p:nvSpPr>
              <p:cNvPr id="26" name="îṥḷîḍé"/>
              <p:cNvSpPr/>
              <p:nvPr/>
            </p:nvSpPr>
            <p:spPr>
              <a:xfrm>
                <a:off x="7063744" y="2050045"/>
                <a:ext cx="525810" cy="436061"/>
              </a:xfrm>
              <a:custGeom>
                <a:avLst/>
                <a:gdLst>
                  <a:gd name="connsiteX0" fmla="*/ 487366 w 608556"/>
                  <a:gd name="connsiteY0" fmla="*/ 344359 h 504684"/>
                  <a:gd name="connsiteX1" fmla="*/ 555009 w 608556"/>
                  <a:gd name="connsiteY1" fmla="*/ 400299 h 504684"/>
                  <a:gd name="connsiteX2" fmla="*/ 556199 w 608556"/>
                  <a:gd name="connsiteY2" fmla="*/ 400299 h 504684"/>
                  <a:gd name="connsiteX3" fmla="*/ 608556 w 608556"/>
                  <a:gd name="connsiteY3" fmla="*/ 452492 h 504684"/>
                  <a:gd name="connsiteX4" fmla="*/ 556199 w 608556"/>
                  <a:gd name="connsiteY4" fmla="*/ 504684 h 504684"/>
                  <a:gd name="connsiteX5" fmla="*/ 415512 w 608556"/>
                  <a:gd name="connsiteY5" fmla="*/ 504684 h 504684"/>
                  <a:gd name="connsiteX6" fmla="*/ 380912 w 608556"/>
                  <a:gd name="connsiteY6" fmla="*/ 467208 h 504684"/>
                  <a:gd name="connsiteX7" fmla="*/ 418441 w 608556"/>
                  <a:gd name="connsiteY7" fmla="*/ 429640 h 504684"/>
                  <a:gd name="connsiteX8" fmla="*/ 420638 w 608556"/>
                  <a:gd name="connsiteY8" fmla="*/ 429915 h 504684"/>
                  <a:gd name="connsiteX9" fmla="*/ 418441 w 608556"/>
                  <a:gd name="connsiteY9" fmla="*/ 413096 h 504684"/>
                  <a:gd name="connsiteX10" fmla="*/ 487366 w 608556"/>
                  <a:gd name="connsiteY10" fmla="*/ 344359 h 504684"/>
                  <a:gd name="connsiteX11" fmla="*/ 106454 w 608556"/>
                  <a:gd name="connsiteY11" fmla="*/ 283602 h 504684"/>
                  <a:gd name="connsiteX12" fmla="*/ 174097 w 608556"/>
                  <a:gd name="connsiteY12" fmla="*/ 339534 h 504684"/>
                  <a:gd name="connsiteX13" fmla="*/ 175378 w 608556"/>
                  <a:gd name="connsiteY13" fmla="*/ 339534 h 504684"/>
                  <a:gd name="connsiteX14" fmla="*/ 227644 w 608556"/>
                  <a:gd name="connsiteY14" fmla="*/ 391720 h 504684"/>
                  <a:gd name="connsiteX15" fmla="*/ 175378 w 608556"/>
                  <a:gd name="connsiteY15" fmla="*/ 443997 h 504684"/>
                  <a:gd name="connsiteX16" fmla="*/ 34600 w 608556"/>
                  <a:gd name="connsiteY16" fmla="*/ 443997 h 504684"/>
                  <a:gd name="connsiteX17" fmla="*/ 0 w 608556"/>
                  <a:gd name="connsiteY17" fmla="*/ 406435 h 504684"/>
                  <a:gd name="connsiteX18" fmla="*/ 37529 w 608556"/>
                  <a:gd name="connsiteY18" fmla="*/ 368963 h 504684"/>
                  <a:gd name="connsiteX19" fmla="*/ 39726 w 608556"/>
                  <a:gd name="connsiteY19" fmla="*/ 369146 h 504684"/>
                  <a:gd name="connsiteX20" fmla="*/ 37529 w 608556"/>
                  <a:gd name="connsiteY20" fmla="*/ 352421 h 504684"/>
                  <a:gd name="connsiteX21" fmla="*/ 106454 w 608556"/>
                  <a:gd name="connsiteY21" fmla="*/ 283602 h 504684"/>
                  <a:gd name="connsiteX22" fmla="*/ 284846 w 608556"/>
                  <a:gd name="connsiteY22" fmla="*/ 180577 h 504684"/>
                  <a:gd name="connsiteX23" fmla="*/ 325391 w 608556"/>
                  <a:gd name="connsiteY23" fmla="*/ 180577 h 504684"/>
                  <a:gd name="connsiteX24" fmla="*/ 325391 w 608556"/>
                  <a:gd name="connsiteY24" fmla="*/ 257911 h 504684"/>
                  <a:gd name="connsiteX25" fmla="*/ 351566 w 608556"/>
                  <a:gd name="connsiteY25" fmla="*/ 299503 h 504684"/>
                  <a:gd name="connsiteX26" fmla="*/ 351017 w 608556"/>
                  <a:gd name="connsiteY26" fmla="*/ 305445 h 504684"/>
                  <a:gd name="connsiteX27" fmla="*/ 422405 w 608556"/>
                  <a:gd name="connsiteY27" fmla="*/ 352522 h 504684"/>
                  <a:gd name="connsiteX28" fmla="*/ 402362 w 608556"/>
                  <a:gd name="connsiteY28" fmla="*/ 387898 h 504684"/>
                  <a:gd name="connsiteX29" fmla="*/ 328686 w 608556"/>
                  <a:gd name="connsiteY29" fmla="*/ 339267 h 504684"/>
                  <a:gd name="connsiteX30" fmla="*/ 305164 w 608556"/>
                  <a:gd name="connsiteY30" fmla="*/ 345940 h 504684"/>
                  <a:gd name="connsiteX31" fmla="*/ 272033 w 608556"/>
                  <a:gd name="connsiteY31" fmla="*/ 331954 h 504684"/>
                  <a:gd name="connsiteX32" fmla="*/ 231305 w 608556"/>
                  <a:gd name="connsiteY32" fmla="*/ 345666 h 504684"/>
                  <a:gd name="connsiteX33" fmla="*/ 189754 w 608556"/>
                  <a:gd name="connsiteY33" fmla="*/ 320710 h 504684"/>
                  <a:gd name="connsiteX34" fmla="*/ 188198 w 608556"/>
                  <a:gd name="connsiteY34" fmla="*/ 317420 h 504684"/>
                  <a:gd name="connsiteX35" fmla="*/ 259220 w 608556"/>
                  <a:gd name="connsiteY35" fmla="*/ 293561 h 504684"/>
                  <a:gd name="connsiteX36" fmla="*/ 284846 w 608556"/>
                  <a:gd name="connsiteY36" fmla="*/ 257911 h 504684"/>
                  <a:gd name="connsiteX37" fmla="*/ 296910 w 608556"/>
                  <a:gd name="connsiteY37" fmla="*/ 0 h 504684"/>
                  <a:gd name="connsiteX38" fmla="*/ 364553 w 608556"/>
                  <a:gd name="connsiteY38" fmla="*/ 56024 h 504684"/>
                  <a:gd name="connsiteX39" fmla="*/ 365743 w 608556"/>
                  <a:gd name="connsiteY39" fmla="*/ 55932 h 504684"/>
                  <a:gd name="connsiteX40" fmla="*/ 418100 w 608556"/>
                  <a:gd name="connsiteY40" fmla="*/ 108118 h 504684"/>
                  <a:gd name="connsiteX41" fmla="*/ 365743 w 608556"/>
                  <a:gd name="connsiteY41" fmla="*/ 160395 h 504684"/>
                  <a:gd name="connsiteX42" fmla="*/ 225056 w 608556"/>
                  <a:gd name="connsiteY42" fmla="*/ 160395 h 504684"/>
                  <a:gd name="connsiteX43" fmla="*/ 190456 w 608556"/>
                  <a:gd name="connsiteY43" fmla="*/ 122832 h 504684"/>
                  <a:gd name="connsiteX44" fmla="*/ 227985 w 608556"/>
                  <a:gd name="connsiteY44" fmla="*/ 85361 h 504684"/>
                  <a:gd name="connsiteX45" fmla="*/ 230182 w 608556"/>
                  <a:gd name="connsiteY45" fmla="*/ 85544 h 504684"/>
                  <a:gd name="connsiteX46" fmla="*/ 227985 w 608556"/>
                  <a:gd name="connsiteY46" fmla="*/ 68819 h 504684"/>
                  <a:gd name="connsiteX47" fmla="*/ 296910 w 608556"/>
                  <a:gd name="connsiteY47" fmla="*/ 0 h 504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08556" h="504684">
                    <a:moveTo>
                      <a:pt x="487366" y="344359"/>
                    </a:moveTo>
                    <a:cubicBezTo>
                      <a:pt x="520958" y="344359"/>
                      <a:pt x="548968" y="368490"/>
                      <a:pt x="555009" y="400299"/>
                    </a:cubicBezTo>
                    <a:cubicBezTo>
                      <a:pt x="555375" y="400299"/>
                      <a:pt x="555833" y="400299"/>
                      <a:pt x="556199" y="400299"/>
                    </a:cubicBezTo>
                    <a:cubicBezTo>
                      <a:pt x="585123" y="400299"/>
                      <a:pt x="608556" y="423608"/>
                      <a:pt x="608556" y="452492"/>
                    </a:cubicBezTo>
                    <a:cubicBezTo>
                      <a:pt x="608556" y="481376"/>
                      <a:pt x="585123" y="504684"/>
                      <a:pt x="556199" y="504684"/>
                    </a:cubicBezTo>
                    <a:lnTo>
                      <a:pt x="415512" y="504684"/>
                    </a:lnTo>
                    <a:cubicBezTo>
                      <a:pt x="395924" y="503405"/>
                      <a:pt x="380912" y="487043"/>
                      <a:pt x="380912" y="467208"/>
                    </a:cubicBezTo>
                    <a:cubicBezTo>
                      <a:pt x="380912" y="446459"/>
                      <a:pt x="397754" y="429640"/>
                      <a:pt x="418441" y="429640"/>
                    </a:cubicBezTo>
                    <a:cubicBezTo>
                      <a:pt x="419173" y="429640"/>
                      <a:pt x="419905" y="429823"/>
                      <a:pt x="420638" y="429915"/>
                    </a:cubicBezTo>
                    <a:cubicBezTo>
                      <a:pt x="419265" y="424522"/>
                      <a:pt x="418441" y="418946"/>
                      <a:pt x="418441" y="413096"/>
                    </a:cubicBezTo>
                    <a:cubicBezTo>
                      <a:pt x="418441" y="375163"/>
                      <a:pt x="449288" y="344359"/>
                      <a:pt x="487366" y="344359"/>
                    </a:cubicBezTo>
                    <a:close/>
                    <a:moveTo>
                      <a:pt x="106454" y="283602"/>
                    </a:moveTo>
                    <a:cubicBezTo>
                      <a:pt x="140138" y="283602"/>
                      <a:pt x="168056" y="307730"/>
                      <a:pt x="174097" y="339534"/>
                    </a:cubicBezTo>
                    <a:cubicBezTo>
                      <a:pt x="174463" y="339534"/>
                      <a:pt x="174921" y="339534"/>
                      <a:pt x="175378" y="339534"/>
                    </a:cubicBezTo>
                    <a:cubicBezTo>
                      <a:pt x="204211" y="339534"/>
                      <a:pt x="227644" y="362840"/>
                      <a:pt x="227644" y="391720"/>
                    </a:cubicBezTo>
                    <a:cubicBezTo>
                      <a:pt x="227644" y="420601"/>
                      <a:pt x="204211" y="443997"/>
                      <a:pt x="175378" y="443997"/>
                    </a:cubicBezTo>
                    <a:lnTo>
                      <a:pt x="34600" y="443997"/>
                    </a:lnTo>
                    <a:cubicBezTo>
                      <a:pt x="15012" y="442626"/>
                      <a:pt x="0" y="426267"/>
                      <a:pt x="0" y="406435"/>
                    </a:cubicBezTo>
                    <a:cubicBezTo>
                      <a:pt x="0" y="385688"/>
                      <a:pt x="16842" y="368963"/>
                      <a:pt x="37529" y="368963"/>
                    </a:cubicBezTo>
                    <a:cubicBezTo>
                      <a:pt x="38261" y="368963"/>
                      <a:pt x="38993" y="369146"/>
                      <a:pt x="39726" y="369146"/>
                    </a:cubicBezTo>
                    <a:cubicBezTo>
                      <a:pt x="38353" y="363754"/>
                      <a:pt x="37529" y="358179"/>
                      <a:pt x="37529" y="352421"/>
                    </a:cubicBezTo>
                    <a:cubicBezTo>
                      <a:pt x="37529" y="314401"/>
                      <a:pt x="68376" y="283602"/>
                      <a:pt x="106454" y="283602"/>
                    </a:cubicBezTo>
                    <a:close/>
                    <a:moveTo>
                      <a:pt x="284846" y="180577"/>
                    </a:moveTo>
                    <a:lnTo>
                      <a:pt x="325391" y="180577"/>
                    </a:lnTo>
                    <a:lnTo>
                      <a:pt x="325391" y="257911"/>
                    </a:lnTo>
                    <a:cubicBezTo>
                      <a:pt x="340858" y="265407"/>
                      <a:pt x="351566" y="281129"/>
                      <a:pt x="351566" y="299503"/>
                    </a:cubicBezTo>
                    <a:cubicBezTo>
                      <a:pt x="351566" y="301514"/>
                      <a:pt x="351292" y="303525"/>
                      <a:pt x="351017" y="305445"/>
                    </a:cubicBezTo>
                    <a:lnTo>
                      <a:pt x="422405" y="352522"/>
                    </a:lnTo>
                    <a:cubicBezTo>
                      <a:pt x="413161" y="362486"/>
                      <a:pt x="406297" y="374552"/>
                      <a:pt x="402362" y="387898"/>
                    </a:cubicBezTo>
                    <a:lnTo>
                      <a:pt x="328686" y="339267"/>
                    </a:lnTo>
                    <a:cubicBezTo>
                      <a:pt x="321730" y="343380"/>
                      <a:pt x="313767" y="345940"/>
                      <a:pt x="305164" y="345940"/>
                    </a:cubicBezTo>
                    <a:cubicBezTo>
                      <a:pt x="292168" y="345940"/>
                      <a:pt x="280453" y="340547"/>
                      <a:pt x="272033" y="331954"/>
                    </a:cubicBezTo>
                    <a:lnTo>
                      <a:pt x="231305" y="345666"/>
                    </a:lnTo>
                    <a:cubicBezTo>
                      <a:pt x="220872" y="333051"/>
                      <a:pt x="206320" y="324093"/>
                      <a:pt x="189754" y="320710"/>
                    </a:cubicBezTo>
                    <a:cubicBezTo>
                      <a:pt x="189296" y="319522"/>
                      <a:pt x="188656" y="318517"/>
                      <a:pt x="188198" y="317420"/>
                    </a:cubicBezTo>
                    <a:lnTo>
                      <a:pt x="259220" y="293561"/>
                    </a:lnTo>
                    <a:cubicBezTo>
                      <a:pt x="261325" y="277747"/>
                      <a:pt x="271118" y="264584"/>
                      <a:pt x="284846" y="257911"/>
                    </a:cubicBezTo>
                    <a:close/>
                    <a:moveTo>
                      <a:pt x="296910" y="0"/>
                    </a:moveTo>
                    <a:cubicBezTo>
                      <a:pt x="330594" y="0"/>
                      <a:pt x="358512" y="24128"/>
                      <a:pt x="364553" y="56024"/>
                    </a:cubicBezTo>
                    <a:cubicBezTo>
                      <a:pt x="364919" y="56024"/>
                      <a:pt x="365377" y="55932"/>
                      <a:pt x="365743" y="55932"/>
                    </a:cubicBezTo>
                    <a:cubicBezTo>
                      <a:pt x="394667" y="55932"/>
                      <a:pt x="418100" y="79329"/>
                      <a:pt x="418100" y="108118"/>
                    </a:cubicBezTo>
                    <a:cubicBezTo>
                      <a:pt x="418100" y="136998"/>
                      <a:pt x="394667" y="160395"/>
                      <a:pt x="365743" y="160395"/>
                    </a:cubicBezTo>
                    <a:lnTo>
                      <a:pt x="225056" y="160395"/>
                    </a:lnTo>
                    <a:cubicBezTo>
                      <a:pt x="205468" y="159115"/>
                      <a:pt x="190456" y="142756"/>
                      <a:pt x="190456" y="122832"/>
                    </a:cubicBezTo>
                    <a:cubicBezTo>
                      <a:pt x="190456" y="102177"/>
                      <a:pt x="207298" y="85361"/>
                      <a:pt x="227985" y="85361"/>
                    </a:cubicBezTo>
                    <a:cubicBezTo>
                      <a:pt x="228717" y="85361"/>
                      <a:pt x="229449" y="85544"/>
                      <a:pt x="230182" y="85544"/>
                    </a:cubicBezTo>
                    <a:cubicBezTo>
                      <a:pt x="228809" y="80152"/>
                      <a:pt x="227985" y="74577"/>
                      <a:pt x="227985" y="68819"/>
                    </a:cubicBezTo>
                    <a:cubicBezTo>
                      <a:pt x="227985" y="30799"/>
                      <a:pt x="258832" y="0"/>
                      <a:pt x="296910" y="0"/>
                    </a:cubicBezTo>
                    <a:close/>
                  </a:path>
                </a:pathLst>
              </a:custGeom>
              <a:solidFill>
                <a:schemeClr val="bg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dirty="0">
                  <a:solidFill>
                    <a:schemeClr val="bg1"/>
                  </a:solidFill>
                </a:endParaRPr>
              </a:p>
            </p:txBody>
          </p:sp>
          <p:sp>
            <p:nvSpPr>
              <p:cNvPr id="27" name="î$1ïdê"/>
              <p:cNvSpPr/>
              <p:nvPr/>
            </p:nvSpPr>
            <p:spPr>
              <a:xfrm>
                <a:off x="4183415" y="4153457"/>
                <a:ext cx="611754" cy="559220"/>
              </a:xfrm>
              <a:custGeom>
                <a:avLst/>
                <a:gdLst>
                  <a:gd name="connsiteX0" fmla="*/ 304348 w 608697"/>
                  <a:gd name="connsiteY0" fmla="*/ 180877 h 556426"/>
                  <a:gd name="connsiteX1" fmla="*/ 366093 w 608697"/>
                  <a:gd name="connsiteY1" fmla="*/ 242550 h 556426"/>
                  <a:gd name="connsiteX2" fmla="*/ 327540 w 608697"/>
                  <a:gd name="connsiteY2" fmla="*/ 299754 h 556426"/>
                  <a:gd name="connsiteX3" fmla="*/ 327540 w 608697"/>
                  <a:gd name="connsiteY3" fmla="*/ 556426 h 556426"/>
                  <a:gd name="connsiteX4" fmla="*/ 281157 w 608697"/>
                  <a:gd name="connsiteY4" fmla="*/ 556426 h 556426"/>
                  <a:gd name="connsiteX5" fmla="*/ 281157 w 608697"/>
                  <a:gd name="connsiteY5" fmla="*/ 299754 h 556426"/>
                  <a:gd name="connsiteX6" fmla="*/ 242604 w 608697"/>
                  <a:gd name="connsiteY6" fmla="*/ 242550 h 556426"/>
                  <a:gd name="connsiteX7" fmla="*/ 304348 w 608697"/>
                  <a:gd name="connsiteY7" fmla="*/ 180877 h 556426"/>
                  <a:gd name="connsiteX8" fmla="*/ 369923 w 608697"/>
                  <a:gd name="connsiteY8" fmla="*/ 79057 h 556426"/>
                  <a:gd name="connsiteX9" fmla="*/ 393558 w 608697"/>
                  <a:gd name="connsiteY9" fmla="*/ 80137 h 556426"/>
                  <a:gd name="connsiteX10" fmla="*/ 495934 w 608697"/>
                  <a:gd name="connsiteY10" fmla="*/ 240793 h 556426"/>
                  <a:gd name="connsiteX11" fmla="*/ 393558 w 608697"/>
                  <a:gd name="connsiteY11" fmla="*/ 401449 h 556426"/>
                  <a:gd name="connsiteX12" fmla="*/ 380426 w 608697"/>
                  <a:gd name="connsiteY12" fmla="*/ 404428 h 556426"/>
                  <a:gd name="connsiteX13" fmla="*/ 352444 w 608697"/>
                  <a:gd name="connsiteY13" fmla="*/ 386627 h 556426"/>
                  <a:gd name="connsiteX14" fmla="*/ 367293 w 608697"/>
                  <a:gd name="connsiteY14" fmla="*/ 345588 h 556426"/>
                  <a:gd name="connsiteX15" fmla="*/ 434150 w 608697"/>
                  <a:gd name="connsiteY15" fmla="*/ 240793 h 556426"/>
                  <a:gd name="connsiteX16" fmla="*/ 367293 w 608697"/>
                  <a:gd name="connsiteY16" fmla="*/ 135998 h 556426"/>
                  <a:gd name="connsiteX17" fmla="*/ 352444 w 608697"/>
                  <a:gd name="connsiteY17" fmla="*/ 94958 h 556426"/>
                  <a:gd name="connsiteX18" fmla="*/ 369923 w 608697"/>
                  <a:gd name="connsiteY18" fmla="*/ 79057 h 556426"/>
                  <a:gd name="connsiteX19" fmla="*/ 239303 w 608697"/>
                  <a:gd name="connsiteY19" fmla="*/ 78821 h 556426"/>
                  <a:gd name="connsiteX20" fmla="*/ 256752 w 608697"/>
                  <a:gd name="connsiteY20" fmla="*/ 94828 h 556426"/>
                  <a:gd name="connsiteX21" fmla="*/ 241682 w 608697"/>
                  <a:gd name="connsiteY21" fmla="*/ 135799 h 556426"/>
                  <a:gd name="connsiteX22" fmla="*/ 174536 w 608697"/>
                  <a:gd name="connsiteY22" fmla="*/ 240759 h 556426"/>
                  <a:gd name="connsiteX23" fmla="*/ 241682 w 608697"/>
                  <a:gd name="connsiteY23" fmla="*/ 345720 h 556426"/>
                  <a:gd name="connsiteX24" fmla="*/ 256752 w 608697"/>
                  <a:gd name="connsiteY24" fmla="*/ 386765 h 556426"/>
                  <a:gd name="connsiteX25" fmla="*/ 228700 w 608697"/>
                  <a:gd name="connsiteY25" fmla="*/ 404569 h 556426"/>
                  <a:gd name="connsiteX26" fmla="*/ 215644 w 608697"/>
                  <a:gd name="connsiteY26" fmla="*/ 401738 h 556426"/>
                  <a:gd name="connsiteX27" fmla="*/ 112763 w 608697"/>
                  <a:gd name="connsiteY27" fmla="*/ 240759 h 556426"/>
                  <a:gd name="connsiteX28" fmla="*/ 215644 w 608697"/>
                  <a:gd name="connsiteY28" fmla="*/ 79855 h 556426"/>
                  <a:gd name="connsiteX29" fmla="*/ 239303 w 608697"/>
                  <a:gd name="connsiteY29" fmla="*/ 78821 h 556426"/>
                  <a:gd name="connsiteX30" fmla="*/ 433751 w 608697"/>
                  <a:gd name="connsiteY30" fmla="*/ 2149 h 556426"/>
                  <a:gd name="connsiteX31" fmla="*/ 457409 w 608697"/>
                  <a:gd name="connsiteY31" fmla="*/ 3220 h 556426"/>
                  <a:gd name="connsiteX32" fmla="*/ 566548 w 608697"/>
                  <a:gd name="connsiteY32" fmla="*/ 98265 h 556426"/>
                  <a:gd name="connsiteX33" fmla="*/ 608697 w 608697"/>
                  <a:gd name="connsiteY33" fmla="*/ 240757 h 556426"/>
                  <a:gd name="connsiteX34" fmla="*/ 566548 w 608697"/>
                  <a:gd name="connsiteY34" fmla="*/ 383324 h 556426"/>
                  <a:gd name="connsiteX35" fmla="*/ 457409 w 608697"/>
                  <a:gd name="connsiteY35" fmla="*/ 478295 h 556426"/>
                  <a:gd name="connsiteX36" fmla="*/ 444279 w 608697"/>
                  <a:gd name="connsiteY36" fmla="*/ 481274 h 556426"/>
                  <a:gd name="connsiteX37" fmla="*/ 416304 w 608697"/>
                  <a:gd name="connsiteY37" fmla="*/ 463472 h 556426"/>
                  <a:gd name="connsiteX38" fmla="*/ 431150 w 608697"/>
                  <a:gd name="connsiteY38" fmla="*/ 422430 h 556426"/>
                  <a:gd name="connsiteX39" fmla="*/ 546928 w 608697"/>
                  <a:gd name="connsiteY39" fmla="*/ 240757 h 556426"/>
                  <a:gd name="connsiteX40" fmla="*/ 431150 w 608697"/>
                  <a:gd name="connsiteY40" fmla="*/ 59085 h 556426"/>
                  <a:gd name="connsiteX41" fmla="*/ 416304 w 608697"/>
                  <a:gd name="connsiteY41" fmla="*/ 18117 h 556426"/>
                  <a:gd name="connsiteX42" fmla="*/ 433751 w 608697"/>
                  <a:gd name="connsiteY42" fmla="*/ 2149 h 556426"/>
                  <a:gd name="connsiteX43" fmla="*/ 175731 w 608697"/>
                  <a:gd name="connsiteY43" fmla="*/ 1886 h 556426"/>
                  <a:gd name="connsiteX44" fmla="*/ 193175 w 608697"/>
                  <a:gd name="connsiteY44" fmla="*/ 17837 h 556426"/>
                  <a:gd name="connsiteX45" fmla="*/ 178109 w 608697"/>
                  <a:gd name="connsiteY45" fmla="*/ 58883 h 556426"/>
                  <a:gd name="connsiteX46" fmla="*/ 61756 w 608697"/>
                  <a:gd name="connsiteY46" fmla="*/ 240793 h 556426"/>
                  <a:gd name="connsiteX47" fmla="*/ 178109 w 608697"/>
                  <a:gd name="connsiteY47" fmla="*/ 422778 h 556426"/>
                  <a:gd name="connsiteX48" fmla="*/ 193175 w 608697"/>
                  <a:gd name="connsiteY48" fmla="*/ 463749 h 556426"/>
                  <a:gd name="connsiteX49" fmla="*/ 165131 w 608697"/>
                  <a:gd name="connsiteY49" fmla="*/ 481627 h 556426"/>
                  <a:gd name="connsiteX50" fmla="*/ 152079 w 608697"/>
                  <a:gd name="connsiteY50" fmla="*/ 478722 h 556426"/>
                  <a:gd name="connsiteX51" fmla="*/ 42439 w 608697"/>
                  <a:gd name="connsiteY51" fmla="*/ 383744 h 556426"/>
                  <a:gd name="connsiteX52" fmla="*/ 0 w 608697"/>
                  <a:gd name="connsiteY52" fmla="*/ 240793 h 556426"/>
                  <a:gd name="connsiteX53" fmla="*/ 42439 w 608697"/>
                  <a:gd name="connsiteY53" fmla="*/ 97917 h 556426"/>
                  <a:gd name="connsiteX54" fmla="*/ 152079 w 608697"/>
                  <a:gd name="connsiteY54" fmla="*/ 2864 h 556426"/>
                  <a:gd name="connsiteX55" fmla="*/ 175731 w 608697"/>
                  <a:gd name="connsiteY55" fmla="*/ 1886 h 556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608697" h="556426">
                    <a:moveTo>
                      <a:pt x="304348" y="180877"/>
                    </a:moveTo>
                    <a:cubicBezTo>
                      <a:pt x="338502" y="180877"/>
                      <a:pt x="366093" y="208436"/>
                      <a:pt x="366093" y="242550"/>
                    </a:cubicBezTo>
                    <a:cubicBezTo>
                      <a:pt x="366093" y="268470"/>
                      <a:pt x="350135" y="290592"/>
                      <a:pt x="327540" y="299754"/>
                    </a:cubicBezTo>
                    <a:lnTo>
                      <a:pt x="327540" y="556426"/>
                    </a:lnTo>
                    <a:lnTo>
                      <a:pt x="281157" y="556426"/>
                    </a:lnTo>
                    <a:lnTo>
                      <a:pt x="281157" y="299754"/>
                    </a:lnTo>
                    <a:cubicBezTo>
                      <a:pt x="258562" y="290592"/>
                      <a:pt x="242604" y="268470"/>
                      <a:pt x="242604" y="242550"/>
                    </a:cubicBezTo>
                    <a:cubicBezTo>
                      <a:pt x="242604" y="208436"/>
                      <a:pt x="270195" y="180877"/>
                      <a:pt x="304348" y="180877"/>
                    </a:cubicBezTo>
                    <a:close/>
                    <a:moveTo>
                      <a:pt x="369923" y="79057"/>
                    </a:moveTo>
                    <a:cubicBezTo>
                      <a:pt x="377366" y="76376"/>
                      <a:pt x="385835" y="76525"/>
                      <a:pt x="393558" y="80137"/>
                    </a:cubicBezTo>
                    <a:cubicBezTo>
                      <a:pt x="455790" y="109259"/>
                      <a:pt x="495934" y="172344"/>
                      <a:pt x="495934" y="240793"/>
                    </a:cubicBezTo>
                    <a:cubicBezTo>
                      <a:pt x="495934" y="309315"/>
                      <a:pt x="455790" y="372401"/>
                      <a:pt x="393558" y="401449"/>
                    </a:cubicBezTo>
                    <a:cubicBezTo>
                      <a:pt x="389305" y="403460"/>
                      <a:pt x="384828" y="404428"/>
                      <a:pt x="380426" y="404428"/>
                    </a:cubicBezTo>
                    <a:cubicBezTo>
                      <a:pt x="368860" y="404428"/>
                      <a:pt x="357742" y="397799"/>
                      <a:pt x="352444" y="386627"/>
                    </a:cubicBezTo>
                    <a:cubicBezTo>
                      <a:pt x="345206" y="371209"/>
                      <a:pt x="351847" y="352813"/>
                      <a:pt x="367293" y="345588"/>
                    </a:cubicBezTo>
                    <a:cubicBezTo>
                      <a:pt x="407885" y="326595"/>
                      <a:pt x="434150" y="285481"/>
                      <a:pt x="434150" y="240793"/>
                    </a:cubicBezTo>
                    <a:cubicBezTo>
                      <a:pt x="434150" y="196104"/>
                      <a:pt x="407885" y="154990"/>
                      <a:pt x="367293" y="135998"/>
                    </a:cubicBezTo>
                    <a:cubicBezTo>
                      <a:pt x="351847" y="128773"/>
                      <a:pt x="345206" y="110376"/>
                      <a:pt x="352444" y="94958"/>
                    </a:cubicBezTo>
                    <a:cubicBezTo>
                      <a:pt x="356063" y="87250"/>
                      <a:pt x="362480" y="81738"/>
                      <a:pt x="369923" y="79057"/>
                    </a:cubicBezTo>
                    <a:close/>
                    <a:moveTo>
                      <a:pt x="239303" y="78821"/>
                    </a:moveTo>
                    <a:cubicBezTo>
                      <a:pt x="246736" y="81531"/>
                      <a:pt x="253134" y="87081"/>
                      <a:pt x="256752" y="94828"/>
                    </a:cubicBezTo>
                    <a:cubicBezTo>
                      <a:pt x="263914" y="110248"/>
                      <a:pt x="257200" y="128648"/>
                      <a:pt x="241682" y="135799"/>
                    </a:cubicBezTo>
                    <a:cubicBezTo>
                      <a:pt x="200947" y="154720"/>
                      <a:pt x="174536" y="195915"/>
                      <a:pt x="174536" y="240759"/>
                    </a:cubicBezTo>
                    <a:cubicBezTo>
                      <a:pt x="174536" y="285604"/>
                      <a:pt x="200947" y="326873"/>
                      <a:pt x="241682" y="345720"/>
                    </a:cubicBezTo>
                    <a:cubicBezTo>
                      <a:pt x="257200" y="352945"/>
                      <a:pt x="263914" y="371271"/>
                      <a:pt x="256752" y="386765"/>
                    </a:cubicBezTo>
                    <a:cubicBezTo>
                      <a:pt x="251455" y="398014"/>
                      <a:pt x="240339" y="404569"/>
                      <a:pt x="228700" y="404569"/>
                    </a:cubicBezTo>
                    <a:cubicBezTo>
                      <a:pt x="224298" y="404569"/>
                      <a:pt x="219897" y="403675"/>
                      <a:pt x="215644" y="401738"/>
                    </a:cubicBezTo>
                    <a:cubicBezTo>
                      <a:pt x="153125" y="372761"/>
                      <a:pt x="112763" y="309516"/>
                      <a:pt x="112763" y="240759"/>
                    </a:cubicBezTo>
                    <a:cubicBezTo>
                      <a:pt x="112763" y="172002"/>
                      <a:pt x="153125" y="108833"/>
                      <a:pt x="215644" y="79855"/>
                    </a:cubicBezTo>
                    <a:cubicBezTo>
                      <a:pt x="223403" y="76242"/>
                      <a:pt x="231871" y="76112"/>
                      <a:pt x="239303" y="78821"/>
                    </a:cubicBezTo>
                    <a:close/>
                    <a:moveTo>
                      <a:pt x="433751" y="2149"/>
                    </a:moveTo>
                    <a:cubicBezTo>
                      <a:pt x="441183" y="-541"/>
                      <a:pt x="449650" y="-392"/>
                      <a:pt x="457409" y="3220"/>
                    </a:cubicBezTo>
                    <a:cubicBezTo>
                      <a:pt x="501945" y="24076"/>
                      <a:pt x="539692" y="56925"/>
                      <a:pt x="566548" y="98265"/>
                    </a:cubicBezTo>
                    <a:cubicBezTo>
                      <a:pt x="594150" y="140722"/>
                      <a:pt x="608697" y="189958"/>
                      <a:pt x="608697" y="240757"/>
                    </a:cubicBezTo>
                    <a:cubicBezTo>
                      <a:pt x="608697" y="291557"/>
                      <a:pt x="594150" y="340867"/>
                      <a:pt x="566548" y="383324"/>
                    </a:cubicBezTo>
                    <a:cubicBezTo>
                      <a:pt x="539692" y="424590"/>
                      <a:pt x="501945" y="457438"/>
                      <a:pt x="457409" y="478295"/>
                    </a:cubicBezTo>
                    <a:cubicBezTo>
                      <a:pt x="453156" y="480306"/>
                      <a:pt x="448680" y="481274"/>
                      <a:pt x="444279" y="481274"/>
                    </a:cubicBezTo>
                    <a:cubicBezTo>
                      <a:pt x="432642" y="481274"/>
                      <a:pt x="421526" y="474645"/>
                      <a:pt x="416304" y="463472"/>
                    </a:cubicBezTo>
                    <a:cubicBezTo>
                      <a:pt x="409068" y="448053"/>
                      <a:pt x="415707" y="429655"/>
                      <a:pt x="431150" y="422430"/>
                    </a:cubicBezTo>
                    <a:cubicBezTo>
                      <a:pt x="501497" y="389507"/>
                      <a:pt x="546928" y="318223"/>
                      <a:pt x="546928" y="240757"/>
                    </a:cubicBezTo>
                    <a:cubicBezTo>
                      <a:pt x="546928" y="163291"/>
                      <a:pt x="501497" y="92008"/>
                      <a:pt x="431150" y="59085"/>
                    </a:cubicBezTo>
                    <a:cubicBezTo>
                      <a:pt x="415707" y="51860"/>
                      <a:pt x="409068" y="33536"/>
                      <a:pt x="416304" y="18117"/>
                    </a:cubicBezTo>
                    <a:cubicBezTo>
                      <a:pt x="419922" y="10371"/>
                      <a:pt x="426319" y="4840"/>
                      <a:pt x="433751" y="2149"/>
                    </a:cubicBezTo>
                    <a:close/>
                    <a:moveTo>
                      <a:pt x="175731" y="1886"/>
                    </a:moveTo>
                    <a:cubicBezTo>
                      <a:pt x="183162" y="4596"/>
                      <a:pt x="189558" y="10127"/>
                      <a:pt x="193175" y="17837"/>
                    </a:cubicBezTo>
                    <a:cubicBezTo>
                      <a:pt x="200335" y="33332"/>
                      <a:pt x="193622" y="51657"/>
                      <a:pt x="178109" y="58883"/>
                    </a:cubicBezTo>
                    <a:cubicBezTo>
                      <a:pt x="107477" y="91659"/>
                      <a:pt x="61756" y="163097"/>
                      <a:pt x="61756" y="240793"/>
                    </a:cubicBezTo>
                    <a:cubicBezTo>
                      <a:pt x="61756" y="318563"/>
                      <a:pt x="107477" y="390001"/>
                      <a:pt x="178109" y="422778"/>
                    </a:cubicBezTo>
                    <a:cubicBezTo>
                      <a:pt x="193622" y="429929"/>
                      <a:pt x="200335" y="448329"/>
                      <a:pt x="193175" y="463749"/>
                    </a:cubicBezTo>
                    <a:cubicBezTo>
                      <a:pt x="187879" y="474997"/>
                      <a:pt x="176766" y="481627"/>
                      <a:pt x="165131" y="481627"/>
                    </a:cubicBezTo>
                    <a:cubicBezTo>
                      <a:pt x="160730" y="481627"/>
                      <a:pt x="156330" y="480659"/>
                      <a:pt x="152079" y="478722"/>
                    </a:cubicBezTo>
                    <a:cubicBezTo>
                      <a:pt x="107328" y="457938"/>
                      <a:pt x="69364" y="425087"/>
                      <a:pt x="42439" y="383744"/>
                    </a:cubicBezTo>
                    <a:cubicBezTo>
                      <a:pt x="14693" y="341209"/>
                      <a:pt x="0" y="291746"/>
                      <a:pt x="0" y="240793"/>
                    </a:cubicBezTo>
                    <a:cubicBezTo>
                      <a:pt x="0" y="189840"/>
                      <a:pt x="14693" y="140452"/>
                      <a:pt x="42439" y="97917"/>
                    </a:cubicBezTo>
                    <a:cubicBezTo>
                      <a:pt x="69364" y="56499"/>
                      <a:pt x="107328" y="23648"/>
                      <a:pt x="152079" y="2864"/>
                    </a:cubicBezTo>
                    <a:cubicBezTo>
                      <a:pt x="159835" y="-711"/>
                      <a:pt x="168301" y="-823"/>
                      <a:pt x="175731" y="1886"/>
                    </a:cubicBezTo>
                    <a:close/>
                  </a:path>
                </a:pathLst>
              </a:custGeom>
              <a:solidFill>
                <a:schemeClr val="bg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dirty="0">
                  <a:solidFill>
                    <a:schemeClr val="bg1"/>
                  </a:solidFill>
                </a:endParaRPr>
              </a:p>
            </p:txBody>
          </p:sp>
          <p:sp>
            <p:nvSpPr>
              <p:cNvPr id="28" name="iṥḷïdè"/>
              <p:cNvSpPr/>
              <p:nvPr/>
            </p:nvSpPr>
            <p:spPr>
              <a:xfrm>
                <a:off x="6749401" y="4354519"/>
                <a:ext cx="687776" cy="639512"/>
              </a:xfrm>
              <a:custGeom>
                <a:avLst/>
                <a:gdLst>
                  <a:gd name="T0" fmla="*/ 3685 w 4081"/>
                  <a:gd name="T1" fmla="*/ 0 h 3800"/>
                  <a:gd name="T2" fmla="*/ 396 w 4081"/>
                  <a:gd name="T3" fmla="*/ 0 h 3800"/>
                  <a:gd name="T4" fmla="*/ 0 w 4081"/>
                  <a:gd name="T5" fmla="*/ 396 h 3800"/>
                  <a:gd name="T6" fmla="*/ 0 w 4081"/>
                  <a:gd name="T7" fmla="*/ 2659 h 3800"/>
                  <a:gd name="T8" fmla="*/ 396 w 4081"/>
                  <a:gd name="T9" fmla="*/ 3055 h 3800"/>
                  <a:gd name="T10" fmla="*/ 1510 w 4081"/>
                  <a:gd name="T11" fmla="*/ 3055 h 3800"/>
                  <a:gd name="T12" fmla="*/ 1115 w 4081"/>
                  <a:gd name="T13" fmla="*/ 3671 h 3800"/>
                  <a:gd name="T14" fmla="*/ 1071 w 4081"/>
                  <a:gd name="T15" fmla="*/ 3745 h 3800"/>
                  <a:gd name="T16" fmla="*/ 1137 w 4081"/>
                  <a:gd name="T17" fmla="*/ 3800 h 3800"/>
                  <a:gd name="T18" fmla="*/ 2944 w 4081"/>
                  <a:gd name="T19" fmla="*/ 3800 h 3800"/>
                  <a:gd name="T20" fmla="*/ 3010 w 4081"/>
                  <a:gd name="T21" fmla="*/ 3745 h 3800"/>
                  <a:gd name="T22" fmla="*/ 2966 w 4081"/>
                  <a:gd name="T23" fmla="*/ 3671 h 3800"/>
                  <a:gd name="T24" fmla="*/ 2571 w 4081"/>
                  <a:gd name="T25" fmla="*/ 3055 h 3800"/>
                  <a:gd name="T26" fmla="*/ 3685 w 4081"/>
                  <a:gd name="T27" fmla="*/ 3055 h 3800"/>
                  <a:gd name="T28" fmla="*/ 4081 w 4081"/>
                  <a:gd name="T29" fmla="*/ 2659 h 3800"/>
                  <a:gd name="T30" fmla="*/ 4081 w 4081"/>
                  <a:gd name="T31" fmla="*/ 396 h 3800"/>
                  <a:gd name="T32" fmla="*/ 3685 w 4081"/>
                  <a:gd name="T33" fmla="*/ 0 h 3800"/>
                  <a:gd name="T34" fmla="*/ 2040 w 4081"/>
                  <a:gd name="T35" fmla="*/ 2764 h 3800"/>
                  <a:gd name="T36" fmla="*/ 1922 w 4081"/>
                  <a:gd name="T37" fmla="*/ 2646 h 3800"/>
                  <a:gd name="T38" fmla="*/ 2040 w 4081"/>
                  <a:gd name="T39" fmla="*/ 2528 h 3800"/>
                  <a:gd name="T40" fmla="*/ 2159 w 4081"/>
                  <a:gd name="T41" fmla="*/ 2646 h 3800"/>
                  <a:gd name="T42" fmla="*/ 2040 w 4081"/>
                  <a:gd name="T43" fmla="*/ 2764 h 3800"/>
                  <a:gd name="T44" fmla="*/ 3814 w 4081"/>
                  <a:gd name="T45" fmla="*/ 2315 h 3800"/>
                  <a:gd name="T46" fmla="*/ 267 w 4081"/>
                  <a:gd name="T47" fmla="*/ 2315 h 3800"/>
                  <a:gd name="T48" fmla="*/ 267 w 4081"/>
                  <a:gd name="T49" fmla="*/ 396 h 3800"/>
                  <a:gd name="T50" fmla="*/ 396 w 4081"/>
                  <a:gd name="T51" fmla="*/ 267 h 3800"/>
                  <a:gd name="T52" fmla="*/ 3685 w 4081"/>
                  <a:gd name="T53" fmla="*/ 267 h 3800"/>
                  <a:gd name="T54" fmla="*/ 3814 w 4081"/>
                  <a:gd name="T55" fmla="*/ 396 h 3800"/>
                  <a:gd name="T56" fmla="*/ 3814 w 4081"/>
                  <a:gd name="T57" fmla="*/ 2315 h 3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081" h="3800">
                    <a:moveTo>
                      <a:pt x="3685" y="0"/>
                    </a:moveTo>
                    <a:lnTo>
                      <a:pt x="396" y="0"/>
                    </a:lnTo>
                    <a:cubicBezTo>
                      <a:pt x="178" y="0"/>
                      <a:pt x="0" y="178"/>
                      <a:pt x="0" y="396"/>
                    </a:cubicBezTo>
                    <a:lnTo>
                      <a:pt x="0" y="2659"/>
                    </a:lnTo>
                    <a:cubicBezTo>
                      <a:pt x="0" y="2878"/>
                      <a:pt x="178" y="3055"/>
                      <a:pt x="396" y="3055"/>
                    </a:cubicBezTo>
                    <a:lnTo>
                      <a:pt x="1510" y="3055"/>
                    </a:lnTo>
                    <a:cubicBezTo>
                      <a:pt x="1511" y="3233"/>
                      <a:pt x="1463" y="3553"/>
                      <a:pt x="1115" y="3671"/>
                    </a:cubicBezTo>
                    <a:cubicBezTo>
                      <a:pt x="1084" y="3681"/>
                      <a:pt x="1066" y="3712"/>
                      <a:pt x="1071" y="3745"/>
                    </a:cubicBezTo>
                    <a:cubicBezTo>
                      <a:pt x="1076" y="3777"/>
                      <a:pt x="1104" y="3800"/>
                      <a:pt x="1137" y="3800"/>
                    </a:cubicBezTo>
                    <a:lnTo>
                      <a:pt x="2944" y="3800"/>
                    </a:lnTo>
                    <a:cubicBezTo>
                      <a:pt x="2977" y="3800"/>
                      <a:pt x="3005" y="3777"/>
                      <a:pt x="3010" y="3745"/>
                    </a:cubicBezTo>
                    <a:cubicBezTo>
                      <a:pt x="3015" y="3712"/>
                      <a:pt x="2997" y="3681"/>
                      <a:pt x="2966" y="3671"/>
                    </a:cubicBezTo>
                    <a:cubicBezTo>
                      <a:pt x="2618" y="3553"/>
                      <a:pt x="2570" y="3233"/>
                      <a:pt x="2571" y="3055"/>
                    </a:cubicBezTo>
                    <a:lnTo>
                      <a:pt x="3685" y="3055"/>
                    </a:lnTo>
                    <a:cubicBezTo>
                      <a:pt x="3903" y="3055"/>
                      <a:pt x="4081" y="2878"/>
                      <a:pt x="4081" y="2659"/>
                    </a:cubicBezTo>
                    <a:lnTo>
                      <a:pt x="4081" y="396"/>
                    </a:lnTo>
                    <a:cubicBezTo>
                      <a:pt x="4081" y="178"/>
                      <a:pt x="3903" y="0"/>
                      <a:pt x="3685" y="0"/>
                    </a:cubicBezTo>
                    <a:close/>
                    <a:moveTo>
                      <a:pt x="2040" y="2764"/>
                    </a:moveTo>
                    <a:cubicBezTo>
                      <a:pt x="1975" y="2764"/>
                      <a:pt x="1922" y="2711"/>
                      <a:pt x="1922" y="2646"/>
                    </a:cubicBezTo>
                    <a:cubicBezTo>
                      <a:pt x="1922" y="2581"/>
                      <a:pt x="1975" y="2528"/>
                      <a:pt x="2040" y="2528"/>
                    </a:cubicBezTo>
                    <a:cubicBezTo>
                      <a:pt x="2106" y="2528"/>
                      <a:pt x="2159" y="2581"/>
                      <a:pt x="2159" y="2646"/>
                    </a:cubicBezTo>
                    <a:cubicBezTo>
                      <a:pt x="2159" y="2711"/>
                      <a:pt x="2106" y="2764"/>
                      <a:pt x="2040" y="2764"/>
                    </a:cubicBezTo>
                    <a:close/>
                    <a:moveTo>
                      <a:pt x="3814" y="2315"/>
                    </a:moveTo>
                    <a:lnTo>
                      <a:pt x="267" y="2315"/>
                    </a:lnTo>
                    <a:lnTo>
                      <a:pt x="267" y="396"/>
                    </a:lnTo>
                    <a:cubicBezTo>
                      <a:pt x="267" y="325"/>
                      <a:pt x="325" y="267"/>
                      <a:pt x="396" y="267"/>
                    </a:cubicBezTo>
                    <a:lnTo>
                      <a:pt x="3685" y="267"/>
                    </a:lnTo>
                    <a:cubicBezTo>
                      <a:pt x="3756" y="267"/>
                      <a:pt x="3814" y="325"/>
                      <a:pt x="3814" y="396"/>
                    </a:cubicBezTo>
                    <a:lnTo>
                      <a:pt x="3814" y="2315"/>
                    </a:lnTo>
                    <a:close/>
                  </a:path>
                </a:pathLst>
              </a:custGeom>
              <a:solidFill>
                <a:schemeClr val="bg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dirty="0">
                  <a:solidFill>
                    <a:schemeClr val="bg1"/>
                  </a:solidFill>
                </a:endParaRPr>
              </a:p>
            </p:txBody>
          </p:sp>
        </p:grpSp>
        <p:sp>
          <p:nvSpPr>
            <p:cNvPr id="8" name="îŝ1ïḑ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5249C4BC-BEEB-4E93-BB28-34C84752D1F0}"/>
                </a:ext>
              </a:extLst>
            </p:cNvPr>
            <p:cNvSpPr txBox="1"/>
            <p:nvPr/>
          </p:nvSpPr>
          <p:spPr bwMode="auto">
            <a:xfrm>
              <a:off x="1663200" y="1606639"/>
              <a:ext cx="1768290" cy="410296"/>
            </a:xfrm>
            <a:prstGeom prst="rect">
              <a:avLst/>
            </a:prstGeom>
            <a:noFill/>
            <a:ln>
              <a:noFill/>
            </a:ln>
          </p:spPr>
          <p:txBody>
            <a:bodyPr wrap="square" lIns="91440" tIns="45720" rIns="91440" bIns="45720" anchor="ctr" anchorCtr="0">
              <a:normAutofit fontScale="775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r>
                <a:rPr lang="zh-CN" altLang="en-US" sz="1600" b="1" dirty="0"/>
                <a:t>测试</a:t>
              </a:r>
              <a:r>
                <a:rPr lang="zh-CN" altLang="en-US" sz="1600" b="1" dirty="0" smtClean="0"/>
                <a:t>工具</a:t>
              </a:r>
              <a:r>
                <a:rPr lang="en-US" altLang="zh-CN" sz="1600" dirty="0"/>
                <a:t>Multi-Mechanize</a:t>
              </a:r>
            </a:p>
            <a:p>
              <a:pPr algn="r" eaLnBrk="1" hangingPunct="1">
                <a:lnSpc>
                  <a:spcPct val="100000"/>
                </a:lnSpc>
                <a:spcBef>
                  <a:spcPct val="0"/>
                </a:spcBef>
                <a:buFontTx/>
                <a:buNone/>
              </a:pPr>
              <a:endParaRPr lang="en-US" altLang="zh-CN" sz="1600" b="1" dirty="0"/>
            </a:p>
          </p:txBody>
        </p:sp>
        <p:sp>
          <p:nvSpPr>
            <p:cNvPr id="11" name="î$ḷíḋ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5249C4BC-BEEB-4E93-BB28-34C84752D1F0}"/>
                </a:ext>
              </a:extLst>
            </p:cNvPr>
            <p:cNvSpPr txBox="1"/>
            <p:nvPr/>
          </p:nvSpPr>
          <p:spPr bwMode="auto">
            <a:xfrm>
              <a:off x="1566431" y="3879928"/>
              <a:ext cx="1768290" cy="410296"/>
            </a:xfrm>
            <a:prstGeom prst="rect">
              <a:avLst/>
            </a:prstGeom>
            <a:noFill/>
            <a:ln>
              <a:noFill/>
            </a:ln>
          </p:spPr>
          <p:txBody>
            <a:bodyPr wrap="square" lIns="91440" tIns="45720" rIns="91440" bIns="45720" anchor="ctr" anchorCtr="0">
              <a:normAutofit fontScale="775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eaLnBrk="1" hangingPunct="1">
                <a:lnSpc>
                  <a:spcPct val="100000"/>
                </a:lnSpc>
                <a:spcBef>
                  <a:spcPct val="0"/>
                </a:spcBef>
                <a:buFontTx/>
                <a:buNone/>
              </a:pPr>
              <a:r>
                <a:rPr lang="zh-CN" altLang="en-US" sz="1600" b="1" dirty="0" smtClean="0"/>
                <a:t>数据同步工具：</a:t>
              </a:r>
              <a:r>
                <a:rPr lang="en-US" altLang="zh-CN" sz="1600" b="1" dirty="0" smtClean="0"/>
                <a:t>Canal</a:t>
              </a:r>
              <a:endParaRPr lang="en-US" altLang="zh-CN" sz="1600" b="1" dirty="0"/>
            </a:p>
          </p:txBody>
        </p:sp>
        <p:sp>
          <p:nvSpPr>
            <p:cNvPr id="12" name="iślîḍ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5249C4BC-BEEB-4E93-BB28-34C84752D1F0}"/>
                </a:ext>
              </a:extLst>
            </p:cNvPr>
            <p:cNvSpPr txBox="1"/>
            <p:nvPr/>
          </p:nvSpPr>
          <p:spPr bwMode="auto">
            <a:xfrm>
              <a:off x="8216802" y="1714936"/>
              <a:ext cx="1768290" cy="410296"/>
            </a:xfrm>
            <a:prstGeom prst="rect">
              <a:avLst/>
            </a:prstGeom>
            <a:noFill/>
            <a:ln>
              <a:noFill/>
            </a:ln>
          </p:spPr>
          <p:txBody>
            <a:bodyPr wrap="square" lIns="91440" tIns="45720" rIns="91440" bIns="45720" anchor="ctr" anchorCtr="0">
              <a:normAutofit fontScale="92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lnSpc>
                  <a:spcPct val="100000"/>
                </a:lnSpc>
                <a:spcBef>
                  <a:spcPct val="0"/>
                </a:spcBef>
                <a:buFontTx/>
                <a:buNone/>
              </a:pPr>
              <a:r>
                <a:rPr lang="zh-CN" altLang="en-US" sz="1600" b="1" dirty="0" smtClean="0"/>
                <a:t>部署工具： </a:t>
              </a:r>
              <a:r>
                <a:rPr lang="en-US" altLang="zh-CN" sz="1600" b="1" dirty="0" err="1" smtClean="0"/>
                <a:t>Ansible</a:t>
              </a:r>
              <a:endParaRPr lang="en-US" altLang="zh-CN" sz="1600" b="1" dirty="0"/>
            </a:p>
          </p:txBody>
        </p:sp>
        <p:sp>
          <p:nvSpPr>
            <p:cNvPr id="13" name="îŝļíḓ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5249C4BC-BEEB-4E93-BB28-34C84752D1F0}"/>
                </a:ext>
              </a:extLst>
            </p:cNvPr>
            <p:cNvSpPr txBox="1"/>
            <p:nvPr/>
          </p:nvSpPr>
          <p:spPr bwMode="auto">
            <a:xfrm>
              <a:off x="8844580" y="4121136"/>
              <a:ext cx="1768290" cy="410296"/>
            </a:xfrm>
            <a:prstGeom prst="rect">
              <a:avLst/>
            </a:prstGeom>
            <a:noFill/>
            <a:ln>
              <a:noFill/>
            </a:ln>
          </p:spPr>
          <p:txBody>
            <a:bodyPr wrap="square" lIns="91440" tIns="45720" rIns="91440" bIns="45720" anchor="ctr" anchorCtr="0">
              <a:normAutofit fontScale="775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spcBef>
                  <a:spcPct val="0"/>
                </a:spcBef>
              </a:pPr>
              <a:r>
                <a:rPr lang="zh-CN" altLang="en-US" sz="1600" b="1" dirty="0" smtClean="0"/>
                <a:t>监控工具：</a:t>
              </a:r>
              <a:r>
                <a:rPr lang="en-US" altLang="zh-CN" sz="1600" dirty="0" smtClean="0"/>
                <a:t>Prometheus</a:t>
              </a:r>
              <a:endParaRPr lang="zh-CN" altLang="en-US" sz="1600" dirty="0"/>
            </a:p>
          </p:txBody>
        </p:sp>
      </p:grpSp>
    </p:spTree>
    <p:extLst>
      <p:ext uri="{BB962C8B-B14F-4D97-AF65-F5344CB8AC3E}">
        <p14:creationId xmlns:p14="http://schemas.microsoft.com/office/powerpoint/2010/main" val="423900608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smtClean="0"/>
              <a:t>Peter</a:t>
            </a:r>
            <a:r>
              <a:rPr lang="zh-CN" altLang="en-US" dirty="0" smtClean="0"/>
              <a:t>的一封邮件：关于专项的思考</a:t>
            </a:r>
            <a:endParaRPr lang="zh-CN" altLang="en-US" dirty="0"/>
          </a:p>
        </p:txBody>
      </p:sp>
      <p:pic>
        <p:nvPicPr>
          <p:cNvPr id="297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130" y="935468"/>
            <a:ext cx="10525446" cy="5733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8127157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i="1" dirty="0" smtClean="0"/>
              <a:t>2020.3.1 ~ 2020.4.30</a:t>
            </a:r>
            <a:endParaRPr lang="zh-CN" altLang="en-US" i="1" dirty="0"/>
          </a:p>
        </p:txBody>
      </p:sp>
      <p:sp>
        <p:nvSpPr>
          <p:cNvPr id="9" name="文本框 8">
            <a:extLst>
              <a:ext uri="{FF2B5EF4-FFF2-40B4-BE49-F238E27FC236}">
                <a16:creationId xmlns="" xmlns:a16="http://schemas.microsoft.com/office/drawing/2014/main" id="{04F69230-F3A6-4586-9371-A858F4763E9F}"/>
              </a:ext>
            </a:extLst>
          </p:cNvPr>
          <p:cNvSpPr txBox="1"/>
          <p:nvPr/>
        </p:nvSpPr>
        <p:spPr>
          <a:xfrm>
            <a:off x="1363203" y="2536371"/>
            <a:ext cx="3444324" cy="889909"/>
          </a:xfrm>
          <a:prstGeom prst="rect">
            <a:avLst/>
          </a:prstGeom>
          <a:noFill/>
          <a:ln w="117475">
            <a:noFill/>
          </a:ln>
        </p:spPr>
        <p:txBody>
          <a:bodyPr wrap="none" rtlCol="0">
            <a:prstTxWarp prst="textPlain">
              <a:avLst/>
            </a:prstTxWarp>
            <a:spAutoFit/>
          </a:bodyPr>
          <a:lstStyle/>
          <a:p>
            <a:r>
              <a:rPr lang="en-US" altLang="zh-CN" b="1" spc="100" dirty="0" smtClean="0">
                <a:solidFill>
                  <a:schemeClr val="accent1"/>
                </a:solidFill>
                <a:latin typeface="微软雅黑" panose="020B0503020204020204" pitchFamily="34" charset="-122"/>
                <a:ea typeface="微软雅黑" panose="020B0503020204020204" pitchFamily="34" charset="-122"/>
                <a:cs typeface="Arial" panose="020B0604020202020204" pitchFamily="34" charset="0"/>
              </a:rPr>
              <a:t>DCDB</a:t>
            </a:r>
            <a:r>
              <a:rPr lang="zh-CN" altLang="en-US" b="1" spc="100" dirty="0" smtClean="0">
                <a:solidFill>
                  <a:schemeClr val="accent1"/>
                </a:solidFill>
                <a:latin typeface="微软雅黑" panose="020B0503020204020204" pitchFamily="34" charset="-122"/>
                <a:ea typeface="微软雅黑" panose="020B0503020204020204" pitchFamily="34" charset="-122"/>
                <a:cs typeface="Arial" panose="020B0604020202020204" pitchFamily="34" charset="0"/>
              </a:rPr>
              <a:t>专项</a:t>
            </a:r>
            <a:endParaRPr lang="zh-CN" altLang="en-US" b="1" spc="1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3" name="直接连接符 2">
            <a:extLst>
              <a:ext uri="{FF2B5EF4-FFF2-40B4-BE49-F238E27FC236}">
                <a16:creationId xmlns="" xmlns:a16="http://schemas.microsoft.com/office/drawing/2014/main" id="{49562450-BD64-487C-84B6-244B9AAC3719}"/>
              </a:ext>
            </a:extLst>
          </p:cNvPr>
          <p:cNvCxnSpPr/>
          <p:nvPr/>
        </p:nvCxnSpPr>
        <p:spPr>
          <a:xfrm>
            <a:off x="1363204" y="3730171"/>
            <a:ext cx="5211767"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文本框 38">
            <a:extLst>
              <a:ext uri="{FF2B5EF4-FFF2-40B4-BE49-F238E27FC236}">
                <a16:creationId xmlns="" xmlns:a16="http://schemas.microsoft.com/office/drawing/2014/main" id="{892D4BE8-2462-4A19-A100-EBB5DFBA33D5}"/>
              </a:ext>
            </a:extLst>
          </p:cNvPr>
          <p:cNvSpPr txBox="1"/>
          <p:nvPr/>
        </p:nvSpPr>
        <p:spPr>
          <a:xfrm>
            <a:off x="6639553" y="1088268"/>
            <a:ext cx="7082972" cy="6134949"/>
          </a:xfrm>
          <a:prstGeom prst="rect">
            <a:avLst/>
          </a:prstGeom>
          <a:noFill/>
        </p:spPr>
        <p:txBody>
          <a:bodyPr wrap="square" rtlCol="0">
            <a:prstTxWarp prst="textArchUp">
              <a:avLst>
                <a:gd name="adj" fmla="val 10799999"/>
              </a:avLst>
            </a:prstTxWarp>
            <a:spAutoFit/>
          </a:bodyPr>
          <a:lstStyle/>
          <a:p>
            <a:r>
              <a:rPr lang="en-US" altLang="zh-CN" sz="6000" dirty="0">
                <a:solidFill>
                  <a:srgbClr val="2566BE"/>
                </a:solidFill>
                <a:effectLst>
                  <a:glow rad="63500">
                    <a:schemeClr val="accent5">
                      <a:satMod val="175000"/>
                      <a:alpha val="40000"/>
                    </a:schemeClr>
                  </a:glow>
                </a:effectLst>
              </a:rPr>
              <a:t> </a:t>
            </a:r>
            <a:r>
              <a:rPr lang="en-US" altLang="zh-CN" sz="6000" dirty="0">
                <a:solidFill>
                  <a:srgbClr val="31A4FF"/>
                </a:solidFill>
                <a:effectLst>
                  <a:glow rad="63500">
                    <a:schemeClr val="accent5">
                      <a:satMod val="175000"/>
                      <a:alpha val="40000"/>
                    </a:schemeClr>
                  </a:glow>
                </a:effectLst>
              </a:rPr>
              <a:t> </a:t>
            </a:r>
            <a:r>
              <a:rPr lang="en-US" altLang="zh-CN" sz="2400" spc="600" dirty="0" smtClean="0">
                <a:solidFill>
                  <a:schemeClr val="accent3"/>
                </a:solidFill>
                <a:effectLst>
                  <a:glow rad="63500">
                    <a:schemeClr val="accent5">
                      <a:satMod val="175000"/>
                      <a:alpha val="20000"/>
                    </a:schemeClr>
                  </a:glow>
                </a:effectLst>
              </a:rPr>
              <a:t>DISTRIBUTED DATABASE</a:t>
            </a:r>
            <a:endParaRPr lang="zh-CN" altLang="en-US" sz="4000" spc="600" dirty="0">
              <a:solidFill>
                <a:schemeClr val="accent3"/>
              </a:solidFill>
              <a:effectLst>
                <a:glow rad="63500">
                  <a:schemeClr val="accent5">
                    <a:satMod val="175000"/>
                    <a:alpha val="20000"/>
                  </a:schemeClr>
                </a:glow>
              </a:effectLst>
            </a:endParaRPr>
          </a:p>
        </p:txBody>
      </p:sp>
    </p:spTree>
    <p:extLst>
      <p:ext uri="{BB962C8B-B14F-4D97-AF65-F5344CB8AC3E}">
        <p14:creationId xmlns:p14="http://schemas.microsoft.com/office/powerpoint/2010/main" val="73065157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专项愿景</a:t>
            </a:r>
            <a:endParaRPr lang="zh-CN" altLang="en-US" dirty="0"/>
          </a:p>
        </p:txBody>
      </p:sp>
      <p:sp>
        <p:nvSpPr>
          <p:cNvPr id="7" name="文本框 3"/>
          <p:cNvSpPr txBox="1">
            <a:spLocks noChangeAspect="1"/>
          </p:cNvSpPr>
          <p:nvPr/>
        </p:nvSpPr>
        <p:spPr>
          <a:xfrm>
            <a:off x="617792" y="1196752"/>
            <a:ext cx="10934700" cy="4896544"/>
          </a:xfrm>
          <a:prstGeom prst="rect">
            <a:avLst/>
          </a:prstGeom>
          <a:noFill/>
        </p:spPr>
        <p:txBody>
          <a:bodyPr wrap="square" rtlCol="0">
            <a:noAutofit/>
          </a:bodyPr>
          <a:lstStyle/>
          <a:p>
            <a:pPr marL="342900" indent="-34290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设计的集群最大规模，在 </a:t>
            </a:r>
            <a:r>
              <a:rPr lang="en-US" altLang="zh-CN" sz="2000" b="1" dirty="0">
                <a:solidFill>
                  <a:srgbClr val="FF0000"/>
                </a:solidFill>
                <a:latin typeface="微软雅黑" panose="020B0503020204020204" pitchFamily="34" charset="-122"/>
                <a:ea typeface="微软雅黑" panose="020B0503020204020204" pitchFamily="34" charset="-122"/>
              </a:rPr>
              <a:t>1000</a:t>
            </a:r>
            <a:r>
              <a:rPr lang="zh-CN" altLang="en-US" sz="2000" b="1" dirty="0">
                <a:solidFill>
                  <a:srgbClr val="FF0000"/>
                </a:solidFill>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个节点情况下，能支持 </a:t>
            </a:r>
            <a:r>
              <a:rPr lang="en-US" altLang="zh-CN" sz="2000" b="1" dirty="0">
                <a:solidFill>
                  <a:srgbClr val="FF0000"/>
                </a:solidFill>
                <a:latin typeface="微软雅黑" panose="020B0503020204020204" pitchFamily="34" charset="-122"/>
                <a:ea typeface="微软雅黑" panose="020B0503020204020204" pitchFamily="34" charset="-122"/>
              </a:rPr>
              <a:t>18</a:t>
            </a:r>
            <a:r>
              <a:rPr lang="zh-CN" altLang="en-US" sz="2000" b="1" dirty="0">
                <a:solidFill>
                  <a:srgbClr val="FF0000"/>
                </a:solidFill>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种数据类型，单节点 </a:t>
            </a:r>
            <a:r>
              <a:rPr lang="en-US" altLang="zh-CN" sz="2000" b="1" dirty="0">
                <a:solidFill>
                  <a:srgbClr val="FF0000"/>
                </a:solidFill>
                <a:latin typeface="微软雅黑" panose="020B0503020204020204" pitchFamily="34" charset="-122"/>
                <a:ea typeface="微软雅黑" panose="020B0503020204020204" pitchFamily="34" charset="-122"/>
              </a:rPr>
              <a:t>1T</a:t>
            </a:r>
            <a:r>
              <a:rPr lang="zh-CN" altLang="en-US" sz="2000" dirty="0">
                <a:latin typeface="微软雅黑" panose="020B0503020204020204" pitchFamily="34" charset="-122"/>
                <a:ea typeface="微软雅黑" panose="020B0503020204020204" pitchFamily="34" charset="-122"/>
              </a:rPr>
              <a:t> 数据容量，集群整体 </a:t>
            </a:r>
            <a:r>
              <a:rPr lang="en-US" altLang="zh-CN" sz="2000" b="1" dirty="0">
                <a:solidFill>
                  <a:srgbClr val="FF0000"/>
                </a:solidFill>
                <a:latin typeface="微软雅黑" panose="020B0503020204020204" pitchFamily="34" charset="-122"/>
                <a:ea typeface="微软雅黑" panose="020B0503020204020204" pitchFamily="34" charset="-122"/>
              </a:rPr>
              <a:t>1P</a:t>
            </a:r>
            <a:r>
              <a:rPr lang="zh-CN" altLang="en-US" sz="2000" dirty="0">
                <a:latin typeface="微软雅黑" panose="020B0503020204020204" pitchFamily="34" charset="-122"/>
                <a:ea typeface="微软雅黑" panose="020B0503020204020204" pitchFamily="34" charset="-122"/>
              </a:rPr>
              <a:t> 容量</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000" dirty="0" smtClean="0">
                <a:latin typeface="微软雅黑" panose="020B0503020204020204" pitchFamily="34" charset="-122"/>
                <a:ea typeface="微软雅黑" panose="020B0503020204020204" pitchFamily="34" charset="-122"/>
              </a:rPr>
              <a:t>在</a:t>
            </a:r>
            <a:r>
              <a:rPr lang="zh-CN" altLang="en-US" sz="2000" dirty="0">
                <a:latin typeface="微软雅黑" panose="020B0503020204020204" pitchFamily="34" charset="-122"/>
                <a:ea typeface="微软雅黑" panose="020B0503020204020204" pitchFamily="34" charset="-122"/>
              </a:rPr>
              <a:t>基准数据测试下，</a:t>
            </a:r>
            <a:r>
              <a:rPr lang="zh-CN" altLang="en-US" sz="2000" dirty="0" smtClean="0">
                <a:latin typeface="微软雅黑" panose="020B0503020204020204" pitchFamily="34" charset="-122"/>
                <a:ea typeface="微软雅黑" panose="020B0503020204020204" pitchFamily="34" charset="-122"/>
              </a:rPr>
              <a:t>集群单节点读写</a:t>
            </a:r>
            <a:r>
              <a:rPr lang="zh-CN" altLang="en-US" sz="2000" dirty="0">
                <a:latin typeface="微软雅黑" panose="020B0503020204020204" pitchFamily="34" charset="-122"/>
                <a:ea typeface="微软雅黑" panose="020B0503020204020204" pitchFamily="34" charset="-122"/>
              </a:rPr>
              <a:t>性能达到</a:t>
            </a:r>
            <a:r>
              <a:rPr lang="en-US" altLang="zh-CN" sz="2000" dirty="0">
                <a:latin typeface="微软雅黑" panose="020B0503020204020204" pitchFamily="34" charset="-122"/>
                <a:ea typeface="微软雅黑" panose="020B0503020204020204" pitchFamily="34" charset="-122"/>
              </a:rPr>
              <a:t>write</a:t>
            </a:r>
            <a:r>
              <a:rPr lang="zh-CN" altLang="en-US" sz="2000" dirty="0">
                <a:latin typeface="微软雅黑" panose="020B0503020204020204" pitchFamily="34" charset="-122"/>
                <a:ea typeface="微软雅黑" panose="020B0503020204020204" pitchFamily="34" charset="-122"/>
              </a:rPr>
              <a:t>不</a:t>
            </a:r>
            <a:r>
              <a:rPr lang="zh-CN" altLang="en-US" sz="2000" dirty="0" smtClean="0">
                <a:latin typeface="微软雅黑" panose="020B0503020204020204" pitchFamily="34" charset="-122"/>
                <a:ea typeface="微软雅黑" panose="020B0503020204020204" pitchFamily="34" charset="-122"/>
              </a:rPr>
              <a:t>低于</a:t>
            </a:r>
            <a:r>
              <a:rPr lang="en-US" altLang="zh-CN" sz="2000" b="1" dirty="0">
                <a:solidFill>
                  <a:srgbClr val="FF0000"/>
                </a:solidFill>
                <a:latin typeface="微软雅黑" panose="020B0503020204020204" pitchFamily="34" charset="-122"/>
                <a:ea typeface="微软雅黑" panose="020B0503020204020204" pitchFamily="34" charset="-122"/>
              </a:rPr>
              <a:t>2</a:t>
            </a:r>
            <a:r>
              <a:rPr lang="en-US" altLang="zh-CN" sz="2000" b="1" dirty="0" smtClean="0">
                <a:solidFill>
                  <a:srgbClr val="FF0000"/>
                </a:solidFill>
                <a:latin typeface="微软雅黑" panose="020B0503020204020204" pitchFamily="34" charset="-122"/>
                <a:ea typeface="微软雅黑" panose="020B0503020204020204" pitchFamily="34" charset="-122"/>
              </a:rPr>
              <a:t>000</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QPS</a:t>
            </a:r>
            <a:r>
              <a:rPr lang="zh-CN" altLang="en-US" sz="2000" dirty="0">
                <a:latin typeface="微软雅黑" panose="020B0503020204020204" pitchFamily="34" charset="-122"/>
                <a:ea typeface="微软雅黑" panose="020B0503020204020204" pitchFamily="34" charset="-122"/>
              </a:rPr>
              <a:t>，单次</a:t>
            </a:r>
            <a:r>
              <a:rPr lang="en-US" altLang="zh-CN" sz="2000" dirty="0">
                <a:latin typeface="微软雅黑" panose="020B0503020204020204" pitchFamily="34" charset="-122"/>
                <a:ea typeface="微软雅黑" panose="020B0503020204020204" pitchFamily="34" charset="-122"/>
              </a:rPr>
              <a:t>write</a:t>
            </a:r>
            <a:r>
              <a:rPr lang="zh-CN" altLang="en-US" sz="2000" dirty="0" smtClean="0">
                <a:latin typeface="微软雅黑" panose="020B0503020204020204" pitchFamily="34" charset="-122"/>
                <a:ea typeface="微软雅黑" panose="020B0503020204020204" pitchFamily="34" charset="-122"/>
              </a:rPr>
              <a:t>不超过</a:t>
            </a:r>
            <a:r>
              <a:rPr lang="zh-CN" altLang="en-US" sz="2000" dirty="0">
                <a:latin typeface="微软雅黑" panose="020B0503020204020204" pitchFamily="34" charset="-122"/>
                <a:ea typeface="微软雅黑" panose="020B0503020204020204" pitchFamily="34" charset="-122"/>
              </a:rPr>
              <a:t> </a:t>
            </a:r>
            <a:r>
              <a:rPr lang="en-US" altLang="zh-CN" sz="2000" b="1" dirty="0">
                <a:solidFill>
                  <a:srgbClr val="FF0000"/>
                </a:solidFill>
                <a:latin typeface="微软雅黑" panose="020B0503020204020204" pitchFamily="34" charset="-122"/>
                <a:ea typeface="微软雅黑" panose="020B0503020204020204" pitchFamily="34" charset="-122"/>
              </a:rPr>
              <a:t>50</a:t>
            </a:r>
            <a:r>
              <a:rPr lang="zh-CN" altLang="en-US" sz="2000" dirty="0">
                <a:solidFill>
                  <a:srgbClr val="FF0000"/>
                </a:solidFill>
                <a:latin typeface="微软雅黑" panose="020B0503020204020204" pitchFamily="34" charset="-122"/>
                <a:ea typeface="微软雅黑" panose="020B0503020204020204" pitchFamily="34" charset="-122"/>
              </a:rPr>
              <a:t> </a:t>
            </a:r>
            <a:r>
              <a:rPr lang="en-US" altLang="zh-CN" sz="2000" dirty="0" err="1">
                <a:solidFill>
                  <a:srgbClr val="FF0000"/>
                </a:solidFill>
                <a:latin typeface="微软雅黑" panose="020B0503020204020204" pitchFamily="34" charset="-122"/>
                <a:ea typeface="微软雅黑" panose="020B0503020204020204" pitchFamily="34" charset="-122"/>
              </a:rPr>
              <a:t>ms</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read</a:t>
            </a:r>
            <a:r>
              <a:rPr lang="zh-CN" altLang="en-US" sz="2000" dirty="0">
                <a:latin typeface="微软雅黑" panose="020B0503020204020204" pitchFamily="34" charset="-122"/>
                <a:ea typeface="微软雅黑" panose="020B0503020204020204" pitchFamily="34" charset="-122"/>
              </a:rPr>
              <a:t>性能达到不</a:t>
            </a:r>
            <a:r>
              <a:rPr lang="zh-CN" altLang="en-US" sz="2000" dirty="0" smtClean="0">
                <a:latin typeface="微软雅黑" panose="020B0503020204020204" pitchFamily="34" charset="-122"/>
                <a:ea typeface="微软雅黑" panose="020B0503020204020204" pitchFamily="34" charset="-122"/>
              </a:rPr>
              <a:t>低于</a:t>
            </a:r>
            <a:r>
              <a:rPr lang="en-US" altLang="zh-CN" sz="2000" b="1" dirty="0" smtClean="0">
                <a:solidFill>
                  <a:srgbClr val="FF0000"/>
                </a:solidFill>
                <a:latin typeface="微软雅黑" panose="020B0503020204020204" pitchFamily="34" charset="-122"/>
                <a:ea typeface="微软雅黑" panose="020B0503020204020204" pitchFamily="34" charset="-122"/>
              </a:rPr>
              <a:t>4000</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QPS,</a:t>
            </a:r>
            <a:r>
              <a:rPr lang="zh-CN" altLang="en-US" sz="2000" dirty="0">
                <a:latin typeface="微软雅黑" panose="020B0503020204020204" pitchFamily="34" charset="-122"/>
                <a:ea typeface="微软雅黑" panose="020B0503020204020204" pitchFamily="34" charset="-122"/>
              </a:rPr>
              <a:t>单次</a:t>
            </a:r>
            <a:r>
              <a:rPr lang="en-US" altLang="zh-CN" sz="2000" dirty="0">
                <a:latin typeface="微软雅黑" panose="020B0503020204020204" pitchFamily="34" charset="-122"/>
                <a:ea typeface="微软雅黑" panose="020B0503020204020204" pitchFamily="34" charset="-122"/>
              </a:rPr>
              <a:t>read</a:t>
            </a:r>
            <a:r>
              <a:rPr lang="zh-CN" altLang="en-US" sz="2000" dirty="0">
                <a:latin typeface="微软雅黑" panose="020B0503020204020204" pitchFamily="34" charset="-122"/>
                <a:ea typeface="微软雅黑" panose="020B0503020204020204" pitchFamily="34" charset="-122"/>
              </a:rPr>
              <a:t>不超过 </a:t>
            </a:r>
            <a:r>
              <a:rPr lang="en-US" altLang="zh-CN" sz="2000" b="1" dirty="0">
                <a:solidFill>
                  <a:srgbClr val="FF0000"/>
                </a:solidFill>
                <a:latin typeface="微软雅黑" panose="020B0503020204020204" pitchFamily="34" charset="-122"/>
                <a:ea typeface="微软雅黑" panose="020B0503020204020204" pitchFamily="34" charset="-122"/>
              </a:rPr>
              <a:t>20</a:t>
            </a:r>
            <a:r>
              <a:rPr lang="zh-CN" altLang="en-US"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ms</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endParaRPr lang="zh-CN" altLang="en-US" sz="20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对外接口基本兼容</a:t>
            </a:r>
            <a:r>
              <a:rPr lang="en-US" altLang="zh-CN" sz="2000" b="1" dirty="0">
                <a:solidFill>
                  <a:srgbClr val="FF0000"/>
                </a:solidFill>
                <a:latin typeface="微软雅黑" panose="020B0503020204020204" pitchFamily="34" charset="-122"/>
                <a:ea typeface="微软雅黑" panose="020B0503020204020204" pitchFamily="34" charset="-122"/>
              </a:rPr>
              <a:t>MySQL </a:t>
            </a:r>
            <a:r>
              <a:rPr lang="en-US" altLang="zh-CN" sz="2000" b="1" dirty="0">
                <a:latin typeface="微软雅黑" panose="020B0503020204020204" pitchFamily="34" charset="-122"/>
                <a:ea typeface="微软雅黑" panose="020B0503020204020204" pitchFamily="34" charset="-122"/>
              </a:rPr>
              <a:t>5.6</a:t>
            </a:r>
            <a:r>
              <a:rPr lang="zh-CN" altLang="en-US" sz="2000" dirty="0">
                <a:latin typeface="微软雅黑" panose="020B0503020204020204" pitchFamily="34" charset="-122"/>
                <a:ea typeface="微软雅黑" panose="020B0503020204020204" pitchFamily="34" charset="-122"/>
              </a:rPr>
              <a:t>版本协议，支持语法清单见附件</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endParaRPr lang="zh-CN" altLang="en-US" sz="20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基于</a:t>
            </a:r>
            <a:r>
              <a:rPr lang="en-US" altLang="zh-CN" sz="2000" dirty="0">
                <a:latin typeface="微软雅黑" panose="020B0503020204020204" pitchFamily="34" charset="-122"/>
                <a:ea typeface="微软雅黑" panose="020B0503020204020204" pitchFamily="34" charset="-122"/>
              </a:rPr>
              <a:t>Multi Raft </a:t>
            </a:r>
            <a:r>
              <a:rPr lang="zh-CN" altLang="en-US" sz="2000" dirty="0">
                <a:latin typeface="微软雅黑" panose="020B0503020204020204" pitchFamily="34" charset="-122"/>
                <a:ea typeface="微软雅黑" panose="020B0503020204020204" pitchFamily="34" charset="-122"/>
              </a:rPr>
              <a:t>协议保障数据副本一致性，少数节点故障</a:t>
            </a:r>
            <a:r>
              <a:rPr lang="zh-CN" altLang="en-US" sz="2000" b="1" dirty="0">
                <a:solidFill>
                  <a:srgbClr val="FF0000"/>
                </a:solidFill>
                <a:latin typeface="微软雅黑" panose="020B0503020204020204" pitchFamily="34" charset="-122"/>
                <a:ea typeface="微软雅黑" panose="020B0503020204020204" pitchFamily="34" charset="-122"/>
              </a:rPr>
              <a:t>不影响</a:t>
            </a:r>
            <a:r>
              <a:rPr lang="zh-CN" altLang="en-US" sz="2000" dirty="0">
                <a:latin typeface="微软雅黑" panose="020B0503020204020204" pitchFamily="34" charset="-122"/>
                <a:ea typeface="微软雅黑" panose="020B0503020204020204" pitchFamily="34" charset="-122"/>
              </a:rPr>
              <a:t>正常使用</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endParaRPr lang="zh-CN" altLang="en-US" sz="20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rPr>
              <a:t>Share-nothing</a:t>
            </a:r>
            <a:r>
              <a:rPr lang="zh-CN" altLang="en-US" sz="2000" dirty="0">
                <a:latin typeface="微软雅黑" panose="020B0503020204020204" pitchFamily="34" charset="-122"/>
                <a:ea typeface="微软雅黑" panose="020B0503020204020204" pitchFamily="34" charset="-122"/>
              </a:rPr>
              <a:t>架构，存储与计算分离，在线缩扩容对性能影响限制内部的数据自动均衡对外部</a:t>
            </a:r>
            <a:r>
              <a:rPr lang="zh-CN" altLang="en-US" sz="2000" b="1" dirty="0">
                <a:solidFill>
                  <a:srgbClr val="FF0000"/>
                </a:solidFill>
                <a:latin typeface="微软雅黑" panose="020B0503020204020204" pitchFamily="34" charset="-122"/>
                <a:ea typeface="微软雅黑" panose="020B0503020204020204" pitchFamily="34" charset="-122"/>
              </a:rPr>
              <a:t>透明</a:t>
            </a:r>
            <a:r>
              <a:rPr lang="zh-CN" altLang="en-US" sz="2000" dirty="0">
                <a:latin typeface="微软雅黑" panose="020B0503020204020204" pitchFamily="34" charset="-122"/>
                <a:ea typeface="微软雅黑" panose="020B0503020204020204" pitchFamily="34" charset="-122"/>
              </a:rPr>
              <a:t>，新增字段</a:t>
            </a:r>
            <a:r>
              <a:rPr lang="en-US" altLang="zh-CN" sz="2000" dirty="0">
                <a:latin typeface="微软雅黑" panose="020B0503020204020204" pitchFamily="34" charset="-122"/>
                <a:ea typeface="微软雅黑" panose="020B0503020204020204" pitchFamily="34" charset="-122"/>
              </a:rPr>
              <a:t>30s</a:t>
            </a:r>
            <a:r>
              <a:rPr lang="zh-CN" altLang="en-US" sz="2000" dirty="0">
                <a:latin typeface="微软雅黑" panose="020B0503020204020204" pitchFamily="34" charset="-122"/>
                <a:ea typeface="微软雅黑" panose="020B0503020204020204" pitchFamily="34" charset="-122"/>
              </a:rPr>
              <a:t>生效对集群</a:t>
            </a:r>
            <a:r>
              <a:rPr lang="zh-CN" altLang="en-US" sz="2000" b="1" dirty="0">
                <a:solidFill>
                  <a:srgbClr val="FF0000"/>
                </a:solidFill>
                <a:latin typeface="微软雅黑" panose="020B0503020204020204" pitchFamily="34" charset="-122"/>
                <a:ea typeface="微软雅黑" panose="020B0503020204020204" pitchFamily="34" charset="-122"/>
              </a:rPr>
              <a:t>无</a:t>
            </a:r>
            <a:r>
              <a:rPr lang="zh-CN" altLang="en-US" sz="2000" b="1" dirty="0" smtClean="0">
                <a:solidFill>
                  <a:srgbClr val="FF0000"/>
                </a:solidFill>
                <a:latin typeface="微软雅黑" panose="020B0503020204020204" pitchFamily="34" charset="-122"/>
                <a:ea typeface="微软雅黑" panose="020B0503020204020204" pitchFamily="34" charset="-122"/>
              </a:rPr>
              <a:t>影响</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3759853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战略目标</a:t>
            </a:r>
            <a:endParaRPr lang="zh-CN" altLang="en-US" dirty="0"/>
          </a:p>
        </p:txBody>
      </p:sp>
      <p:graphicFrame>
        <p:nvGraphicFramePr>
          <p:cNvPr id="5" name="图示 4"/>
          <p:cNvGraphicFramePr/>
          <p:nvPr>
            <p:extLst>
              <p:ext uri="{D42A27DB-BD31-4B8C-83A1-F6EECF244321}">
                <p14:modId xmlns:p14="http://schemas.microsoft.com/office/powerpoint/2010/main" val="3833988105"/>
              </p:ext>
            </p:extLst>
          </p:nvPr>
        </p:nvGraphicFramePr>
        <p:xfrm>
          <a:off x="600941" y="1274601"/>
          <a:ext cx="10934700" cy="51552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2296747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战术目标</a:t>
            </a:r>
            <a:endParaRPr lang="zh-CN" altLang="en-US" dirty="0"/>
          </a:p>
        </p:txBody>
      </p:sp>
      <p:graphicFrame>
        <p:nvGraphicFramePr>
          <p:cNvPr id="6" name="图示 5"/>
          <p:cNvGraphicFramePr/>
          <p:nvPr>
            <p:extLst>
              <p:ext uri="{D42A27DB-BD31-4B8C-83A1-F6EECF244321}">
                <p14:modId xmlns:p14="http://schemas.microsoft.com/office/powerpoint/2010/main" val="1964897355"/>
              </p:ext>
            </p:extLst>
          </p:nvPr>
        </p:nvGraphicFramePr>
        <p:xfrm>
          <a:off x="600941" y="1274601"/>
          <a:ext cx="10934700" cy="50993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7823208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疫情来袭：不让实习的专项组成员</a:t>
            </a:r>
            <a:r>
              <a:rPr lang="en-US" altLang="zh-CN" dirty="0" smtClean="0"/>
              <a:t>@</a:t>
            </a:r>
            <a:r>
              <a:rPr lang="zh-CN" altLang="en-US" dirty="0" smtClean="0"/>
              <a:t>吕鑫</a:t>
            </a:r>
            <a:endParaRPr lang="zh-CN" altLang="en-US"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1824" y="1442863"/>
            <a:ext cx="2171700" cy="3857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3882267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借来的</a:t>
            </a:r>
            <a:r>
              <a:rPr lang="en-US" altLang="zh-CN" dirty="0" smtClean="0"/>
              <a:t>10</a:t>
            </a:r>
            <a:r>
              <a:rPr lang="zh-CN" altLang="en-US" dirty="0" smtClean="0"/>
              <a:t>台物理机：来自兄弟团队的支援</a:t>
            </a:r>
            <a:endParaRPr lang="zh-CN" altLang="en-US" dirty="0"/>
          </a:p>
        </p:txBody>
      </p:sp>
      <p:pic>
        <p:nvPicPr>
          <p:cNvPr id="8194" name="Picture 2" descr="D:\work2019\04DCDB专项\上线照片\c63d9e41-410c-46e5-9c9d-d6ceeb176b8e(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8048" y="2852936"/>
            <a:ext cx="5187111" cy="389033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D:\work2019\04DCDB专项\上线照片\7a1f7d2a-ec99-45f9-87cf-32f4eb7f4a58.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376" y="2426922"/>
            <a:ext cx="5752595" cy="4314446"/>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up-b49f60e28b41f1d8eb072809eddee7cf660.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47528" y="756728"/>
            <a:ext cx="7923718" cy="3032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378268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80</a:t>
            </a:r>
            <a:r>
              <a:rPr lang="zh-CN" altLang="en-US" dirty="0"/>
              <a:t>亿</a:t>
            </a:r>
            <a:r>
              <a:rPr lang="zh-CN" altLang="en-US" dirty="0" smtClean="0"/>
              <a:t>数据的挑战，第一次数据同步失败，凌晨</a:t>
            </a:r>
            <a:r>
              <a:rPr lang="en-US" altLang="zh-CN" dirty="0"/>
              <a:t>1</a:t>
            </a:r>
            <a:r>
              <a:rPr lang="zh-CN" altLang="en-US" dirty="0"/>
              <a:t>点</a:t>
            </a:r>
            <a:r>
              <a:rPr lang="zh-CN" altLang="en-US" dirty="0" smtClean="0"/>
              <a:t>的</a:t>
            </a:r>
            <a:r>
              <a:rPr lang="en-US" altLang="zh-CN" dirty="0"/>
              <a:t>PR</a:t>
            </a:r>
            <a:endParaRPr lang="zh-CN" altLang="en-US" dirty="0"/>
          </a:p>
        </p:txBody>
      </p:sp>
      <p:cxnSp>
        <p:nvCxnSpPr>
          <p:cNvPr id="3" name="直接连接符 2"/>
          <p:cNvCxnSpPr/>
          <p:nvPr/>
        </p:nvCxnSpPr>
        <p:spPr>
          <a:xfrm>
            <a:off x="389366" y="980728"/>
            <a:ext cx="11413268" cy="0"/>
          </a:xfrm>
          <a:prstGeom prst="line">
            <a:avLst/>
          </a:prstGeom>
          <a:ln w="12700">
            <a:solidFill>
              <a:srgbClr val="65BA67"/>
            </a:solidFill>
          </a:ln>
        </p:spPr>
        <p:style>
          <a:lnRef idx="1">
            <a:schemeClr val="accent1"/>
          </a:lnRef>
          <a:fillRef idx="0">
            <a:schemeClr val="accent1"/>
          </a:fillRef>
          <a:effectRef idx="0">
            <a:schemeClr val="accent1"/>
          </a:effectRef>
          <a:fontRef idx="minor">
            <a:schemeClr val="tx1"/>
          </a:fontRef>
        </p:style>
      </p:cxnSp>
      <p:pic>
        <p:nvPicPr>
          <p:cNvPr id="276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408" y="980728"/>
            <a:ext cx="9620250" cy="580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9" descr="D:\work2019\04DCDB专项\上线照片\数据同步.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5480" y="2348880"/>
            <a:ext cx="9163050" cy="4133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5387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挑战极限的压力测试：</a:t>
            </a:r>
            <a:r>
              <a:rPr lang="en-US" altLang="zh-CN" dirty="0" smtClean="0"/>
              <a:t>@</a:t>
            </a:r>
            <a:r>
              <a:rPr lang="zh-CN" altLang="en-US" dirty="0" smtClean="0"/>
              <a:t>唐丽敏</a:t>
            </a:r>
            <a:endParaRPr lang="zh-CN" altLang="en-US" dirty="0"/>
          </a:p>
        </p:txBody>
      </p:sp>
      <p:cxnSp>
        <p:nvCxnSpPr>
          <p:cNvPr id="3" name="直接连接符 2"/>
          <p:cNvCxnSpPr/>
          <p:nvPr/>
        </p:nvCxnSpPr>
        <p:spPr>
          <a:xfrm>
            <a:off x="389366" y="980728"/>
            <a:ext cx="11413268" cy="0"/>
          </a:xfrm>
          <a:prstGeom prst="line">
            <a:avLst/>
          </a:prstGeom>
          <a:ln w="12700">
            <a:solidFill>
              <a:srgbClr val="65BA67"/>
            </a:solidFill>
          </a:ln>
        </p:spPr>
        <p:style>
          <a:lnRef idx="1">
            <a:schemeClr val="accent1"/>
          </a:lnRef>
          <a:fillRef idx="0">
            <a:schemeClr val="accent1"/>
          </a:fillRef>
          <a:effectRef idx="0">
            <a:schemeClr val="accent1"/>
          </a:effectRef>
          <a:fontRef idx="minor">
            <a:schemeClr val="tx1"/>
          </a:fontRef>
        </p:style>
      </p:cxnSp>
      <p:sp>
        <p:nvSpPr>
          <p:cNvPr id="4" name="AutoShape 2" descr="worddavafc98c593694ec652646f431ef7a6cb5.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266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070" y="1024769"/>
            <a:ext cx="86106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384" y="1340768"/>
            <a:ext cx="8629650" cy="325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34"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8815" y="1686325"/>
            <a:ext cx="7499433" cy="3902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35"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9487" y="1988840"/>
            <a:ext cx="7426793" cy="3830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AutoShape 13" descr="image2020-2-28_15-58-41.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26638"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2399" y="2487892"/>
            <a:ext cx="6001752" cy="3821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39" name="Picture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63552" y="2784351"/>
            <a:ext cx="7680201" cy="4030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33"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55640" y="3103273"/>
            <a:ext cx="4893186" cy="3754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5302233" y="1045793"/>
            <a:ext cx="6584567" cy="830997"/>
          </a:xfrm>
          <a:prstGeom prst="rect">
            <a:avLst/>
          </a:prstGeom>
        </p:spPr>
        <p:txBody>
          <a:bodyPr wrap="square">
            <a:spAutoFit/>
          </a:bodyPr>
          <a:lstStyle/>
          <a:p>
            <a:pPr marL="285750" indent="-285750">
              <a:buFont typeface="Arial" panose="020B0604020202020204" pitchFamily="34" charset="0"/>
              <a:buChar char="•"/>
            </a:pPr>
            <a:r>
              <a:rPr lang="zh-CN" altLang="en-US" sz="1600" dirty="0" smtClean="0">
                <a:solidFill>
                  <a:srgbClr val="FF0000"/>
                </a:solidFill>
                <a:latin typeface="微软雅黑" panose="020B0503020204020204" pitchFamily="34" charset="-122"/>
                <a:ea typeface="微软雅黑" panose="020B0503020204020204" pitchFamily="34" charset="-122"/>
              </a:rPr>
              <a:t>基准测试历时</a:t>
            </a:r>
            <a:r>
              <a:rPr lang="en-US" altLang="zh-CN" sz="1600" dirty="0" smtClean="0">
                <a:solidFill>
                  <a:srgbClr val="FF0000"/>
                </a:solidFill>
                <a:latin typeface="微软雅黑" panose="020B0503020204020204" pitchFamily="34" charset="-122"/>
                <a:ea typeface="微软雅黑" panose="020B0503020204020204" pitchFamily="34" charset="-122"/>
              </a:rPr>
              <a:t>2</a:t>
            </a:r>
            <a:r>
              <a:rPr lang="zh-CN" altLang="en-US" sz="1600" dirty="0" smtClean="0">
                <a:solidFill>
                  <a:srgbClr val="FF0000"/>
                </a:solidFill>
                <a:latin typeface="微软雅黑" panose="020B0503020204020204" pitchFamily="34" charset="-122"/>
                <a:ea typeface="微软雅黑" panose="020B0503020204020204" pitchFamily="34" charset="-122"/>
              </a:rPr>
              <a:t>个月，测试用例</a:t>
            </a:r>
            <a:r>
              <a:rPr lang="en-US" altLang="zh-CN" sz="1600" dirty="0" smtClean="0">
                <a:solidFill>
                  <a:srgbClr val="FF0000"/>
                </a:solidFill>
                <a:latin typeface="微软雅黑" panose="020B0503020204020204" pitchFamily="34" charset="-122"/>
                <a:ea typeface="微软雅黑" panose="020B0503020204020204" pitchFamily="34" charset="-122"/>
              </a:rPr>
              <a:t>88</a:t>
            </a:r>
            <a:r>
              <a:rPr lang="zh-CN" altLang="en-US" sz="1600" dirty="0" smtClean="0">
                <a:solidFill>
                  <a:srgbClr val="FF0000"/>
                </a:solidFill>
                <a:latin typeface="微软雅黑" panose="020B0503020204020204" pitchFamily="34" charset="-122"/>
                <a:ea typeface="微软雅黑" panose="020B0503020204020204" pitchFamily="34" charset="-122"/>
              </a:rPr>
              <a:t>轮，缺陷</a:t>
            </a:r>
            <a:r>
              <a:rPr lang="en-US" altLang="zh-CN" sz="1600" dirty="0" smtClean="0">
                <a:solidFill>
                  <a:srgbClr val="FF0000"/>
                </a:solidFill>
                <a:latin typeface="微软雅黑" panose="020B0503020204020204" pitchFamily="34" charset="-122"/>
                <a:ea typeface="微软雅黑" panose="020B0503020204020204" pitchFamily="34" charset="-122"/>
              </a:rPr>
              <a:t>17</a:t>
            </a:r>
            <a:r>
              <a:rPr lang="zh-CN" altLang="en-US" sz="1600" dirty="0" smtClean="0">
                <a:solidFill>
                  <a:srgbClr val="FF0000"/>
                </a:solidFill>
                <a:latin typeface="微软雅黑" panose="020B0503020204020204" pitchFamily="34" charset="-122"/>
                <a:ea typeface="微软雅黑" panose="020B0503020204020204" pitchFamily="34" charset="-122"/>
              </a:rPr>
              <a:t>项</a:t>
            </a:r>
            <a:endParaRPr lang="en-US" altLang="zh-CN" sz="1600" dirty="0" smtClean="0">
              <a:solidFill>
                <a:srgbClr val="FF0000"/>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600" dirty="0" smtClean="0">
                <a:solidFill>
                  <a:srgbClr val="FF0000"/>
                </a:solidFill>
                <a:latin typeface="微软雅黑" panose="020B0503020204020204" pitchFamily="34" charset="-122"/>
                <a:ea typeface="微软雅黑" panose="020B0503020204020204" pitchFamily="34" charset="-122"/>
              </a:rPr>
              <a:t>输出</a:t>
            </a:r>
            <a:r>
              <a:rPr lang="en-US" altLang="zh-CN" sz="1600" dirty="0" smtClean="0">
                <a:solidFill>
                  <a:srgbClr val="FF0000"/>
                </a:solidFill>
                <a:latin typeface="微软雅黑" panose="020B0503020204020204" pitchFamily="34" charset="-122"/>
                <a:ea typeface="微软雅黑" panose="020B0503020204020204" pitchFamily="34" charset="-122"/>
              </a:rPr>
              <a:t>《</a:t>
            </a:r>
            <a:r>
              <a:rPr lang="zh-CN" altLang="en-US" sz="1600" dirty="0">
                <a:solidFill>
                  <a:srgbClr val="FF0000"/>
                </a:solidFill>
                <a:latin typeface="微软雅黑" panose="020B0503020204020204" pitchFamily="34" charset="-122"/>
                <a:ea typeface="微软雅黑" panose="020B0503020204020204" pitchFamily="34" charset="-122"/>
              </a:rPr>
              <a:t>基准及稳定性测试报告</a:t>
            </a:r>
            <a:r>
              <a:rPr lang="en-US" altLang="zh-CN" sz="1600" dirty="0">
                <a:solidFill>
                  <a:srgbClr val="FF0000"/>
                </a:solidFill>
                <a:latin typeface="微软雅黑" panose="020B0503020204020204" pitchFamily="34" charset="-122"/>
                <a:ea typeface="微软雅黑" panose="020B0503020204020204" pitchFamily="34" charset="-122"/>
              </a:rPr>
              <a:t>》</a:t>
            </a:r>
            <a:r>
              <a:rPr lang="zh-CN" altLang="en-US" sz="1600" dirty="0">
                <a:solidFill>
                  <a:srgbClr val="FF0000"/>
                </a:solidFill>
                <a:latin typeface="微软雅黑" panose="020B0503020204020204" pitchFamily="34" charset="-122"/>
                <a:ea typeface="微软雅黑" panose="020B0503020204020204" pitchFamily="34" charset="-122"/>
              </a:rPr>
              <a:t>一</a:t>
            </a:r>
            <a:r>
              <a:rPr lang="zh-CN" altLang="en-US" sz="1600" dirty="0" smtClean="0">
                <a:solidFill>
                  <a:srgbClr val="FF0000"/>
                </a:solidFill>
                <a:latin typeface="微软雅黑" panose="020B0503020204020204" pitchFamily="34" charset="-122"/>
                <a:ea typeface="微软雅黑" panose="020B0503020204020204" pitchFamily="34" charset="-122"/>
              </a:rPr>
              <a:t>份，</a:t>
            </a:r>
            <a:r>
              <a:rPr lang="en-US" altLang="zh-CN" sz="1600" dirty="0" smtClean="0">
                <a:solidFill>
                  <a:srgbClr val="FF0000"/>
                </a:solidFill>
                <a:latin typeface="微软雅黑" panose="020B0503020204020204" pitchFamily="34" charset="-122"/>
                <a:ea typeface="微软雅黑" panose="020B0503020204020204" pitchFamily="34" charset="-122"/>
              </a:rPr>
              <a:t>46</a:t>
            </a:r>
            <a:r>
              <a:rPr lang="zh-CN" altLang="en-US" sz="1600" dirty="0" smtClean="0">
                <a:solidFill>
                  <a:srgbClr val="FF0000"/>
                </a:solidFill>
                <a:latin typeface="微软雅黑" panose="020B0503020204020204" pitchFamily="34" charset="-122"/>
                <a:ea typeface="微软雅黑" panose="020B0503020204020204" pitchFamily="34" charset="-122"/>
              </a:rPr>
              <a:t>页，</a:t>
            </a:r>
            <a:r>
              <a:rPr lang="en-US" altLang="zh-CN" sz="1600" dirty="0" smtClean="0">
                <a:solidFill>
                  <a:srgbClr val="FF0000"/>
                </a:solidFill>
                <a:latin typeface="微软雅黑" panose="020B0503020204020204" pitchFamily="34" charset="-122"/>
                <a:ea typeface="微软雅黑" panose="020B0503020204020204" pitchFamily="34" charset="-122"/>
              </a:rPr>
              <a:t>1</a:t>
            </a:r>
            <a:r>
              <a:rPr lang="zh-CN" altLang="en-US" sz="1600" dirty="0" smtClean="0">
                <a:solidFill>
                  <a:srgbClr val="FF0000"/>
                </a:solidFill>
                <a:latin typeface="微软雅黑" panose="020B0503020204020204" pitchFamily="34" charset="-122"/>
                <a:ea typeface="微软雅黑" panose="020B0503020204020204" pitchFamily="34" charset="-122"/>
              </a:rPr>
              <a:t>万字</a:t>
            </a:r>
            <a:r>
              <a:rPr lang="en-US" altLang="zh-CN" sz="1600" dirty="0" smtClean="0">
                <a:solidFill>
                  <a:srgbClr val="FF0000"/>
                </a:solidFill>
                <a:latin typeface="微软雅黑" panose="020B0503020204020204" pitchFamily="34" charset="-122"/>
                <a:ea typeface="微软雅黑" panose="020B0503020204020204" pitchFamily="34" charset="-122"/>
              </a:rPr>
              <a:t>+</a:t>
            </a:r>
          </a:p>
          <a:p>
            <a:pPr marL="285750" indent="-285750">
              <a:buFont typeface="Arial" panose="020B0604020202020204" pitchFamily="34" charset="0"/>
              <a:buChar char="•"/>
            </a:pPr>
            <a:r>
              <a:rPr lang="zh-CN" altLang="en-US" sz="1600" dirty="0" smtClean="0">
                <a:solidFill>
                  <a:srgbClr val="FF0000"/>
                </a:solidFill>
                <a:latin typeface="微软雅黑" panose="020B0503020204020204" pitchFamily="34" charset="-122"/>
                <a:ea typeface="微软雅黑" panose="020B0503020204020204" pitchFamily="34" charset="-122"/>
              </a:rPr>
              <a:t>逼近极限</a:t>
            </a:r>
            <a:r>
              <a:rPr lang="en-US" altLang="zh-CN" sz="1600" dirty="0" smtClean="0">
                <a:solidFill>
                  <a:srgbClr val="FF0000"/>
                </a:solidFill>
                <a:latin typeface="微软雅黑" panose="020B0503020204020204" pitchFamily="34" charset="-122"/>
                <a:ea typeface="微软雅黑" panose="020B0503020204020204" pitchFamily="34" charset="-122"/>
              </a:rPr>
              <a:t>CPU</a:t>
            </a:r>
            <a:r>
              <a:rPr lang="zh-CN" altLang="en-US" sz="1600" dirty="0" smtClean="0">
                <a:solidFill>
                  <a:srgbClr val="FF0000"/>
                </a:solidFill>
                <a:latin typeface="微软雅黑" panose="020B0503020204020204" pitchFamily="34" charset="-122"/>
                <a:ea typeface="微软雅黑" panose="020B0503020204020204" pitchFamily="34" charset="-122"/>
              </a:rPr>
              <a:t>，内存，</a:t>
            </a:r>
            <a:r>
              <a:rPr lang="en-US" altLang="zh-CN" sz="1600" dirty="0" smtClean="0">
                <a:solidFill>
                  <a:srgbClr val="FF0000"/>
                </a:solidFill>
                <a:latin typeface="微软雅黑" panose="020B0503020204020204" pitchFamily="34" charset="-122"/>
                <a:ea typeface="微软雅黑" panose="020B0503020204020204" pitchFamily="34" charset="-122"/>
              </a:rPr>
              <a:t>IO</a:t>
            </a:r>
            <a:r>
              <a:rPr lang="zh-CN" altLang="en-US" sz="1600" dirty="0" smtClean="0">
                <a:solidFill>
                  <a:srgbClr val="FF0000"/>
                </a:solidFill>
                <a:latin typeface="微软雅黑" panose="020B0503020204020204" pitchFamily="34" charset="-122"/>
                <a:ea typeface="微软雅黑" panose="020B0503020204020204" pitchFamily="34" charset="-122"/>
              </a:rPr>
              <a:t>，磁盘，</a:t>
            </a:r>
            <a:r>
              <a:rPr lang="en-US" altLang="zh-CN" sz="1600" dirty="0" smtClean="0">
                <a:solidFill>
                  <a:srgbClr val="FF0000"/>
                </a:solidFill>
                <a:latin typeface="微软雅黑" panose="020B0503020204020204" pitchFamily="34" charset="-122"/>
                <a:ea typeface="微软雅黑" panose="020B0503020204020204" pitchFamily="34" charset="-122"/>
              </a:rPr>
              <a:t>RPC</a:t>
            </a:r>
            <a:r>
              <a:rPr lang="zh-CN" altLang="en-US" sz="1600" dirty="0" smtClean="0">
                <a:solidFill>
                  <a:srgbClr val="FF0000"/>
                </a:solidFill>
                <a:latin typeface="微软雅黑" panose="020B0503020204020204" pitchFamily="34" charset="-122"/>
                <a:ea typeface="微软雅黑" panose="020B0503020204020204" pitchFamily="34" charset="-122"/>
              </a:rPr>
              <a:t>，拓扑，死锁，</a:t>
            </a:r>
            <a:r>
              <a:rPr lang="en-US" altLang="zh-CN" sz="1600" dirty="0" smtClean="0">
                <a:solidFill>
                  <a:srgbClr val="FF0000"/>
                </a:solidFill>
                <a:latin typeface="微软雅黑" panose="020B0503020204020204" pitchFamily="34" charset="-122"/>
                <a:ea typeface="微软雅黑" panose="020B0503020204020204" pitchFamily="34" charset="-122"/>
              </a:rPr>
              <a:t>RAID</a:t>
            </a:r>
            <a:r>
              <a:rPr lang="zh-CN" altLang="en-US" sz="1600" dirty="0" smtClean="0">
                <a:solidFill>
                  <a:srgbClr val="FF0000"/>
                </a:solidFill>
                <a:latin typeface="微软雅黑" panose="020B0503020204020204" pitchFamily="34" charset="-122"/>
                <a:ea typeface="微软雅黑" panose="020B0503020204020204" pitchFamily="34" charset="-122"/>
              </a:rPr>
              <a:t>卡固件</a:t>
            </a:r>
            <a:endParaRPr lang="en-US" altLang="zh-CN" sz="1600" dirty="0" smtClean="0">
              <a:solidFill>
                <a:srgbClr val="FF0000"/>
              </a:solidFill>
              <a:latin typeface="微软雅黑" panose="020B0503020204020204" pitchFamily="34" charset="-122"/>
              <a:ea typeface="微软雅黑" panose="020B0503020204020204" pitchFamily="34" charset="-122"/>
            </a:endParaRPr>
          </a:p>
        </p:txBody>
      </p:sp>
      <p:pic>
        <p:nvPicPr>
          <p:cNvPr id="26631" name="Picture 7">
            <a:hlinkClick r:id="rId9"/>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42330" y="2186289"/>
            <a:ext cx="4619411"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042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627"/>
                                        </p:tgtEl>
                                        <p:attrNameLst>
                                          <p:attrName>style.visibility</p:attrName>
                                        </p:attrNameLst>
                                      </p:cBhvr>
                                      <p:to>
                                        <p:strVal val="visible"/>
                                      </p:to>
                                    </p:set>
                                    <p:anim calcmode="lin" valueType="num">
                                      <p:cBhvr additive="base">
                                        <p:cTn id="7" dur="500" fill="hold"/>
                                        <p:tgtEl>
                                          <p:spTgt spid="26627"/>
                                        </p:tgtEl>
                                        <p:attrNameLst>
                                          <p:attrName>ppt_x</p:attrName>
                                        </p:attrNameLst>
                                      </p:cBhvr>
                                      <p:tavLst>
                                        <p:tav tm="0">
                                          <p:val>
                                            <p:strVal val="#ppt_x"/>
                                          </p:val>
                                        </p:tav>
                                        <p:tav tm="100000">
                                          <p:val>
                                            <p:strVal val="#ppt_x"/>
                                          </p:val>
                                        </p:tav>
                                      </p:tavLst>
                                    </p:anim>
                                    <p:anim calcmode="lin" valueType="num">
                                      <p:cBhvr additive="base">
                                        <p:cTn id="8" dur="500" fill="hold"/>
                                        <p:tgtEl>
                                          <p:spTgt spid="266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6628"/>
                                        </p:tgtEl>
                                        <p:attrNameLst>
                                          <p:attrName>style.visibility</p:attrName>
                                        </p:attrNameLst>
                                      </p:cBhvr>
                                      <p:to>
                                        <p:strVal val="visible"/>
                                      </p:to>
                                    </p:set>
                                    <p:anim calcmode="lin" valueType="num">
                                      <p:cBhvr additive="base">
                                        <p:cTn id="13" dur="500" fill="hold"/>
                                        <p:tgtEl>
                                          <p:spTgt spid="26628"/>
                                        </p:tgtEl>
                                        <p:attrNameLst>
                                          <p:attrName>ppt_x</p:attrName>
                                        </p:attrNameLst>
                                      </p:cBhvr>
                                      <p:tavLst>
                                        <p:tav tm="0">
                                          <p:val>
                                            <p:strVal val="#ppt_x"/>
                                          </p:val>
                                        </p:tav>
                                        <p:tav tm="100000">
                                          <p:val>
                                            <p:strVal val="#ppt_x"/>
                                          </p:val>
                                        </p:tav>
                                      </p:tavLst>
                                    </p:anim>
                                    <p:anim calcmode="lin" valueType="num">
                                      <p:cBhvr additive="base">
                                        <p:cTn id="14" dur="500" fill="hold"/>
                                        <p:tgtEl>
                                          <p:spTgt spid="2662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6634"/>
                                        </p:tgtEl>
                                        <p:attrNameLst>
                                          <p:attrName>style.visibility</p:attrName>
                                        </p:attrNameLst>
                                      </p:cBhvr>
                                      <p:to>
                                        <p:strVal val="visible"/>
                                      </p:to>
                                    </p:set>
                                    <p:anim calcmode="lin" valueType="num">
                                      <p:cBhvr additive="base">
                                        <p:cTn id="19" dur="500" fill="hold"/>
                                        <p:tgtEl>
                                          <p:spTgt spid="26634"/>
                                        </p:tgtEl>
                                        <p:attrNameLst>
                                          <p:attrName>ppt_x</p:attrName>
                                        </p:attrNameLst>
                                      </p:cBhvr>
                                      <p:tavLst>
                                        <p:tav tm="0">
                                          <p:val>
                                            <p:strVal val="#ppt_x"/>
                                          </p:val>
                                        </p:tav>
                                        <p:tav tm="100000">
                                          <p:val>
                                            <p:strVal val="#ppt_x"/>
                                          </p:val>
                                        </p:tav>
                                      </p:tavLst>
                                    </p:anim>
                                    <p:anim calcmode="lin" valueType="num">
                                      <p:cBhvr additive="base">
                                        <p:cTn id="20" dur="500" fill="hold"/>
                                        <p:tgtEl>
                                          <p:spTgt spid="2663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6635"/>
                                        </p:tgtEl>
                                        <p:attrNameLst>
                                          <p:attrName>style.visibility</p:attrName>
                                        </p:attrNameLst>
                                      </p:cBhvr>
                                      <p:to>
                                        <p:strVal val="visible"/>
                                      </p:to>
                                    </p:set>
                                    <p:anim calcmode="lin" valueType="num">
                                      <p:cBhvr additive="base">
                                        <p:cTn id="25" dur="500" fill="hold"/>
                                        <p:tgtEl>
                                          <p:spTgt spid="26635"/>
                                        </p:tgtEl>
                                        <p:attrNameLst>
                                          <p:attrName>ppt_x</p:attrName>
                                        </p:attrNameLst>
                                      </p:cBhvr>
                                      <p:tavLst>
                                        <p:tav tm="0">
                                          <p:val>
                                            <p:strVal val="#ppt_x"/>
                                          </p:val>
                                        </p:tav>
                                        <p:tav tm="100000">
                                          <p:val>
                                            <p:strVal val="#ppt_x"/>
                                          </p:val>
                                        </p:tav>
                                      </p:tavLst>
                                    </p:anim>
                                    <p:anim calcmode="lin" valueType="num">
                                      <p:cBhvr additive="base">
                                        <p:cTn id="26" dur="500" fill="hold"/>
                                        <p:tgtEl>
                                          <p:spTgt spid="2663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6638"/>
                                        </p:tgtEl>
                                        <p:attrNameLst>
                                          <p:attrName>style.visibility</p:attrName>
                                        </p:attrNameLst>
                                      </p:cBhvr>
                                      <p:to>
                                        <p:strVal val="visible"/>
                                      </p:to>
                                    </p:set>
                                    <p:anim calcmode="lin" valueType="num">
                                      <p:cBhvr additive="base">
                                        <p:cTn id="31" dur="500" fill="hold"/>
                                        <p:tgtEl>
                                          <p:spTgt spid="26638"/>
                                        </p:tgtEl>
                                        <p:attrNameLst>
                                          <p:attrName>ppt_x</p:attrName>
                                        </p:attrNameLst>
                                      </p:cBhvr>
                                      <p:tavLst>
                                        <p:tav tm="0">
                                          <p:val>
                                            <p:strVal val="#ppt_x"/>
                                          </p:val>
                                        </p:tav>
                                        <p:tav tm="100000">
                                          <p:val>
                                            <p:strVal val="#ppt_x"/>
                                          </p:val>
                                        </p:tav>
                                      </p:tavLst>
                                    </p:anim>
                                    <p:anim calcmode="lin" valueType="num">
                                      <p:cBhvr additive="base">
                                        <p:cTn id="32" dur="500" fill="hold"/>
                                        <p:tgtEl>
                                          <p:spTgt spid="2663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6639"/>
                                        </p:tgtEl>
                                        <p:attrNameLst>
                                          <p:attrName>style.visibility</p:attrName>
                                        </p:attrNameLst>
                                      </p:cBhvr>
                                      <p:to>
                                        <p:strVal val="visible"/>
                                      </p:to>
                                    </p:set>
                                    <p:anim calcmode="lin" valueType="num">
                                      <p:cBhvr additive="base">
                                        <p:cTn id="37" dur="500" fill="hold"/>
                                        <p:tgtEl>
                                          <p:spTgt spid="26639"/>
                                        </p:tgtEl>
                                        <p:attrNameLst>
                                          <p:attrName>ppt_x</p:attrName>
                                        </p:attrNameLst>
                                      </p:cBhvr>
                                      <p:tavLst>
                                        <p:tav tm="0">
                                          <p:val>
                                            <p:strVal val="#ppt_x"/>
                                          </p:val>
                                        </p:tav>
                                        <p:tav tm="100000">
                                          <p:val>
                                            <p:strVal val="#ppt_x"/>
                                          </p:val>
                                        </p:tav>
                                      </p:tavLst>
                                    </p:anim>
                                    <p:anim calcmode="lin" valueType="num">
                                      <p:cBhvr additive="base">
                                        <p:cTn id="38" dur="500" fill="hold"/>
                                        <p:tgtEl>
                                          <p:spTgt spid="2663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6633"/>
                                        </p:tgtEl>
                                        <p:attrNameLst>
                                          <p:attrName>style.visibility</p:attrName>
                                        </p:attrNameLst>
                                      </p:cBhvr>
                                      <p:to>
                                        <p:strVal val="visible"/>
                                      </p:to>
                                    </p:set>
                                    <p:anim calcmode="lin" valueType="num">
                                      <p:cBhvr additive="base">
                                        <p:cTn id="43" dur="500" fill="hold"/>
                                        <p:tgtEl>
                                          <p:spTgt spid="26633"/>
                                        </p:tgtEl>
                                        <p:attrNameLst>
                                          <p:attrName>ppt_x</p:attrName>
                                        </p:attrNameLst>
                                      </p:cBhvr>
                                      <p:tavLst>
                                        <p:tav tm="0">
                                          <p:val>
                                            <p:strVal val="#ppt_x"/>
                                          </p:val>
                                        </p:tav>
                                        <p:tav tm="100000">
                                          <p:val>
                                            <p:strVal val="#ppt_x"/>
                                          </p:val>
                                        </p:tav>
                                      </p:tavLst>
                                    </p:anim>
                                    <p:anim calcmode="lin" valueType="num">
                                      <p:cBhvr additive="base">
                                        <p:cTn id="44" dur="500" fill="hold"/>
                                        <p:tgtEl>
                                          <p:spTgt spid="2663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6631"/>
                                        </p:tgtEl>
                                        <p:attrNameLst>
                                          <p:attrName>style.visibility</p:attrName>
                                        </p:attrNameLst>
                                      </p:cBhvr>
                                      <p:to>
                                        <p:strVal val="visible"/>
                                      </p:to>
                                    </p:set>
                                    <p:anim calcmode="lin" valueType="num">
                                      <p:cBhvr additive="base">
                                        <p:cTn id="49" dur="500" fill="hold"/>
                                        <p:tgtEl>
                                          <p:spTgt spid="26631"/>
                                        </p:tgtEl>
                                        <p:attrNameLst>
                                          <p:attrName>ppt_x</p:attrName>
                                        </p:attrNameLst>
                                      </p:cBhvr>
                                      <p:tavLst>
                                        <p:tav tm="0">
                                          <p:val>
                                            <p:strVal val="#ppt_x"/>
                                          </p:val>
                                        </p:tav>
                                        <p:tav tm="100000">
                                          <p:val>
                                            <p:strVal val="#ppt_x"/>
                                          </p:val>
                                        </p:tav>
                                      </p:tavLst>
                                    </p:anim>
                                    <p:anim calcmode="lin" valueType="num">
                                      <p:cBhvr additive="base">
                                        <p:cTn id="50" dur="500" fill="hold"/>
                                        <p:tgtEl>
                                          <p:spTgt spid="266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a:t>
            </a:r>
            <a:r>
              <a:rPr lang="zh-CN" altLang="en-US" dirty="0" smtClean="0"/>
              <a:t>天内修复问题：来自社区的帮助</a:t>
            </a:r>
            <a:endParaRPr lang="zh-CN" altLang="en-US" dirty="0"/>
          </a:p>
        </p:txBody>
      </p:sp>
      <p:cxnSp>
        <p:nvCxnSpPr>
          <p:cNvPr id="3" name="直接连接符 2"/>
          <p:cNvCxnSpPr/>
          <p:nvPr/>
        </p:nvCxnSpPr>
        <p:spPr>
          <a:xfrm>
            <a:off x="389366" y="980728"/>
            <a:ext cx="11413268" cy="0"/>
          </a:xfrm>
          <a:prstGeom prst="line">
            <a:avLst/>
          </a:prstGeom>
          <a:ln w="12700">
            <a:solidFill>
              <a:srgbClr val="65BA67"/>
            </a:soli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6312024" y="1052736"/>
            <a:ext cx="4833123" cy="1200329"/>
          </a:xfrm>
          <a:prstGeom prst="rect">
            <a:avLst/>
          </a:prstGeom>
        </p:spPr>
        <p:txBody>
          <a:bodyPr wrap="square">
            <a:spAutoFit/>
          </a:bodyPr>
          <a:lstStyle/>
          <a:p>
            <a:pPr algn="ctr"/>
            <a:r>
              <a:rPr lang="zh-CN" altLang="en-US" sz="2400" b="1" dirty="0" smtClean="0">
                <a:solidFill>
                  <a:srgbClr val="FF0000"/>
                </a:solidFill>
                <a:latin typeface="微软雅黑" panose="020B0503020204020204" pitchFamily="34" charset="-122"/>
                <a:ea typeface="微软雅黑" panose="020B0503020204020204" pitchFamily="34" charset="-122"/>
              </a:rPr>
              <a:t>专项期间提交</a:t>
            </a:r>
            <a:r>
              <a:rPr lang="en-US" altLang="zh-CN" sz="2400" b="1" dirty="0" smtClean="0">
                <a:solidFill>
                  <a:srgbClr val="FF0000"/>
                </a:solidFill>
                <a:latin typeface="微软雅黑" panose="020B0503020204020204" pitchFamily="34" charset="-122"/>
                <a:ea typeface="微软雅黑" panose="020B0503020204020204" pitchFamily="34" charset="-122"/>
              </a:rPr>
              <a:t>pr11</a:t>
            </a:r>
            <a:r>
              <a:rPr lang="zh-CN" altLang="en-US" sz="2400" b="1" dirty="0" smtClean="0">
                <a:solidFill>
                  <a:srgbClr val="FF0000"/>
                </a:solidFill>
                <a:latin typeface="微软雅黑" panose="020B0503020204020204" pitchFamily="34" charset="-122"/>
                <a:ea typeface="微软雅黑" panose="020B0503020204020204" pitchFamily="34" charset="-122"/>
              </a:rPr>
              <a:t>次，</a:t>
            </a:r>
            <a:endParaRPr lang="en-US" altLang="zh-CN" sz="2400" b="1" dirty="0" smtClean="0">
              <a:solidFill>
                <a:srgbClr val="FF0000"/>
              </a:solidFill>
              <a:latin typeface="微软雅黑" panose="020B0503020204020204" pitchFamily="34" charset="-122"/>
              <a:ea typeface="微软雅黑" panose="020B0503020204020204" pitchFamily="34" charset="-122"/>
            </a:endParaRPr>
          </a:p>
          <a:p>
            <a:pPr algn="ctr"/>
            <a:r>
              <a:rPr lang="zh-CN" altLang="en-US" sz="2400" b="1" dirty="0" smtClean="0">
                <a:solidFill>
                  <a:srgbClr val="FF0000"/>
                </a:solidFill>
                <a:latin typeface="微软雅黑" panose="020B0503020204020204" pitchFamily="34" charset="-122"/>
                <a:ea typeface="微软雅黑" panose="020B0503020204020204" pitchFamily="34" charset="-122"/>
              </a:rPr>
              <a:t>其中社区帮助我们提交</a:t>
            </a:r>
            <a:r>
              <a:rPr lang="en-US" altLang="zh-CN" sz="2400" b="1" dirty="0">
                <a:solidFill>
                  <a:srgbClr val="FF0000"/>
                </a:solidFill>
                <a:latin typeface="微软雅黑" panose="020B0503020204020204" pitchFamily="34" charset="-122"/>
                <a:ea typeface="微软雅黑" panose="020B0503020204020204" pitchFamily="34" charset="-122"/>
              </a:rPr>
              <a:t>4</a:t>
            </a:r>
            <a:r>
              <a:rPr lang="zh-CN" altLang="en-US" sz="2400" b="1" dirty="0" smtClean="0">
                <a:solidFill>
                  <a:srgbClr val="FF0000"/>
                </a:solidFill>
                <a:latin typeface="微软雅黑" panose="020B0503020204020204" pitchFamily="34" charset="-122"/>
                <a:ea typeface="微软雅黑" panose="020B0503020204020204" pitchFamily="34" charset="-122"/>
              </a:rPr>
              <a:t>次，</a:t>
            </a:r>
            <a:endParaRPr lang="en-US" altLang="zh-CN" sz="2400" b="1" dirty="0" smtClean="0">
              <a:solidFill>
                <a:srgbClr val="FF0000"/>
              </a:solidFill>
              <a:latin typeface="微软雅黑" panose="020B0503020204020204" pitchFamily="34" charset="-122"/>
              <a:ea typeface="微软雅黑" panose="020B0503020204020204" pitchFamily="34" charset="-122"/>
            </a:endParaRPr>
          </a:p>
          <a:p>
            <a:pPr algn="ctr"/>
            <a:r>
              <a:rPr lang="zh-CN" altLang="en-US" sz="2400" b="1" dirty="0" smtClean="0">
                <a:solidFill>
                  <a:srgbClr val="FF0000"/>
                </a:solidFill>
                <a:latin typeface="微软雅黑" panose="020B0503020204020204" pitchFamily="34" charset="-122"/>
                <a:ea typeface="微软雅黑" panose="020B0503020204020204" pitchFamily="34" charset="-122"/>
              </a:rPr>
              <a:t>印象最深刻的一次用时仅</a:t>
            </a:r>
            <a:r>
              <a:rPr lang="en-US" altLang="zh-CN" sz="2400" b="1" dirty="0" smtClean="0">
                <a:solidFill>
                  <a:srgbClr val="FF0000"/>
                </a:solidFill>
                <a:latin typeface="微软雅黑" panose="020B0503020204020204" pitchFamily="34" charset="-122"/>
                <a:ea typeface="微软雅黑" panose="020B0503020204020204" pitchFamily="34" charset="-122"/>
              </a:rPr>
              <a:t>1</a:t>
            </a:r>
            <a:r>
              <a:rPr lang="zh-CN" altLang="en-US" sz="2400" b="1" dirty="0" smtClean="0">
                <a:solidFill>
                  <a:srgbClr val="FF0000"/>
                </a:solidFill>
                <a:latin typeface="微软雅黑" panose="020B0503020204020204" pitchFamily="34" charset="-122"/>
                <a:ea typeface="微软雅黑" panose="020B0503020204020204" pitchFamily="34" charset="-122"/>
              </a:rPr>
              <a:t>天</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285955"/>
            <a:ext cx="5861876" cy="4383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5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051" y="1232808"/>
            <a:ext cx="5985949" cy="5445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689998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在奔跑中调整姿势：新团队缺乏</a:t>
            </a:r>
            <a:r>
              <a:rPr lang="zh-CN" altLang="en-US" dirty="0"/>
              <a:t>线</a:t>
            </a:r>
            <a:r>
              <a:rPr lang="zh-CN" altLang="en-US" dirty="0" smtClean="0"/>
              <a:t>上经验，只能边</a:t>
            </a:r>
            <a:r>
              <a:rPr lang="zh-CN" altLang="en-US" dirty="0"/>
              <a:t>学边</a:t>
            </a:r>
            <a:r>
              <a:rPr lang="zh-CN" altLang="en-US" dirty="0" smtClean="0"/>
              <a:t>干</a:t>
            </a:r>
            <a:endParaRPr lang="zh-CN" altLang="en-US" dirty="0"/>
          </a:p>
        </p:txBody>
      </p:sp>
      <p:cxnSp>
        <p:nvCxnSpPr>
          <p:cNvPr id="3" name="直接连接符 2"/>
          <p:cNvCxnSpPr/>
          <p:nvPr/>
        </p:nvCxnSpPr>
        <p:spPr>
          <a:xfrm>
            <a:off x="389366" y="980728"/>
            <a:ext cx="11413268" cy="0"/>
          </a:xfrm>
          <a:prstGeom prst="line">
            <a:avLst/>
          </a:prstGeom>
          <a:ln w="12700">
            <a:solidFill>
              <a:srgbClr val="65BA67"/>
            </a:solidFill>
          </a:ln>
        </p:spPr>
        <p:style>
          <a:lnRef idx="1">
            <a:schemeClr val="accent1"/>
          </a:lnRef>
          <a:fillRef idx="0">
            <a:schemeClr val="accent1"/>
          </a:fillRef>
          <a:effectRef idx="0">
            <a:schemeClr val="accent1"/>
          </a:effectRef>
          <a:fontRef idx="minor">
            <a:schemeClr val="tx1"/>
          </a:fontRef>
        </p:style>
      </p:cxnSp>
      <p:graphicFrame>
        <p:nvGraphicFramePr>
          <p:cNvPr id="4" name="图示 3"/>
          <p:cNvGraphicFramePr/>
          <p:nvPr>
            <p:extLst>
              <p:ext uri="{D42A27DB-BD31-4B8C-83A1-F6EECF244321}">
                <p14:modId xmlns:p14="http://schemas.microsoft.com/office/powerpoint/2010/main" val="3336879902"/>
              </p:ext>
            </p:extLst>
          </p:nvPr>
        </p:nvGraphicFramePr>
        <p:xfrm>
          <a:off x="911424" y="1268760"/>
          <a:ext cx="10369152"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7550967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专项总结：失控</a:t>
            </a:r>
            <a:endParaRPr lang="zh-CN" altLang="en-US" dirty="0"/>
          </a:p>
        </p:txBody>
      </p:sp>
      <p:cxnSp>
        <p:nvCxnSpPr>
          <p:cNvPr id="3" name="直接连接符 2"/>
          <p:cNvCxnSpPr/>
          <p:nvPr/>
        </p:nvCxnSpPr>
        <p:spPr>
          <a:xfrm>
            <a:off x="389366" y="980728"/>
            <a:ext cx="11413268" cy="0"/>
          </a:xfrm>
          <a:prstGeom prst="line">
            <a:avLst/>
          </a:prstGeom>
          <a:ln w="12700">
            <a:solidFill>
              <a:srgbClr val="65BA67"/>
            </a:solidFill>
          </a:ln>
        </p:spPr>
        <p:style>
          <a:lnRef idx="1">
            <a:schemeClr val="accent1"/>
          </a:lnRef>
          <a:fillRef idx="0">
            <a:schemeClr val="accent1"/>
          </a:fillRef>
          <a:effectRef idx="0">
            <a:schemeClr val="accent1"/>
          </a:effectRef>
          <a:fontRef idx="minor">
            <a:schemeClr val="tx1"/>
          </a:fontRef>
        </p:style>
      </p:cxnSp>
      <p:pic>
        <p:nvPicPr>
          <p:cNvPr id="2050" name="Picture 2" descr="https://img3.doubanio.com/view/subject/l/public/s455482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6120" y="1010816"/>
            <a:ext cx="4114800" cy="5810250"/>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191344" y="2204864"/>
            <a:ext cx="6840760" cy="3046988"/>
          </a:xfrm>
          <a:prstGeom prst="rect">
            <a:avLst/>
          </a:prstGeom>
          <a:noFill/>
        </p:spPr>
        <p:txBody>
          <a:bodyPr wrap="square" lIns="91440" tIns="45720" rIns="91440" bIns="45720">
            <a:spAutoFit/>
          </a:bodyPr>
          <a:lstStyle/>
          <a:p>
            <a:r>
              <a:rPr lang="zh-CN" altLang="en-US" sz="2400" b="1" cap="none" spc="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在我们刚刚迈入的网络时代中</a:t>
            </a:r>
            <a:r>
              <a:rPr lang="zh-CN" alt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a:t>
            </a:r>
            <a:endParaRPr lang="en-US" altLang="zh-CN"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endParaRPr>
          </a:p>
          <a:p>
            <a:r>
              <a:rPr lang="zh-CN" alt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频繁</a:t>
            </a:r>
            <a:r>
              <a:rPr lang="zh-CN" altLang="en-US" sz="2400" b="1" cap="none" spc="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的交流正在创造日益成熟的人工世界</a:t>
            </a:r>
            <a:r>
              <a:rPr lang="zh-CN" alt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a:t>
            </a:r>
            <a:endParaRPr lang="en-US" altLang="zh-CN"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endParaRPr>
          </a:p>
          <a:p>
            <a:r>
              <a:rPr lang="zh-CN" alt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为</a:t>
            </a:r>
            <a:r>
              <a:rPr lang="zh-CN" altLang="en-US" sz="2400" b="1" cap="none" spc="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共同进化</a:t>
            </a:r>
            <a:r>
              <a:rPr lang="zh-CN" alt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、自发</a:t>
            </a:r>
            <a:r>
              <a:rPr lang="zh-CN" altLang="en-US" sz="2400" b="1" cap="none" spc="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的自组织以及双赢合作的涌现而准备着</a:t>
            </a:r>
            <a:r>
              <a:rPr lang="zh-CN" alt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a:t>
            </a:r>
            <a:endParaRPr lang="en-US" altLang="zh-CN"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endParaRPr>
          </a:p>
          <a:p>
            <a:endParaRPr lang="en-US" altLang="zh-CN"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endParaRPr>
          </a:p>
          <a:p>
            <a:r>
              <a:rPr lang="zh-CN" alt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在</a:t>
            </a:r>
            <a:r>
              <a:rPr lang="zh-CN" altLang="en-US" sz="2400" b="1" cap="none" spc="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这个时代，开放者赢，中央控制者输</a:t>
            </a:r>
            <a:r>
              <a:rPr lang="zh-CN" alt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a:t>
            </a:r>
            <a:endParaRPr lang="en-US" altLang="zh-CN"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endParaRPr>
          </a:p>
          <a:p>
            <a:r>
              <a:rPr lang="zh-CN" alt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而</a:t>
            </a:r>
            <a:r>
              <a:rPr lang="zh-CN" altLang="en-US" sz="2400" b="1" cap="none" spc="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稳定则是由持续的误差所</a:t>
            </a:r>
            <a:r>
              <a:rPr lang="zh-CN" alt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保证的</a:t>
            </a:r>
            <a:r>
              <a:rPr lang="zh-CN" altLang="en-US" sz="2400" b="1" cap="none" spc="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一种永久临跌状态。</a:t>
            </a:r>
          </a:p>
        </p:txBody>
      </p:sp>
    </p:spTree>
    <p:extLst>
      <p:ext uri="{BB962C8B-B14F-4D97-AF65-F5344CB8AC3E}">
        <p14:creationId xmlns:p14="http://schemas.microsoft.com/office/powerpoint/2010/main" val="252689998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lang="zh-CN" altLang="en-US" dirty="0" smtClean="0"/>
              <a:t>一家</a:t>
            </a:r>
            <a:r>
              <a:rPr lang="en-US" altLang="zh-CN" dirty="0" smtClean="0"/>
              <a:t>OLAP</a:t>
            </a:r>
            <a:r>
              <a:rPr lang="zh-CN" altLang="en-US" dirty="0" smtClean="0"/>
              <a:t>业务上线：查询速度提升</a:t>
            </a:r>
            <a:r>
              <a:rPr lang="en-US" altLang="zh-CN" dirty="0" smtClean="0"/>
              <a:t>10</a:t>
            </a:r>
            <a:r>
              <a:rPr lang="zh-CN" altLang="en-US" dirty="0" smtClean="0"/>
              <a:t>倍</a:t>
            </a:r>
            <a:endParaRPr lang="zh-CN" altLang="en-US" dirty="0"/>
          </a:p>
        </p:txBody>
      </p:sp>
      <p:cxnSp>
        <p:nvCxnSpPr>
          <p:cNvPr id="3" name="直接连接符 2"/>
          <p:cNvCxnSpPr/>
          <p:nvPr/>
        </p:nvCxnSpPr>
        <p:spPr>
          <a:xfrm>
            <a:off x="389366" y="980728"/>
            <a:ext cx="11413268" cy="0"/>
          </a:xfrm>
          <a:prstGeom prst="line">
            <a:avLst/>
          </a:prstGeom>
          <a:ln w="12700">
            <a:solidFill>
              <a:srgbClr val="65BA67"/>
            </a:solidFill>
          </a:ln>
        </p:spPr>
        <p:style>
          <a:lnRef idx="1">
            <a:schemeClr val="accent1"/>
          </a:lnRef>
          <a:fillRef idx="0">
            <a:schemeClr val="accent1"/>
          </a:fillRef>
          <a:effectRef idx="0">
            <a:schemeClr val="accent1"/>
          </a:effectRef>
          <a:fontRef idx="minor">
            <a:schemeClr val="tx1"/>
          </a:fontRef>
        </p:style>
      </p:cxnSp>
      <p:sp>
        <p:nvSpPr>
          <p:cNvPr id="4" name="AutoShape 2" descr="image2020-4-27_19-37-16.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aphicFrame>
        <p:nvGraphicFramePr>
          <p:cNvPr id="5" name="图表 4"/>
          <p:cNvGraphicFramePr>
            <a:graphicFrameLocks/>
          </p:cNvGraphicFramePr>
          <p:nvPr>
            <p:extLst>
              <p:ext uri="{D42A27DB-BD31-4B8C-83A1-F6EECF244321}">
                <p14:modId xmlns:p14="http://schemas.microsoft.com/office/powerpoint/2010/main" val="22787732"/>
              </p:ext>
            </p:extLst>
          </p:nvPr>
        </p:nvGraphicFramePr>
        <p:xfrm>
          <a:off x="389366" y="1124744"/>
          <a:ext cx="11413268" cy="565785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2689998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为什么这么快：列式存储原理</a:t>
            </a:r>
            <a:endParaRPr lang="zh-CN" altLang="en-US" dirty="0"/>
          </a:p>
        </p:txBody>
      </p:sp>
      <p:cxnSp>
        <p:nvCxnSpPr>
          <p:cNvPr id="3" name="直接连接符 2"/>
          <p:cNvCxnSpPr/>
          <p:nvPr/>
        </p:nvCxnSpPr>
        <p:spPr>
          <a:xfrm>
            <a:off x="389366" y="980728"/>
            <a:ext cx="11413268" cy="0"/>
          </a:xfrm>
          <a:prstGeom prst="line">
            <a:avLst/>
          </a:prstGeom>
          <a:ln w="12700">
            <a:solidFill>
              <a:srgbClr val="65BA67"/>
            </a:solidFill>
          </a:ln>
        </p:spPr>
        <p:style>
          <a:lnRef idx="1">
            <a:schemeClr val="accent1"/>
          </a:lnRef>
          <a:fillRef idx="0">
            <a:schemeClr val="accent1"/>
          </a:fillRef>
          <a:effectRef idx="0">
            <a:schemeClr val="accent1"/>
          </a:effectRef>
          <a:fontRef idx="minor">
            <a:schemeClr val="tx1"/>
          </a:fontRef>
        </p:style>
      </p:cxnSp>
      <p:pic>
        <p:nvPicPr>
          <p:cNvPr id="4" name="Picture 2" descr="è¡å¼"/>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038857" y="1124744"/>
            <a:ext cx="6000750" cy="245745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åå¼"/>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067708" y="3945367"/>
            <a:ext cx="6000750" cy="2457451"/>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7039606" y="1504679"/>
            <a:ext cx="4745993" cy="4588617"/>
          </a:xfrm>
          <a:prstGeom prst="rect">
            <a:avLst/>
          </a:prstGeom>
        </p:spPr>
        <p:txBody>
          <a:bodyPr>
            <a:noAutofit/>
          </a:bodyPr>
          <a:lstStyle/>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针对分析类查询，通常只需要读取表的一小部分列。在列式数据库中你可以只读取你需要的数据。例如，如果只需要读取</a:t>
            </a:r>
            <a:r>
              <a:rPr lang="en-US" altLang="zh-CN" dirty="0">
                <a:latin typeface="微软雅黑" panose="020B0503020204020204" pitchFamily="34" charset="-122"/>
                <a:ea typeface="微软雅黑" panose="020B0503020204020204" pitchFamily="34" charset="-122"/>
              </a:rPr>
              <a:t>100</a:t>
            </a:r>
            <a:r>
              <a:rPr lang="zh-CN" altLang="en-US" dirty="0">
                <a:latin typeface="微软雅黑" panose="020B0503020204020204" pitchFamily="34" charset="-122"/>
                <a:ea typeface="微软雅黑" panose="020B0503020204020204" pitchFamily="34" charset="-122"/>
              </a:rPr>
              <a:t>列中的</a:t>
            </a: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列，这将帮助你最少减少</a:t>
            </a:r>
            <a:r>
              <a:rPr lang="en-US" altLang="zh-CN" dirty="0">
                <a:latin typeface="微软雅黑" panose="020B0503020204020204" pitchFamily="34" charset="-122"/>
                <a:ea typeface="微软雅黑" panose="020B0503020204020204" pitchFamily="34" charset="-122"/>
              </a:rPr>
              <a:t>20</a:t>
            </a:r>
            <a:r>
              <a:rPr lang="zh-CN" altLang="en-US" dirty="0">
                <a:latin typeface="微软雅黑" panose="020B0503020204020204" pitchFamily="34" charset="-122"/>
                <a:ea typeface="微软雅黑" panose="020B0503020204020204" pitchFamily="34" charset="-122"/>
              </a:rPr>
              <a:t>倍的</a:t>
            </a:r>
            <a:r>
              <a:rPr lang="en-US" altLang="zh-CN" dirty="0">
                <a:latin typeface="微软雅黑" panose="020B0503020204020204" pitchFamily="34" charset="-122"/>
                <a:ea typeface="微软雅黑" panose="020B0503020204020204" pitchFamily="34" charset="-122"/>
              </a:rPr>
              <a:t>I/O</a:t>
            </a:r>
            <a:r>
              <a:rPr lang="zh-CN" altLang="en-US" dirty="0">
                <a:latin typeface="微软雅黑" panose="020B0503020204020204" pitchFamily="34" charset="-122"/>
                <a:ea typeface="微软雅黑" panose="020B0503020204020204" pitchFamily="34" charset="-122"/>
              </a:rPr>
              <a:t>消耗。</a:t>
            </a: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由于数据总是打包成批量读取的，所以压缩是非常容易的。同时数据按列分别存储这也更容易压缩。这进一步降低了</a:t>
            </a:r>
            <a:r>
              <a:rPr lang="en-US" altLang="zh-CN" dirty="0">
                <a:latin typeface="微软雅黑" panose="020B0503020204020204" pitchFamily="34" charset="-122"/>
                <a:ea typeface="微软雅黑" panose="020B0503020204020204" pitchFamily="34" charset="-122"/>
              </a:rPr>
              <a:t>I/O</a:t>
            </a:r>
            <a:r>
              <a:rPr lang="zh-CN" altLang="en-US" dirty="0">
                <a:latin typeface="微软雅黑" panose="020B0503020204020204" pitchFamily="34" charset="-122"/>
                <a:ea typeface="微软雅黑" panose="020B0503020204020204" pitchFamily="34" charset="-122"/>
              </a:rPr>
              <a:t>的体积。</a:t>
            </a: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由于</a:t>
            </a:r>
            <a:r>
              <a:rPr lang="en-US" altLang="zh-CN" dirty="0">
                <a:latin typeface="微软雅黑" panose="020B0503020204020204" pitchFamily="34" charset="-122"/>
                <a:ea typeface="微软雅黑" panose="020B0503020204020204" pitchFamily="34" charset="-122"/>
              </a:rPr>
              <a:t>I/O</a:t>
            </a:r>
            <a:r>
              <a:rPr lang="zh-CN" altLang="en-US" dirty="0">
                <a:latin typeface="微软雅黑" panose="020B0503020204020204" pitchFamily="34" charset="-122"/>
                <a:ea typeface="微软雅黑" panose="020B0503020204020204" pitchFamily="34" charset="-122"/>
              </a:rPr>
              <a:t>的降低，这将帮助更多的数据被系统缓存。</a:t>
            </a:r>
          </a:p>
        </p:txBody>
      </p:sp>
      <p:sp>
        <p:nvSpPr>
          <p:cNvPr id="7" name="标题 4"/>
          <p:cNvSpPr txBox="1">
            <a:spLocks/>
          </p:cNvSpPr>
          <p:nvPr/>
        </p:nvSpPr>
        <p:spPr>
          <a:xfrm>
            <a:off x="275771" y="1458119"/>
            <a:ext cx="791938" cy="2124076"/>
          </a:xfrm>
          <a:prstGeom prst="rect">
            <a:avLst/>
          </a:prstGeom>
        </p:spPr>
        <p:txBody>
          <a:bodyPr vert="eaVert" lIns="91440" tIns="45720" rIns="91440" bIns="45720" rtlCol="0" anchor="ctr">
            <a:normAutofit/>
          </a:bodyPr>
          <a:lstStyle>
            <a:lvl1pPr algn="l" defTabSz="914400" rtl="0" eaLnBrk="1" latinLnBrk="0" hangingPunct="1">
              <a:lnSpc>
                <a:spcPct val="90000"/>
              </a:lnSpc>
              <a:spcBef>
                <a:spcPct val="0"/>
              </a:spcBef>
              <a:buNone/>
              <a:defRPr sz="3200" b="0" kern="1200">
                <a:solidFill>
                  <a:srgbClr val="65BA67"/>
                </a:solidFill>
                <a:latin typeface="微软雅黑" panose="020B0503020204020204" pitchFamily="34" charset="-122"/>
                <a:ea typeface="微软雅黑" panose="020B0503020204020204" pitchFamily="34" charset="-122"/>
                <a:cs typeface="+mj-cs"/>
              </a:defRPr>
            </a:lvl1pPr>
          </a:lstStyle>
          <a:p>
            <a:pPr algn="ctr"/>
            <a:r>
              <a:rPr lang="zh-CN" altLang="en-US" dirty="0" smtClean="0"/>
              <a:t>行式存储</a:t>
            </a:r>
            <a:endParaRPr lang="zh-CN" altLang="en-US" dirty="0"/>
          </a:p>
        </p:txBody>
      </p:sp>
      <p:sp>
        <p:nvSpPr>
          <p:cNvPr id="8" name="标题 4"/>
          <p:cNvSpPr txBox="1">
            <a:spLocks/>
          </p:cNvSpPr>
          <p:nvPr/>
        </p:nvSpPr>
        <p:spPr>
          <a:xfrm>
            <a:off x="246919" y="4275701"/>
            <a:ext cx="791938" cy="2124076"/>
          </a:xfrm>
          <a:prstGeom prst="rect">
            <a:avLst/>
          </a:prstGeom>
        </p:spPr>
        <p:txBody>
          <a:bodyPr vert="eaVert" lIns="91440" tIns="45720" rIns="91440" bIns="45720" rtlCol="0" anchor="b">
            <a:normAutofit/>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algn="ctr"/>
            <a:r>
              <a:rPr lang="zh-CN" altLang="en-US" b="0" dirty="0">
                <a:solidFill>
                  <a:srgbClr val="0070C0"/>
                </a:solidFill>
                <a:latin typeface="微软雅黑" panose="020B0503020204020204" pitchFamily="34" charset="-122"/>
                <a:ea typeface="微软雅黑" panose="020B0503020204020204" pitchFamily="34" charset="-122"/>
              </a:rPr>
              <a:t>列</a:t>
            </a:r>
            <a:r>
              <a:rPr lang="zh-CN" altLang="en-US" b="0" dirty="0" smtClean="0">
                <a:solidFill>
                  <a:srgbClr val="0070C0"/>
                </a:solidFill>
                <a:latin typeface="微软雅黑" panose="020B0503020204020204" pitchFamily="34" charset="-122"/>
                <a:ea typeface="微软雅黑" panose="020B0503020204020204" pitchFamily="34" charset="-122"/>
              </a:rPr>
              <a:t>式存储</a:t>
            </a:r>
            <a:endParaRPr lang="zh-CN" altLang="en-US" b="0" dirty="0">
              <a:solidFill>
                <a:srgbClr val="0070C0"/>
              </a:solidFill>
              <a:latin typeface="微软雅黑" panose="020B0503020204020204" pitchFamily="34" charset="-122"/>
              <a:ea typeface="微软雅黑" panose="020B0503020204020204" pitchFamily="34" charset="-122"/>
            </a:endParaRPr>
          </a:p>
        </p:txBody>
      </p:sp>
      <p:sp>
        <p:nvSpPr>
          <p:cNvPr id="9" name="灯片编号占位符 3"/>
          <p:cNvSpPr txBox="1">
            <a:spLocks/>
          </p:cNvSpPr>
          <p:nvPr/>
        </p:nvSpPr>
        <p:spPr>
          <a:xfrm>
            <a:off x="8610599" y="6153040"/>
            <a:ext cx="2909888"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DD3DB80-B894-403A-B48E-6FDC1A72010E}" type="slidenum">
              <a:rPr lang="zh-CN" altLang="en-US" smtClean="0"/>
              <a:pPr/>
              <a:t>28</a:t>
            </a:fld>
            <a:endParaRPr lang="zh-CN" altLang="en-US"/>
          </a:p>
        </p:txBody>
      </p:sp>
    </p:spTree>
    <p:extLst>
      <p:ext uri="{BB962C8B-B14F-4D97-AF65-F5344CB8AC3E}">
        <p14:creationId xmlns:p14="http://schemas.microsoft.com/office/powerpoint/2010/main" val="252689998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OLTP</a:t>
            </a:r>
            <a:r>
              <a:rPr lang="zh-CN" altLang="en-US" dirty="0" smtClean="0"/>
              <a:t>基准测试</a:t>
            </a:r>
            <a:endParaRPr lang="zh-CN" altLang="en-US" dirty="0"/>
          </a:p>
        </p:txBody>
      </p:sp>
      <p:cxnSp>
        <p:nvCxnSpPr>
          <p:cNvPr id="3" name="直接连接符 2"/>
          <p:cNvCxnSpPr/>
          <p:nvPr/>
        </p:nvCxnSpPr>
        <p:spPr>
          <a:xfrm>
            <a:off x="389366" y="980728"/>
            <a:ext cx="11413268" cy="0"/>
          </a:xfrm>
          <a:prstGeom prst="line">
            <a:avLst/>
          </a:prstGeom>
          <a:ln w="12700">
            <a:solidFill>
              <a:srgbClr val="65BA67"/>
            </a:solidFill>
          </a:ln>
        </p:spPr>
        <p:style>
          <a:lnRef idx="1">
            <a:schemeClr val="accent1"/>
          </a:lnRef>
          <a:fillRef idx="0">
            <a:schemeClr val="accent1"/>
          </a:fillRef>
          <a:effectRef idx="0">
            <a:schemeClr val="accent1"/>
          </a:effectRef>
          <a:fontRef idx="minor">
            <a:schemeClr val="tx1"/>
          </a:fontRef>
        </p:style>
      </p:cxnSp>
      <p:pic>
        <p:nvPicPr>
          <p:cNvPr id="5122" name="Picture 2" descr="up-cfc3295377f75eec505ce8ad992fbab825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7487" y="2996952"/>
            <a:ext cx="9747963" cy="375587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图示 4"/>
          <p:cNvGraphicFramePr/>
          <p:nvPr>
            <p:extLst>
              <p:ext uri="{D42A27DB-BD31-4B8C-83A1-F6EECF244321}">
                <p14:modId xmlns:p14="http://schemas.microsoft.com/office/powerpoint/2010/main" val="481690657"/>
              </p:ext>
            </p:extLst>
          </p:nvPr>
        </p:nvGraphicFramePr>
        <p:xfrm>
          <a:off x="389366" y="980728"/>
          <a:ext cx="11179242" cy="2031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0831934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专项后线上效果</a:t>
            </a:r>
            <a:endParaRPr lang="en-US" altLang="zh-CN" dirty="0"/>
          </a:p>
        </p:txBody>
      </p:sp>
      <p:cxnSp>
        <p:nvCxnSpPr>
          <p:cNvPr id="3" name="直接连接符 2"/>
          <p:cNvCxnSpPr/>
          <p:nvPr/>
        </p:nvCxnSpPr>
        <p:spPr>
          <a:xfrm>
            <a:off x="389366" y="980728"/>
            <a:ext cx="11413268" cy="0"/>
          </a:xfrm>
          <a:prstGeom prst="line">
            <a:avLst/>
          </a:prstGeom>
          <a:ln w="12700">
            <a:solidFill>
              <a:srgbClr val="65BA67"/>
            </a:solidFill>
          </a:ln>
        </p:spPr>
        <p:style>
          <a:lnRef idx="1">
            <a:schemeClr val="accent1"/>
          </a:lnRef>
          <a:fillRef idx="0">
            <a:schemeClr val="accent1"/>
          </a:fillRef>
          <a:effectRef idx="0">
            <a:schemeClr val="accent1"/>
          </a:effectRef>
          <a:fontRef idx="minor">
            <a:schemeClr val="tx1"/>
          </a:fontRef>
        </p:style>
      </p:cxnSp>
      <p:graphicFrame>
        <p:nvGraphicFramePr>
          <p:cNvPr id="6" name="图示 5"/>
          <p:cNvGraphicFramePr/>
          <p:nvPr>
            <p:extLst>
              <p:ext uri="{D42A27DB-BD31-4B8C-83A1-F6EECF244321}">
                <p14:modId xmlns:p14="http://schemas.microsoft.com/office/powerpoint/2010/main" val="4059259"/>
              </p:ext>
            </p:extLst>
          </p:nvPr>
        </p:nvGraphicFramePr>
        <p:xfrm>
          <a:off x="389366" y="881425"/>
          <a:ext cx="10819202" cy="13234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147"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8732" y="2001022"/>
            <a:ext cx="6337308" cy="43887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14256" y="2204162"/>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04295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回馈社区</a:t>
            </a:r>
            <a:endParaRPr lang="zh-CN" altLang="en-US" dirty="0"/>
          </a:p>
        </p:txBody>
      </p:sp>
      <p:cxnSp>
        <p:nvCxnSpPr>
          <p:cNvPr id="3" name="直接连接符 2"/>
          <p:cNvCxnSpPr/>
          <p:nvPr/>
        </p:nvCxnSpPr>
        <p:spPr>
          <a:xfrm>
            <a:off x="389366" y="980728"/>
            <a:ext cx="11413268" cy="0"/>
          </a:xfrm>
          <a:prstGeom prst="line">
            <a:avLst/>
          </a:prstGeom>
          <a:ln w="12700">
            <a:solidFill>
              <a:srgbClr val="65BA67"/>
            </a:solidFill>
          </a:ln>
        </p:spPr>
        <p:style>
          <a:lnRef idx="1">
            <a:schemeClr val="accent1"/>
          </a:lnRef>
          <a:fillRef idx="0">
            <a:schemeClr val="accent1"/>
          </a:fillRef>
          <a:effectRef idx="0">
            <a:schemeClr val="accent1"/>
          </a:effectRef>
          <a:fontRef idx="minor">
            <a:schemeClr val="tx1"/>
          </a:fontRef>
        </p:style>
      </p:cxn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2065" y="1196752"/>
            <a:ext cx="8334375" cy="5173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5809436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smtClean="0"/>
              <a:t>对客户的承诺：</a:t>
            </a:r>
            <a:r>
              <a:rPr lang="en-US" altLang="zh-CN" dirty="0" err="1" smtClean="0"/>
              <a:t>dcdb</a:t>
            </a:r>
            <a:r>
              <a:rPr lang="zh-CN" altLang="en-US" dirty="0" smtClean="0"/>
              <a:t>欢迎您的试用</a:t>
            </a:r>
            <a:endParaRPr lang="en-US" altLang="zh-CN" dirty="0"/>
          </a:p>
        </p:txBody>
      </p:sp>
      <p:cxnSp>
        <p:nvCxnSpPr>
          <p:cNvPr id="3" name="直接连接符 2"/>
          <p:cNvCxnSpPr/>
          <p:nvPr/>
        </p:nvCxnSpPr>
        <p:spPr>
          <a:xfrm>
            <a:off x="389366" y="980728"/>
            <a:ext cx="11413268" cy="0"/>
          </a:xfrm>
          <a:prstGeom prst="line">
            <a:avLst/>
          </a:prstGeom>
          <a:ln w="12700">
            <a:solidFill>
              <a:srgbClr val="65BA67"/>
            </a:solidFill>
          </a:ln>
        </p:spPr>
        <p:style>
          <a:lnRef idx="1">
            <a:schemeClr val="accent1"/>
          </a:lnRef>
          <a:fillRef idx="0">
            <a:schemeClr val="accent1"/>
          </a:fillRef>
          <a:effectRef idx="0">
            <a:schemeClr val="accent1"/>
          </a:effectRef>
          <a:fontRef idx="minor">
            <a:schemeClr val="tx1"/>
          </a:fontRef>
        </p:style>
      </p:cxnSp>
      <p:graphicFrame>
        <p:nvGraphicFramePr>
          <p:cNvPr id="8" name="图示 7"/>
          <p:cNvGraphicFramePr/>
          <p:nvPr>
            <p:extLst>
              <p:ext uri="{D42A27DB-BD31-4B8C-83A1-F6EECF244321}">
                <p14:modId xmlns:p14="http://schemas.microsoft.com/office/powerpoint/2010/main" val="465418259"/>
              </p:ext>
            </p:extLst>
          </p:nvPr>
        </p:nvGraphicFramePr>
        <p:xfrm>
          <a:off x="1271464" y="1556792"/>
          <a:ext cx="9721080" cy="44644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319451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总结</a:t>
            </a:r>
          </a:p>
        </p:txBody>
      </p:sp>
      <p:cxnSp>
        <p:nvCxnSpPr>
          <p:cNvPr id="3" name="直接连接符 2"/>
          <p:cNvCxnSpPr/>
          <p:nvPr/>
        </p:nvCxnSpPr>
        <p:spPr>
          <a:xfrm>
            <a:off x="389366" y="980728"/>
            <a:ext cx="11413268" cy="0"/>
          </a:xfrm>
          <a:prstGeom prst="line">
            <a:avLst/>
          </a:prstGeom>
          <a:ln w="12700">
            <a:solidFill>
              <a:srgbClr val="65BA67"/>
            </a:solidFill>
          </a:ln>
        </p:spPr>
        <p:style>
          <a:lnRef idx="1">
            <a:schemeClr val="accent1"/>
          </a:lnRef>
          <a:fillRef idx="0">
            <a:schemeClr val="accent1"/>
          </a:fillRef>
          <a:effectRef idx="0">
            <a:schemeClr val="accent1"/>
          </a:effectRef>
          <a:fontRef idx="minor">
            <a:schemeClr val="tx1"/>
          </a:fontRef>
        </p:style>
      </p:cxnSp>
      <p:sp>
        <p:nvSpPr>
          <p:cNvPr id="4" name="标题 1"/>
          <p:cNvSpPr txBox="1">
            <a:spLocks/>
          </p:cNvSpPr>
          <p:nvPr/>
        </p:nvSpPr>
        <p:spPr>
          <a:xfrm>
            <a:off x="2855640" y="2777559"/>
            <a:ext cx="7128791" cy="7920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0" kern="1200">
                <a:solidFill>
                  <a:srgbClr val="65BA67"/>
                </a:solidFill>
                <a:latin typeface="微软雅黑" panose="020B0503020204020204" pitchFamily="34" charset="-122"/>
                <a:ea typeface="微软雅黑" panose="020B0503020204020204" pitchFamily="34" charset="-122"/>
                <a:cs typeface="+mj-cs"/>
              </a:defRPr>
            </a:lvl1pPr>
          </a:lstStyle>
          <a:p>
            <a:r>
              <a:rPr lang="en-US" altLang="zh-CN" sz="4800" dirty="0" smtClean="0">
                <a:solidFill>
                  <a:srgbClr val="0070C0"/>
                </a:solidFill>
              </a:rPr>
              <a:t>#</a:t>
            </a:r>
            <a:r>
              <a:rPr lang="zh-CN" altLang="en-US" sz="4800" dirty="0" smtClean="0">
                <a:solidFill>
                  <a:srgbClr val="0070C0"/>
                </a:solidFill>
              </a:rPr>
              <a:t>坚持</a:t>
            </a:r>
            <a:r>
              <a:rPr lang="zh-CN" altLang="en-US" sz="4800" dirty="0">
                <a:solidFill>
                  <a:srgbClr val="0070C0"/>
                </a:solidFill>
              </a:rPr>
              <a:t>，</a:t>
            </a:r>
            <a:r>
              <a:rPr lang="zh-CN" altLang="en-US" sz="4800" dirty="0" smtClean="0">
                <a:solidFill>
                  <a:srgbClr val="0070C0"/>
                </a:solidFill>
              </a:rPr>
              <a:t>失控</a:t>
            </a:r>
            <a:r>
              <a:rPr lang="zh-CN" altLang="en-US" sz="4800" dirty="0" smtClean="0">
                <a:solidFill>
                  <a:srgbClr val="0070C0"/>
                </a:solidFill>
              </a:rPr>
              <a:t>，</a:t>
            </a:r>
            <a:r>
              <a:rPr lang="zh-CN" altLang="en-US" sz="4800" dirty="0" smtClean="0">
                <a:solidFill>
                  <a:srgbClr val="0070C0"/>
                </a:solidFill>
              </a:rPr>
              <a:t>平常</a:t>
            </a:r>
            <a:r>
              <a:rPr lang="zh-CN" altLang="en-US" sz="4800" dirty="0" smtClean="0">
                <a:solidFill>
                  <a:srgbClr val="0070C0"/>
                </a:solidFill>
              </a:rPr>
              <a:t>心</a:t>
            </a:r>
            <a:r>
              <a:rPr lang="en-US" altLang="zh-CN" sz="4800" dirty="0" smtClean="0">
                <a:solidFill>
                  <a:srgbClr val="0070C0"/>
                </a:solidFill>
              </a:rPr>
              <a:t>#</a:t>
            </a:r>
            <a:endParaRPr lang="zh-CN" altLang="en-US" sz="4800" dirty="0">
              <a:solidFill>
                <a:srgbClr val="0070C0"/>
              </a:solidFill>
            </a:endParaRPr>
          </a:p>
        </p:txBody>
      </p:sp>
    </p:spTree>
    <p:extLst>
      <p:ext uri="{BB962C8B-B14F-4D97-AF65-F5344CB8AC3E}">
        <p14:creationId xmlns:p14="http://schemas.microsoft.com/office/powerpoint/2010/main" val="269365011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乘风破浪的国产数据库</a:t>
            </a:r>
            <a:endParaRPr lang="zh-CN" altLang="en-US" dirty="0"/>
          </a:p>
        </p:txBody>
      </p:sp>
      <p:cxnSp>
        <p:nvCxnSpPr>
          <p:cNvPr id="3" name="直接连接符 2"/>
          <p:cNvCxnSpPr/>
          <p:nvPr/>
        </p:nvCxnSpPr>
        <p:spPr>
          <a:xfrm>
            <a:off x="389366" y="980728"/>
            <a:ext cx="11413268" cy="0"/>
          </a:xfrm>
          <a:prstGeom prst="line">
            <a:avLst/>
          </a:prstGeom>
          <a:ln w="12700">
            <a:solidFill>
              <a:srgbClr val="65BA67"/>
            </a:solidFill>
          </a:ln>
        </p:spPr>
        <p:style>
          <a:lnRef idx="1">
            <a:schemeClr val="accent1"/>
          </a:lnRef>
          <a:fillRef idx="0">
            <a:schemeClr val="accent1"/>
          </a:fillRef>
          <a:effectRef idx="0">
            <a:schemeClr val="accent1"/>
          </a:effectRef>
          <a:fontRef idx="minor">
            <a:schemeClr val="tx1"/>
          </a:fontRef>
        </p:style>
      </p:cxnSp>
      <p:pic>
        <p:nvPicPr>
          <p:cNvPr id="307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72064" y="1203840"/>
            <a:ext cx="5230939" cy="4202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标题 1"/>
          <p:cNvSpPr txBox="1">
            <a:spLocks/>
          </p:cNvSpPr>
          <p:nvPr/>
        </p:nvSpPr>
        <p:spPr>
          <a:xfrm>
            <a:off x="263352" y="1196752"/>
            <a:ext cx="6650381" cy="381642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a:solidFill>
                  <a:srgbClr val="65BA67"/>
                </a:solidFill>
                <a:latin typeface="微软雅黑" panose="020B0503020204020204" pitchFamily="34" charset="-122"/>
                <a:ea typeface="微软雅黑" panose="020B0503020204020204" pitchFamily="34" charset="-122"/>
                <a:cs typeface="+mj-cs"/>
              </a:defRPr>
            </a:lvl1pPr>
          </a:lstStyle>
          <a:p>
            <a:endParaRPr lang="zh-CN" altLang="en-US" dirty="0"/>
          </a:p>
        </p:txBody>
      </p:sp>
      <p:sp>
        <p:nvSpPr>
          <p:cNvPr id="4" name="矩形 3"/>
          <p:cNvSpPr/>
          <p:nvPr/>
        </p:nvSpPr>
        <p:spPr>
          <a:xfrm>
            <a:off x="389366" y="1203840"/>
            <a:ext cx="6096000" cy="4770537"/>
          </a:xfrm>
          <a:prstGeom prst="rect">
            <a:avLst/>
          </a:prstGeom>
        </p:spPr>
        <p:txBody>
          <a:bodyPr>
            <a:spAutoFit/>
          </a:bodyPr>
          <a:lstStyle/>
          <a:p>
            <a:r>
              <a:rPr lang="zh-CN" altLang="en-US" sz="1600" dirty="0"/>
              <a:t>另外一批人也抓住了机会。还记得前文提到过的冯星君吗</a:t>
            </a:r>
            <a:r>
              <a:rPr lang="zh-CN" altLang="en-US" sz="1600" dirty="0" smtClean="0"/>
              <a:t>？</a:t>
            </a:r>
            <a:endParaRPr lang="en-US" altLang="zh-CN" sz="1600" dirty="0" smtClean="0"/>
          </a:p>
          <a:p>
            <a:endParaRPr lang="zh-CN" altLang="en-US" sz="1600" dirty="0"/>
          </a:p>
          <a:p>
            <a:r>
              <a:rPr lang="zh-CN" altLang="en-US" sz="1600" dirty="0"/>
              <a:t>作为甲骨文打开内地市场的头号功臣，这个头脑聪慧的人，从狱警一路做到外企高管，最终抛掉手中全部股份离开了甲骨文。</a:t>
            </a:r>
          </a:p>
          <a:p>
            <a:r>
              <a:rPr lang="zh-CN" altLang="en-US" sz="1600" dirty="0"/>
              <a:t> </a:t>
            </a:r>
          </a:p>
          <a:p>
            <a:r>
              <a:rPr lang="zh-CN" altLang="en-US" sz="1600" dirty="0"/>
              <a:t>离职后，他给媒体分享了一个甲骨文总裁埃里森来北京的故事。</a:t>
            </a:r>
          </a:p>
          <a:p>
            <a:r>
              <a:rPr lang="zh-CN" altLang="en-US" sz="1600" dirty="0"/>
              <a:t> </a:t>
            </a:r>
          </a:p>
          <a:p>
            <a:r>
              <a:rPr lang="en-US" altLang="zh-CN" sz="1600" dirty="0"/>
              <a:t>1997</a:t>
            </a:r>
            <a:r>
              <a:rPr lang="zh-CN" altLang="en-US" sz="1600" dirty="0"/>
              <a:t>年</a:t>
            </a:r>
            <a:r>
              <a:rPr lang="en-US" altLang="zh-CN" sz="1600" dirty="0"/>
              <a:t>1</a:t>
            </a:r>
            <a:r>
              <a:rPr lang="zh-CN" altLang="en-US" sz="1600" dirty="0"/>
              <a:t>月</a:t>
            </a:r>
            <a:r>
              <a:rPr lang="en-US" altLang="zh-CN" sz="1600" dirty="0"/>
              <a:t>27</a:t>
            </a:r>
            <a:r>
              <a:rPr lang="zh-CN" altLang="en-US" sz="1600" dirty="0"/>
              <a:t>日，埃里森乘专机飞临北京，原定行程是要到长城拍摄电视片，制作方为此找了</a:t>
            </a:r>
            <a:r>
              <a:rPr lang="en-US" altLang="zh-CN" sz="1600" dirty="0"/>
              <a:t>20</a:t>
            </a:r>
            <a:r>
              <a:rPr lang="zh-CN" altLang="en-US" sz="1600" dirty="0"/>
              <a:t>个小学生群演。结果埃里森因为不愿起床，让小学生们在零下</a:t>
            </a:r>
            <a:r>
              <a:rPr lang="en-US" altLang="zh-CN" sz="1600" dirty="0"/>
              <a:t>20</a:t>
            </a:r>
            <a:r>
              <a:rPr lang="zh-CN" altLang="en-US" sz="1600" dirty="0"/>
              <a:t>度的天气里等了一个多小时。等他在长城玩嗨了后，又提出取消下午和时任总理的会面，在冯星君以辞职相挟后。他虽然准时参与了会议，却坚持带保镖一起进人民大会堂</a:t>
            </a:r>
            <a:r>
              <a:rPr lang="zh-CN" altLang="en-US" sz="1600" dirty="0" smtClean="0"/>
              <a:t>。</a:t>
            </a:r>
            <a:endParaRPr lang="en-US" altLang="zh-CN" sz="1600" dirty="0" smtClean="0"/>
          </a:p>
          <a:p>
            <a:r>
              <a:rPr lang="zh-CN" altLang="en-US" sz="1600" dirty="0"/>
              <a:t>有人将之归结为埃里森的粗鲁强硬风格，但</a:t>
            </a:r>
            <a:r>
              <a:rPr lang="en-US" altLang="zh-CN" sz="1600" dirty="0"/>
              <a:t>20</a:t>
            </a:r>
            <a:r>
              <a:rPr lang="zh-CN" altLang="en-US" sz="1600" dirty="0"/>
              <a:t>年后，风格同样强悍的马斯克，面对中国市场，却要极力表现自己的热爱。</a:t>
            </a:r>
          </a:p>
          <a:p>
            <a:r>
              <a:rPr lang="zh-CN" altLang="en-US" sz="1600" dirty="0"/>
              <a:t> </a:t>
            </a:r>
          </a:p>
          <a:p>
            <a:r>
              <a:rPr lang="zh-CN" altLang="en-US" sz="1600" dirty="0"/>
              <a:t>只是因为时势反转。</a:t>
            </a:r>
          </a:p>
          <a:p>
            <a:r>
              <a:rPr lang="zh-CN" altLang="en-US" sz="1600" dirty="0"/>
              <a:t> </a:t>
            </a:r>
          </a:p>
          <a:p>
            <a:r>
              <a:rPr lang="zh-CN" altLang="en-US" sz="1600" dirty="0"/>
              <a:t>埃里森的肆意妄为与当时甲骨文在内地数据库市场的绝对垄断有莫大关系</a:t>
            </a:r>
            <a:r>
              <a:rPr lang="zh-CN" altLang="en-US" sz="1600" dirty="0" smtClean="0"/>
              <a:t>。</a:t>
            </a:r>
            <a:endParaRPr lang="zh-CN" altLang="en-US" sz="1600" dirty="0"/>
          </a:p>
        </p:txBody>
      </p:sp>
    </p:spTree>
    <p:extLst>
      <p:ext uri="{BB962C8B-B14F-4D97-AF65-F5344CB8AC3E}">
        <p14:creationId xmlns:p14="http://schemas.microsoft.com/office/powerpoint/2010/main" val="10977411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图片包含 游戏机&#10;&#10;描述已自动生成">
            <a:extLst>
              <a:ext uri="{FF2B5EF4-FFF2-40B4-BE49-F238E27FC236}">
                <a16:creationId xmlns="" xmlns:a16="http://schemas.microsoft.com/office/drawing/2014/main" id="{D112E8D1-BCC2-A34D-A9A4-F6B88318FB07}"/>
              </a:ext>
            </a:extLst>
          </p:cNvPr>
          <p:cNvPicPr>
            <a:picLocks noChangeAspect="1"/>
          </p:cNvPicPr>
          <p:nvPr/>
        </p:nvPicPr>
        <p:blipFill>
          <a:blip r:embed="rId2"/>
          <a:stretch>
            <a:fillRect/>
          </a:stretch>
        </p:blipFill>
        <p:spPr>
          <a:xfrm>
            <a:off x="0" y="297"/>
            <a:ext cx="12192000" cy="6879744"/>
          </a:xfrm>
          <a:prstGeom prst="rect">
            <a:avLst/>
          </a:prstGeom>
        </p:spPr>
      </p:pic>
      <p:pic>
        <p:nvPicPr>
          <p:cNvPr id="11" name="图片 10" descr="图片包含 游戏机, 画&#10;&#10;描述已自动生成">
            <a:extLst>
              <a:ext uri="{FF2B5EF4-FFF2-40B4-BE49-F238E27FC236}">
                <a16:creationId xmlns="" xmlns:a16="http://schemas.microsoft.com/office/drawing/2014/main" id="{7D6D8502-53CB-5D43-8CC9-417E74B7BFE8}"/>
              </a:ext>
            </a:extLst>
          </p:cNvPr>
          <p:cNvPicPr>
            <a:picLocks noChangeAspect="1"/>
          </p:cNvPicPr>
          <p:nvPr/>
        </p:nvPicPr>
        <p:blipFill>
          <a:blip r:embed="rId3"/>
          <a:stretch>
            <a:fillRect/>
          </a:stretch>
        </p:blipFill>
        <p:spPr>
          <a:xfrm>
            <a:off x="4439816" y="1988840"/>
            <a:ext cx="3293921" cy="1812528"/>
          </a:xfrm>
          <a:prstGeom prst="rect">
            <a:avLst/>
          </a:prstGeom>
        </p:spPr>
      </p:pic>
      <p:pic>
        <p:nvPicPr>
          <p:cNvPr id="13" name="图片 12" descr="图片包含 游戏机&#10;&#10;描述已自动生成">
            <a:extLst>
              <a:ext uri="{FF2B5EF4-FFF2-40B4-BE49-F238E27FC236}">
                <a16:creationId xmlns="" xmlns:a16="http://schemas.microsoft.com/office/drawing/2014/main" id="{016FC672-05C5-9F4F-969A-D4F13000D06D}"/>
              </a:ext>
            </a:extLst>
          </p:cNvPr>
          <p:cNvPicPr>
            <a:picLocks noChangeAspect="1"/>
          </p:cNvPicPr>
          <p:nvPr/>
        </p:nvPicPr>
        <p:blipFill>
          <a:blip r:embed="rId4"/>
          <a:stretch>
            <a:fillRect/>
          </a:stretch>
        </p:blipFill>
        <p:spPr>
          <a:xfrm>
            <a:off x="5591944" y="6160161"/>
            <a:ext cx="1173844" cy="338609"/>
          </a:xfrm>
          <a:prstGeom prst="rect">
            <a:avLst/>
          </a:prstGeom>
        </p:spPr>
      </p:pic>
    </p:spTree>
    <p:extLst>
      <p:ext uri="{BB962C8B-B14F-4D97-AF65-F5344CB8AC3E}">
        <p14:creationId xmlns:p14="http://schemas.microsoft.com/office/powerpoint/2010/main" val="156453981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784" y="925620"/>
            <a:ext cx="5599620" cy="5527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2024" y="925620"/>
            <a:ext cx="5544616" cy="5562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0635359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LIDE.DIAGRAM" val="3337"/>
</p:tagLst>
</file>

<file path=ppt/tags/tag2.xml><?xml version="1.0" encoding="utf-8"?>
<p:tagLst xmlns:a="http://schemas.openxmlformats.org/drawingml/2006/main" xmlns:r="http://schemas.openxmlformats.org/officeDocument/2006/relationships" xmlns:p="http://schemas.openxmlformats.org/presentationml/2006/main">
  <p:tag name="ISLIDE.DIAGRAM" val="3337"/>
</p:tagLst>
</file>

<file path=ppt/tags/tag3.xml><?xml version="1.0" encoding="utf-8"?>
<p:tagLst xmlns:a="http://schemas.openxmlformats.org/drawingml/2006/main" xmlns:r="http://schemas.openxmlformats.org/officeDocument/2006/relationships" xmlns:p="http://schemas.openxmlformats.org/presentationml/2006/main">
  <p:tag name="ISLIDE.DIAGRAM" val="30725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10972</TotalTime>
  <Words>1889</Words>
  <Application>Microsoft Office PowerPoint</Application>
  <PresentationFormat>自定义</PresentationFormat>
  <Paragraphs>313</Paragraphs>
  <Slides>36</Slides>
  <Notes>15</Notes>
  <HiddenSlides>0</HiddenSlides>
  <MMClips>0</MMClips>
  <ScaleCrop>false</ScaleCrop>
  <HeadingPairs>
    <vt:vector size="4" baseType="variant">
      <vt:variant>
        <vt:lpstr>主题</vt:lpstr>
      </vt:variant>
      <vt:variant>
        <vt:i4>1</vt:i4>
      </vt:variant>
      <vt:variant>
        <vt:lpstr>幻灯片标题</vt:lpstr>
      </vt:variant>
      <vt:variant>
        <vt:i4>36</vt:i4>
      </vt:variant>
    </vt:vector>
  </HeadingPairs>
  <TitlesOfParts>
    <vt:vector size="37" baseType="lpstr">
      <vt:lpstr>Office 主题</vt:lpstr>
      <vt:lpstr>PowerPoint 演示文稿</vt:lpstr>
      <vt:lpstr>浅谈DCDB是如何提升10倍性能的 带你了解专项背后的故事</vt:lpstr>
      <vt:lpstr>#487days，10x up!#</vt:lpstr>
      <vt:lpstr>目录</vt:lpstr>
      <vt:lpstr>公司业务的快速增长：内部背景</vt:lpstr>
      <vt:lpstr>业界纷纷布局NewSQL：外部背景</vt:lpstr>
      <vt:lpstr>PowerPoint 演示文稿</vt:lpstr>
      <vt:lpstr>技术架构</vt:lpstr>
      <vt:lpstr>DCDB项目历程</vt:lpstr>
      <vt:lpstr>从Peter办公室的小白板说起：项目立项</vt:lpstr>
      <vt:lpstr>伟伟一封邮件：技术选型</vt:lpstr>
      <vt:lpstr>一万行的Demo：DCDB V0.1版发布</vt:lpstr>
      <vt:lpstr>第一个PR：DCDB开源版V1.0发布</vt:lpstr>
      <vt:lpstr>完善生态工具：为产品化做准备</vt:lpstr>
      <vt:lpstr>Peter的一封邮件：关于专项的思考</vt:lpstr>
      <vt:lpstr>2020.3.1 ~ 2020.4.30</vt:lpstr>
      <vt:lpstr>专项愿景</vt:lpstr>
      <vt:lpstr>战略目标</vt:lpstr>
      <vt:lpstr>战术目标</vt:lpstr>
      <vt:lpstr>疫情来袭：不让实习的专项组成员@吕鑫</vt:lpstr>
      <vt:lpstr>借来的10台物理机：来自兄弟团队的支援</vt:lpstr>
      <vt:lpstr>80亿数据的挑战，第一次数据同步失败，凌晨1点的PR</vt:lpstr>
      <vt:lpstr>挑战极限的压力测试：@唐丽敏</vt:lpstr>
      <vt:lpstr>1天内修复问题：来自社区的帮助</vt:lpstr>
      <vt:lpstr>在奔跑中调整姿势：新团队缺乏线上经验，只能边学边干</vt:lpstr>
      <vt:lpstr>专项总结：失控</vt:lpstr>
      <vt:lpstr>第一家OLAP业务上线：查询速度提升10倍</vt:lpstr>
      <vt:lpstr>为什么这么快：列式存储原理</vt:lpstr>
      <vt:lpstr>OLTP基准测试</vt:lpstr>
      <vt:lpstr>专项后线上效果</vt:lpstr>
      <vt:lpstr>回馈社区</vt:lpstr>
      <vt:lpstr>对客户的承诺：dcdb欢迎您的试用</vt:lpstr>
      <vt:lpstr>总结</vt:lpstr>
      <vt:lpstr>乘风破浪的国产数据库</vt:lpstr>
      <vt:lpstr>PowerPoint 演示文稿</vt:lpstr>
      <vt:lpstr>PowerPoint 演示文稿</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wy</cp:lastModifiedBy>
  <cp:revision>494</cp:revision>
  <cp:lastPrinted>2020-03-17T07:20:27Z</cp:lastPrinted>
  <dcterms:created xsi:type="dcterms:W3CDTF">2019-11-27T03:37:06Z</dcterms:created>
  <dcterms:modified xsi:type="dcterms:W3CDTF">2020-08-20T09:13:42Z</dcterms:modified>
</cp:coreProperties>
</file>