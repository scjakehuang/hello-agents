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6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2"/>
  </p:normalViewPr>
  <p:slideViewPr>
    <p:cSldViewPr snapToGrid="0" snapToObjects="1">
      <p:cViewPr varScale="1">
        <p:scale>
          <a:sx n="106" d="100"/>
          <a:sy n="106" d="100"/>
        </p:scale>
        <p:origin x="7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F87BD-8C3A-614F-9431-004E909170C0}" type="datetimeFigureOut">
              <a:rPr kumimoji="1" lang="zh-CN" altLang="en-US" smtClean="0"/>
              <a:t>2019/7/5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540E7-E7B4-5D4D-A01C-FDFD0FDE7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141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540E7-E7B4-5D4D-A01C-FDFD0FDE7E9E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0012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540E7-E7B4-5D4D-A01C-FDFD0FDE7E9E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4305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755B9E-2DCB-804B-B913-15C21A897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039952-7C72-CE49-82F8-64029471D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C0F161-5C09-7044-B6D0-39BE717C7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4C4A-FBE5-704C-8AD6-EBD3F8D7C61D}" type="datetimeFigureOut">
              <a:rPr kumimoji="1" lang="zh-CN" altLang="en-US" smtClean="0"/>
              <a:t>2019/7/5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59C4DC-9027-AD44-8A8F-D1C637283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10C96-DAC8-CB4E-8270-B5999D8D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AA72-3C3D-FF43-A82E-8DFBB66DD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615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C9B2A-486E-C544-A443-4FDC661EB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95E58B-9B43-FE40-85B0-DC8049C44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DA5548-CEF8-3A41-BA66-49711094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4C4A-FBE5-704C-8AD6-EBD3F8D7C61D}" type="datetimeFigureOut">
              <a:rPr kumimoji="1" lang="zh-CN" altLang="en-US" smtClean="0"/>
              <a:t>2019/7/5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96A365-CA1A-884B-BA5E-DD752046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151B96-08B6-0943-A117-A1CDA90F5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AA72-3C3D-FF43-A82E-8DFBB66DD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651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CB5B02-307B-B242-9E18-12D77045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2B5D8D-D6A0-C047-BC72-4AD501FDB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FCEC86-238E-634E-BCEB-9C619B76A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4C4A-FBE5-704C-8AD6-EBD3F8D7C61D}" type="datetimeFigureOut">
              <a:rPr kumimoji="1" lang="zh-CN" altLang="en-US" smtClean="0"/>
              <a:t>2019/7/5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5E2680-81C3-A04C-8F46-637FE88FE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363459-ECFE-3847-8535-D2B60C405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AA72-3C3D-FF43-A82E-8DFBB66DD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9091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A5278-2C2B-3D49-80D2-AB187BE03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3F55FA-5A34-2F48-A636-605F5F4AD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1EB99E-AEA4-C246-91B4-A8210F14D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02B44A-E883-044D-86A2-170F7F24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4C4A-FBE5-704C-8AD6-EBD3F8D7C61D}" type="datetimeFigureOut">
              <a:rPr kumimoji="1" lang="zh-CN" altLang="en-US" smtClean="0"/>
              <a:t>2019/7/5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53F905-6334-434E-9C42-925CE2A89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B8D3CB-D1AE-FA4A-8B0F-D75E7949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AA72-3C3D-FF43-A82E-8DFBB66DD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49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A0786-699B-D846-973C-506195DA9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DE3AF8-4750-7F42-B33D-4AB1F704A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4EEF5A-46A2-8046-903F-5B53F3A5E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23C883-3BED-8A45-8AD9-CA7B1E527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96FA10-AD17-0E4B-A86A-9A6BADD3D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4AE168-AF52-AD46-9CC9-FAF49EBD6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4C4A-FBE5-704C-8AD6-EBD3F8D7C61D}" type="datetimeFigureOut">
              <a:rPr kumimoji="1" lang="zh-CN" altLang="en-US" smtClean="0"/>
              <a:t>2019/7/5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D9725C-67DA-7B4B-A1AB-DCE7728F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C9539E-6470-5246-A727-6AD59D94F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AA72-3C3D-FF43-A82E-8DFBB66DD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5560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174A6-F879-E840-97F0-5FBF19C22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CD2D02-B55D-7043-B19B-96E5CDBBD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4C4A-FBE5-704C-8AD6-EBD3F8D7C61D}" type="datetimeFigureOut">
              <a:rPr kumimoji="1" lang="zh-CN" altLang="en-US" smtClean="0"/>
              <a:t>2019/7/5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7F6142-02E6-3D40-9041-7AC12960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C2821A-3188-4743-BA0B-13234116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AA72-3C3D-FF43-A82E-8DFBB66DD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4551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C2E82D-0BC8-6546-BB20-618CE6DA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4C4A-FBE5-704C-8AD6-EBD3F8D7C61D}" type="datetimeFigureOut">
              <a:rPr kumimoji="1" lang="zh-CN" altLang="en-US" smtClean="0"/>
              <a:t>2019/7/5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4DED65C-A26B-9B4B-BDBE-CED753EB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1763DB-1F4A-AD4C-A583-C51E64A0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AA72-3C3D-FF43-A82E-8DFBB66DD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586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8BFFA-67EF-CE43-BBE3-70D14CA6C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E05ACF-05C4-4349-9ABA-6C355BC90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688C95-0128-344C-ABC1-B5DBD52CF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6A2338-145F-C446-8746-6AAF94D3D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4C4A-FBE5-704C-8AD6-EBD3F8D7C61D}" type="datetimeFigureOut">
              <a:rPr kumimoji="1" lang="zh-CN" altLang="en-US" smtClean="0"/>
              <a:t>2019/7/5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C53F0F-7690-874E-8D40-A245343AF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5ADB0E-EFB6-EE42-85E7-A10EAE59E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AA72-3C3D-FF43-A82E-8DFBB66DD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070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08E7D4-806E-CF49-9131-2E523EB47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BFBBEE-6C3D-9F43-B2C7-F7710F86E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3ED916-7847-6142-A711-A799CC25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F2FBE8-40A9-5C45-828E-46629C052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4C4A-FBE5-704C-8AD6-EBD3F8D7C61D}" type="datetimeFigureOut">
              <a:rPr kumimoji="1" lang="zh-CN" altLang="en-US" smtClean="0"/>
              <a:t>2019/7/5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9401B6-22B0-5643-AC8A-1AEA0A7C5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E05F4-BF3B-194D-B8C8-69F28EFF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AA72-3C3D-FF43-A82E-8DFBB66DD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809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2748E3-A83B-204B-A87D-AD0824D10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9BF5B3-9E48-4340-AA93-B7E9C18C6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2521C-D831-5D45-AEE8-3009F85A4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4C4A-FBE5-704C-8AD6-EBD3F8D7C61D}" type="datetimeFigureOut">
              <a:rPr kumimoji="1" lang="zh-CN" altLang="en-US" smtClean="0"/>
              <a:t>2019/7/5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D59B02-A1AF-FC44-ACC4-6A32D00B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38B4D4-6004-744B-A8C5-165DD0CAD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AA72-3C3D-FF43-A82E-8DFBB66DD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0264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6465D1-C7FF-214F-9E04-49FB58B2F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58A880-4D2C-464B-80C3-63A27070F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B3248C-005E-2240-91A6-249A7143B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4C4A-FBE5-704C-8AD6-EBD3F8D7C61D}" type="datetimeFigureOut">
              <a:rPr kumimoji="1" lang="zh-CN" altLang="en-US" smtClean="0"/>
              <a:t>2019/7/5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638223-BBE3-3845-8410-69038ECDF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915EF-EA1A-BF47-8ACC-82BF80FED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AA72-3C3D-FF43-A82E-8DFBB66DD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0148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689FCC-B0BB-0347-8EBF-8FAC3C63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CF562D-8033-9D4F-A505-5B4A8CC5E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4381CF-E9AB-1340-A6CA-072D4D3A9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A4C4A-FBE5-704C-8AD6-EBD3F8D7C61D}" type="datetimeFigureOut">
              <a:rPr kumimoji="1" lang="zh-CN" altLang="en-US" smtClean="0"/>
              <a:t>2019/7/5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4DFB8D-78A7-7C4E-B142-6F05BF8C3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6CA094-354B-0445-92E1-DA425981B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5AA72-3C3D-FF43-A82E-8DFBB66DD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440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F16EC4AA-3107-354F-9041-F4B9000AFDD2}"/>
              </a:ext>
            </a:extLst>
          </p:cNvPr>
          <p:cNvGrpSpPr/>
          <p:nvPr/>
        </p:nvGrpSpPr>
        <p:grpSpPr>
          <a:xfrm>
            <a:off x="3528600" y="3200906"/>
            <a:ext cx="7171885" cy="1234574"/>
            <a:chOff x="637675" y="2334126"/>
            <a:chExt cx="7020425" cy="601576"/>
          </a:xfrm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2467D3AB-FB29-614D-982D-90FA2D53E932}"/>
                </a:ext>
              </a:extLst>
            </p:cNvPr>
            <p:cNvSpPr/>
            <p:nvPr/>
          </p:nvSpPr>
          <p:spPr>
            <a:xfrm>
              <a:off x="637675" y="2334126"/>
              <a:ext cx="7020425" cy="60157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6247CCB-BFCA-DB44-8B71-C2CA39DD4C1D}"/>
                </a:ext>
              </a:extLst>
            </p:cNvPr>
            <p:cNvSpPr/>
            <p:nvPr/>
          </p:nvSpPr>
          <p:spPr>
            <a:xfrm>
              <a:off x="818148" y="2490536"/>
              <a:ext cx="1106906" cy="2887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test</a:t>
              </a:r>
              <a:endParaRPr kumimoji="1"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1CADB69-15AC-304A-9BD9-2BD008AB86EB}"/>
                </a:ext>
              </a:extLst>
            </p:cNvPr>
            <p:cNvSpPr/>
            <p:nvPr/>
          </p:nvSpPr>
          <p:spPr>
            <a:xfrm>
              <a:off x="2207793" y="2490536"/>
              <a:ext cx="1106906" cy="2887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qa</a:t>
              </a:r>
              <a:endParaRPr kumimoji="1"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7DB1CD3-DE6E-C642-8A7E-B176A5557FA5}"/>
                </a:ext>
              </a:extLst>
            </p:cNvPr>
            <p:cNvSpPr/>
            <p:nvPr/>
          </p:nvSpPr>
          <p:spPr>
            <a:xfrm>
              <a:off x="3597438" y="2508581"/>
              <a:ext cx="1106906" cy="2887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uat</a:t>
              </a:r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38296AA-6292-9547-A3DF-D22C0A2C712F}"/>
                </a:ext>
              </a:extLst>
            </p:cNvPr>
            <p:cNvSpPr/>
            <p:nvPr/>
          </p:nvSpPr>
          <p:spPr>
            <a:xfrm>
              <a:off x="4987083" y="2508581"/>
              <a:ext cx="1106906" cy="2887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stage</a:t>
              </a:r>
              <a:endParaRPr kumimoji="1"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20D3FB6-6A12-2E47-808E-50FA50E91E72}"/>
                </a:ext>
              </a:extLst>
            </p:cNvPr>
            <p:cNvSpPr/>
            <p:nvPr/>
          </p:nvSpPr>
          <p:spPr>
            <a:xfrm>
              <a:off x="6376728" y="2508581"/>
              <a:ext cx="1106906" cy="2887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prod</a:t>
              </a:r>
              <a:endParaRPr kumimoji="1" lang="zh-CN" altLang="en-US" dirty="0"/>
            </a:p>
          </p:txBody>
        </p:sp>
      </p:grp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806CDD70-3858-A943-BC78-1AEA4DEBC16D}"/>
              </a:ext>
            </a:extLst>
          </p:cNvPr>
          <p:cNvSpPr/>
          <p:nvPr/>
        </p:nvSpPr>
        <p:spPr>
          <a:xfrm>
            <a:off x="4468587" y="932075"/>
            <a:ext cx="2288412" cy="546100"/>
          </a:xfrm>
          <a:prstGeom prst="round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Client(dal/cache)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5DC21B9-AE11-124D-9DDD-249A9D5D5BA0}"/>
              </a:ext>
            </a:extLst>
          </p:cNvPr>
          <p:cNvSpPr/>
          <p:nvPr/>
        </p:nvSpPr>
        <p:spPr>
          <a:xfrm>
            <a:off x="1252581" y="932075"/>
            <a:ext cx="2653131" cy="546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UI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8AD8250E-F4D8-D44B-AADB-44A89C6FD602}"/>
              </a:ext>
            </a:extLst>
          </p:cNvPr>
          <p:cNvSpPr/>
          <p:nvPr/>
        </p:nvSpPr>
        <p:spPr>
          <a:xfrm>
            <a:off x="8108866" y="932075"/>
            <a:ext cx="2288412" cy="546100"/>
          </a:xfrm>
          <a:prstGeom prst="roundRect">
            <a:avLst/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配置生成系统（</a:t>
            </a:r>
            <a:r>
              <a:rPr kumimoji="1" lang="en-US" altLang="zh-CN" dirty="0">
                <a:solidFill>
                  <a:schemeClr val="tx1"/>
                </a:solidFill>
              </a:rPr>
              <a:t>Phoenix/DBMS</a:t>
            </a:r>
            <a:r>
              <a:rPr kumimoji="1" lang="zh-CN" altLang="en-US" dirty="0">
                <a:solidFill>
                  <a:schemeClr val="tx1"/>
                </a:solidFill>
              </a:rPr>
              <a:t>）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9C164DB5-8CD6-FC4B-9DA3-56BF5FA24532}"/>
              </a:ext>
            </a:extLst>
          </p:cNvPr>
          <p:cNvSpPr/>
          <p:nvPr/>
        </p:nvSpPr>
        <p:spPr>
          <a:xfrm>
            <a:off x="4191000" y="765180"/>
            <a:ext cx="6497912" cy="88900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外部系统</a:t>
            </a: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8E812194-2C84-4E44-9DDD-D2C229767771}"/>
              </a:ext>
            </a:extLst>
          </p:cNvPr>
          <p:cNvSpPr/>
          <p:nvPr/>
        </p:nvSpPr>
        <p:spPr>
          <a:xfrm>
            <a:off x="1252580" y="1969167"/>
            <a:ext cx="9447906" cy="51971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TLB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E271B1CC-F783-4F4E-96CA-76AD995E2E4C}"/>
              </a:ext>
            </a:extLst>
          </p:cNvPr>
          <p:cNvSpPr/>
          <p:nvPr/>
        </p:nvSpPr>
        <p:spPr>
          <a:xfrm>
            <a:off x="1252580" y="3200905"/>
            <a:ext cx="1543571" cy="12345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admin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A3D392C-A5D3-8240-907A-567FE49D0219}"/>
              </a:ext>
            </a:extLst>
          </p:cNvPr>
          <p:cNvGrpSpPr/>
          <p:nvPr/>
        </p:nvGrpSpPr>
        <p:grpSpPr>
          <a:xfrm>
            <a:off x="5097361" y="5004621"/>
            <a:ext cx="5591551" cy="1546904"/>
            <a:chOff x="5097361" y="4861741"/>
            <a:chExt cx="5591551" cy="1546904"/>
          </a:xfrm>
        </p:grpSpPr>
        <p:sp>
          <p:nvSpPr>
            <p:cNvPr id="20" name="罐形 19">
              <a:extLst>
                <a:ext uri="{FF2B5EF4-FFF2-40B4-BE49-F238E27FC236}">
                  <a16:creationId xmlns:a16="http://schemas.microsoft.com/office/drawing/2014/main" id="{BB0A979F-3C73-FC4D-A8CD-C9FC50DFFE55}"/>
                </a:ext>
              </a:extLst>
            </p:cNvPr>
            <p:cNvSpPr/>
            <p:nvPr/>
          </p:nvSpPr>
          <p:spPr>
            <a:xfrm>
              <a:off x="5097361" y="4861741"/>
              <a:ext cx="914400" cy="1546903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Redis</a:t>
              </a:r>
              <a:r>
                <a:rPr kumimoji="1" lang="en-US" altLang="zh-CN" dirty="0"/>
                <a:t> Cluster</a:t>
              </a:r>
              <a:endParaRPr kumimoji="1" lang="zh-CN" altLang="en-US" dirty="0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6D3CB8F-8E2D-6A4A-9CB0-2C198140A705}"/>
                </a:ext>
              </a:extLst>
            </p:cNvPr>
            <p:cNvGrpSpPr/>
            <p:nvPr/>
          </p:nvGrpSpPr>
          <p:grpSpPr>
            <a:xfrm>
              <a:off x="7494758" y="4861742"/>
              <a:ext cx="3194154" cy="1546903"/>
              <a:chOff x="7494758" y="4861742"/>
              <a:chExt cx="3194154" cy="1546903"/>
            </a:xfrm>
          </p:grpSpPr>
          <p:sp>
            <p:nvSpPr>
              <p:cNvPr id="21" name="罐形 20">
                <a:extLst>
                  <a:ext uri="{FF2B5EF4-FFF2-40B4-BE49-F238E27FC236}">
                    <a16:creationId xmlns:a16="http://schemas.microsoft.com/office/drawing/2014/main" id="{5CEEC3D2-595B-924C-935D-AE2A108ABC0C}"/>
                  </a:ext>
                </a:extLst>
              </p:cNvPr>
              <p:cNvSpPr/>
              <p:nvPr/>
            </p:nvSpPr>
            <p:spPr>
              <a:xfrm>
                <a:off x="8634635" y="4861742"/>
                <a:ext cx="914400" cy="510358"/>
              </a:xfrm>
              <a:prstGeom prst="ca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DB-proxy</a:t>
                </a:r>
                <a:endParaRPr kumimoji="1" lang="zh-CN" altLang="en-US" dirty="0"/>
              </a:p>
            </p:txBody>
          </p:sp>
          <p:sp>
            <p:nvSpPr>
              <p:cNvPr id="31" name="罐形 30">
                <a:extLst>
                  <a:ext uri="{FF2B5EF4-FFF2-40B4-BE49-F238E27FC236}">
                    <a16:creationId xmlns:a16="http://schemas.microsoft.com/office/drawing/2014/main" id="{61E25BA7-9474-094B-AF37-2EDB14BE02CC}"/>
                  </a:ext>
                </a:extLst>
              </p:cNvPr>
              <p:cNvSpPr/>
              <p:nvPr/>
            </p:nvSpPr>
            <p:spPr>
              <a:xfrm>
                <a:off x="8634635" y="5783987"/>
                <a:ext cx="914400" cy="624658"/>
              </a:xfrm>
              <a:prstGeom prst="ca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DB-master</a:t>
                </a:r>
                <a:endParaRPr kumimoji="1" lang="zh-CN" altLang="en-US" dirty="0"/>
              </a:p>
            </p:txBody>
          </p:sp>
          <p:sp>
            <p:nvSpPr>
              <p:cNvPr id="32" name="罐形 31">
                <a:extLst>
                  <a:ext uri="{FF2B5EF4-FFF2-40B4-BE49-F238E27FC236}">
                    <a16:creationId xmlns:a16="http://schemas.microsoft.com/office/drawing/2014/main" id="{4E3B7F1E-FC15-4148-8774-B355DEF5AB3F}"/>
                  </a:ext>
                </a:extLst>
              </p:cNvPr>
              <p:cNvSpPr/>
              <p:nvPr/>
            </p:nvSpPr>
            <p:spPr>
              <a:xfrm>
                <a:off x="7494758" y="5783987"/>
                <a:ext cx="914400" cy="624658"/>
              </a:xfrm>
              <a:prstGeom prst="ca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DB-slave</a:t>
                </a:r>
                <a:endParaRPr kumimoji="1" lang="zh-CN" altLang="en-US" dirty="0"/>
              </a:p>
            </p:txBody>
          </p:sp>
          <p:sp>
            <p:nvSpPr>
              <p:cNvPr id="34" name="罐形 33">
                <a:extLst>
                  <a:ext uri="{FF2B5EF4-FFF2-40B4-BE49-F238E27FC236}">
                    <a16:creationId xmlns:a16="http://schemas.microsoft.com/office/drawing/2014/main" id="{C04FA0C8-1B81-E74E-8966-B7D6A3F34562}"/>
                  </a:ext>
                </a:extLst>
              </p:cNvPr>
              <p:cNvSpPr/>
              <p:nvPr/>
            </p:nvSpPr>
            <p:spPr>
              <a:xfrm>
                <a:off x="9774512" y="5783987"/>
                <a:ext cx="914400" cy="624658"/>
              </a:xfrm>
              <a:prstGeom prst="ca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DB-slave</a:t>
                </a:r>
                <a:endParaRPr kumimoji="1" lang="zh-CN" altLang="en-US" dirty="0"/>
              </a:p>
            </p:txBody>
          </p:sp>
          <p:cxnSp>
            <p:nvCxnSpPr>
              <p:cNvPr id="13" name="肘形连接符 12">
                <a:extLst>
                  <a:ext uri="{FF2B5EF4-FFF2-40B4-BE49-F238E27FC236}">
                    <a16:creationId xmlns:a16="http://schemas.microsoft.com/office/drawing/2014/main" id="{3891EF4F-B6C0-844C-8B0D-E37946D20FC0}"/>
                  </a:ext>
                </a:extLst>
              </p:cNvPr>
              <p:cNvCxnSpPr>
                <a:cxnSpLocks/>
                <a:stCxn id="21" idx="3"/>
                <a:endCxn id="32" idx="1"/>
              </p:cNvCxnSpPr>
              <p:nvPr/>
            </p:nvCxnSpPr>
            <p:spPr>
              <a:xfrm rot="5400000">
                <a:off x="8315954" y="5008105"/>
                <a:ext cx="411887" cy="1139877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肘形连接符 36">
                <a:extLst>
                  <a:ext uri="{FF2B5EF4-FFF2-40B4-BE49-F238E27FC236}">
                    <a16:creationId xmlns:a16="http://schemas.microsoft.com/office/drawing/2014/main" id="{106B28B7-BD15-B543-A371-E5E56E82D742}"/>
                  </a:ext>
                </a:extLst>
              </p:cNvPr>
              <p:cNvCxnSpPr>
                <a:cxnSpLocks/>
                <a:stCxn id="21" idx="3"/>
                <a:endCxn id="34" idx="1"/>
              </p:cNvCxnSpPr>
              <p:nvPr/>
            </p:nvCxnSpPr>
            <p:spPr>
              <a:xfrm rot="16200000" flipH="1">
                <a:off x="9455830" y="5008104"/>
                <a:ext cx="411887" cy="1139877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线箭头连接符 37">
                <a:extLst>
                  <a:ext uri="{FF2B5EF4-FFF2-40B4-BE49-F238E27FC236}">
                    <a16:creationId xmlns:a16="http://schemas.microsoft.com/office/drawing/2014/main" id="{E5E461C4-B279-0542-A46A-80758B0BEF12}"/>
                  </a:ext>
                </a:extLst>
              </p:cNvPr>
              <p:cNvCxnSpPr>
                <a:cxnSpLocks/>
                <a:stCxn id="21" idx="3"/>
                <a:endCxn id="31" idx="1"/>
              </p:cNvCxnSpPr>
              <p:nvPr/>
            </p:nvCxnSpPr>
            <p:spPr>
              <a:xfrm>
                <a:off x="9091835" y="5372100"/>
                <a:ext cx="0" cy="411887"/>
              </a:xfrm>
              <a:prstGeom prst="straightConnector1">
                <a:avLst/>
              </a:prstGeom>
              <a:ln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8" name="标题 1">
            <a:extLst>
              <a:ext uri="{FF2B5EF4-FFF2-40B4-BE49-F238E27FC236}">
                <a16:creationId xmlns:a16="http://schemas.microsoft.com/office/drawing/2014/main" id="{7B8DBB84-1563-5149-ACF1-D0FED5C5918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8578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部署架构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AE908F42-0C3D-9543-97C6-CFA7B532AFEF}"/>
              </a:ext>
            </a:extLst>
          </p:cNvPr>
          <p:cNvCxnSpPr>
            <a:cxnSpLocks/>
          </p:cNvCxnSpPr>
          <p:nvPr/>
        </p:nvCxnSpPr>
        <p:spPr>
          <a:xfrm>
            <a:off x="0" y="695243"/>
            <a:ext cx="12192000" cy="0"/>
          </a:xfrm>
          <a:prstGeom prst="line">
            <a:avLst/>
          </a:prstGeom>
          <a:ln w="85725">
            <a:gradFill flip="none" rotWithShape="1">
              <a:gsLst>
                <a:gs pos="0">
                  <a:srgbClr val="E81331"/>
                </a:gs>
                <a:gs pos="100000">
                  <a:srgbClr val="FF6600"/>
                </a:gs>
              </a:gsLst>
              <a:lin ang="2142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肘形连接符 50">
            <a:extLst>
              <a:ext uri="{FF2B5EF4-FFF2-40B4-BE49-F238E27FC236}">
                <a16:creationId xmlns:a16="http://schemas.microsoft.com/office/drawing/2014/main" id="{2B987A36-E5D5-B344-B969-34DB43A1DE87}"/>
              </a:ext>
            </a:extLst>
          </p:cNvPr>
          <p:cNvCxnSpPr>
            <a:cxnSpLocks/>
            <a:stCxn id="24" idx="2"/>
            <a:endCxn id="49" idx="0"/>
          </p:cNvCxnSpPr>
          <p:nvPr/>
        </p:nvCxnSpPr>
        <p:spPr>
          <a:xfrm rot="16200000" flipH="1">
            <a:off x="5549167" y="1541801"/>
            <a:ext cx="490992" cy="3637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肘形连接符 53">
            <a:extLst>
              <a:ext uri="{FF2B5EF4-FFF2-40B4-BE49-F238E27FC236}">
                <a16:creationId xmlns:a16="http://schemas.microsoft.com/office/drawing/2014/main" id="{9AAF4162-7C9E-3B4E-B589-3B24BB107E8C}"/>
              </a:ext>
            </a:extLst>
          </p:cNvPr>
          <p:cNvCxnSpPr>
            <a:cxnSpLocks/>
            <a:stCxn id="25" idx="2"/>
            <a:endCxn id="49" idx="0"/>
          </p:cNvCxnSpPr>
          <p:nvPr/>
        </p:nvCxnSpPr>
        <p:spPr>
          <a:xfrm rot="16200000" flipH="1">
            <a:off x="4032344" y="24978"/>
            <a:ext cx="490992" cy="33973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肘形连接符 58">
            <a:extLst>
              <a:ext uri="{FF2B5EF4-FFF2-40B4-BE49-F238E27FC236}">
                <a16:creationId xmlns:a16="http://schemas.microsoft.com/office/drawing/2014/main" id="{5BB385B1-CEFF-8543-9812-1F5A96B5F947}"/>
              </a:ext>
            </a:extLst>
          </p:cNvPr>
          <p:cNvCxnSpPr>
            <a:cxnSpLocks/>
            <a:stCxn id="26" idx="2"/>
            <a:endCxn id="49" idx="0"/>
          </p:cNvCxnSpPr>
          <p:nvPr/>
        </p:nvCxnSpPr>
        <p:spPr>
          <a:xfrm rot="5400000">
            <a:off x="7369307" y="85402"/>
            <a:ext cx="490992" cy="32765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连接符 60">
            <a:extLst>
              <a:ext uri="{FF2B5EF4-FFF2-40B4-BE49-F238E27FC236}">
                <a16:creationId xmlns:a16="http://schemas.microsoft.com/office/drawing/2014/main" id="{268E5170-E139-FE49-95D9-2B45B13FC23E}"/>
              </a:ext>
            </a:extLst>
          </p:cNvPr>
          <p:cNvCxnSpPr>
            <a:cxnSpLocks/>
            <a:stCxn id="49" idx="2"/>
            <a:endCxn id="4" idx="0"/>
          </p:cNvCxnSpPr>
          <p:nvPr/>
        </p:nvCxnSpPr>
        <p:spPr>
          <a:xfrm rot="16200000" flipH="1">
            <a:off x="6189527" y="2275890"/>
            <a:ext cx="712022" cy="11380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连接符 63">
            <a:extLst>
              <a:ext uri="{FF2B5EF4-FFF2-40B4-BE49-F238E27FC236}">
                <a16:creationId xmlns:a16="http://schemas.microsoft.com/office/drawing/2014/main" id="{FD88F37D-7CA2-2940-A444-86C3500DDCE6}"/>
              </a:ext>
            </a:extLst>
          </p:cNvPr>
          <p:cNvCxnSpPr>
            <a:cxnSpLocks/>
            <a:stCxn id="49" idx="2"/>
            <a:endCxn id="27" idx="0"/>
          </p:cNvCxnSpPr>
          <p:nvPr/>
        </p:nvCxnSpPr>
        <p:spPr>
          <a:xfrm rot="5400000">
            <a:off x="3644440" y="868811"/>
            <a:ext cx="712021" cy="39521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66">
            <a:extLst>
              <a:ext uri="{FF2B5EF4-FFF2-40B4-BE49-F238E27FC236}">
                <a16:creationId xmlns:a16="http://schemas.microsoft.com/office/drawing/2014/main" id="{F25CE28E-06FE-E24D-848B-A523698D292E}"/>
              </a:ext>
            </a:extLst>
          </p:cNvPr>
          <p:cNvCxnSpPr>
            <a:cxnSpLocks/>
            <a:stCxn id="4" idx="2"/>
            <a:endCxn id="20" idx="1"/>
          </p:cNvCxnSpPr>
          <p:nvPr/>
        </p:nvCxnSpPr>
        <p:spPr>
          <a:xfrm rot="5400000">
            <a:off x="6049982" y="3940059"/>
            <a:ext cx="569141" cy="15599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肘形连接符 69">
            <a:extLst>
              <a:ext uri="{FF2B5EF4-FFF2-40B4-BE49-F238E27FC236}">
                <a16:creationId xmlns:a16="http://schemas.microsoft.com/office/drawing/2014/main" id="{671EE398-3E84-BE4A-9E2B-71B6E332E577}"/>
              </a:ext>
            </a:extLst>
          </p:cNvPr>
          <p:cNvCxnSpPr>
            <a:cxnSpLocks/>
            <a:stCxn id="4" idx="2"/>
            <a:endCxn id="21" idx="1"/>
          </p:cNvCxnSpPr>
          <p:nvPr/>
        </p:nvCxnSpPr>
        <p:spPr>
          <a:xfrm rot="16200000" flipH="1">
            <a:off x="7818618" y="3731405"/>
            <a:ext cx="569142" cy="19772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324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>
            <a:extLst>
              <a:ext uri="{FF2B5EF4-FFF2-40B4-BE49-F238E27FC236}">
                <a16:creationId xmlns:a16="http://schemas.microsoft.com/office/drawing/2014/main" id="{806CDD70-3858-A943-BC78-1AEA4DEBC16D}"/>
              </a:ext>
            </a:extLst>
          </p:cNvPr>
          <p:cNvSpPr/>
          <p:nvPr/>
        </p:nvSpPr>
        <p:spPr>
          <a:xfrm>
            <a:off x="9062848" y="945266"/>
            <a:ext cx="1411194" cy="546100"/>
          </a:xfrm>
          <a:prstGeom prst="round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/>
                </a:solidFill>
              </a:rPr>
              <a:t>统一配置</a:t>
            </a:r>
            <a:r>
              <a:rPr kumimoji="1" lang="en-US" altLang="zh-CN" sz="1600" dirty="0">
                <a:solidFill>
                  <a:schemeClr val="tx1"/>
                </a:solidFill>
              </a:rPr>
              <a:t>Client</a:t>
            </a:r>
          </a:p>
        </p:txBody>
      </p:sp>
      <p:sp>
        <p:nvSpPr>
          <p:cNvPr id="48" name="标题 1">
            <a:extLst>
              <a:ext uri="{FF2B5EF4-FFF2-40B4-BE49-F238E27FC236}">
                <a16:creationId xmlns:a16="http://schemas.microsoft.com/office/drawing/2014/main" id="{7B8DBB84-1563-5149-ACF1-D0FED5C5918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8578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配置变更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AE908F42-0C3D-9543-97C6-CFA7B532AFEF}"/>
              </a:ext>
            </a:extLst>
          </p:cNvPr>
          <p:cNvCxnSpPr>
            <a:cxnSpLocks/>
          </p:cNvCxnSpPr>
          <p:nvPr/>
        </p:nvCxnSpPr>
        <p:spPr>
          <a:xfrm>
            <a:off x="0" y="695243"/>
            <a:ext cx="12192000" cy="0"/>
          </a:xfrm>
          <a:prstGeom prst="line">
            <a:avLst/>
          </a:prstGeom>
          <a:ln w="85725">
            <a:gradFill flip="none" rotWithShape="1">
              <a:gsLst>
                <a:gs pos="0">
                  <a:srgbClr val="E81331"/>
                </a:gs>
                <a:gs pos="100000">
                  <a:srgbClr val="FF6600"/>
                </a:gs>
              </a:gsLst>
              <a:lin ang="2142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肘形连接符 53">
            <a:extLst>
              <a:ext uri="{FF2B5EF4-FFF2-40B4-BE49-F238E27FC236}">
                <a16:creationId xmlns:a16="http://schemas.microsoft.com/office/drawing/2014/main" id="{9AAF4162-7C9E-3B4E-B589-3B24BB107E8C}"/>
              </a:ext>
            </a:extLst>
          </p:cNvPr>
          <p:cNvCxnSpPr>
            <a:cxnSpLocks/>
            <a:stCxn id="25" idx="2"/>
            <a:endCxn id="55" idx="0"/>
          </p:cNvCxnSpPr>
          <p:nvPr/>
        </p:nvCxnSpPr>
        <p:spPr>
          <a:xfrm rot="16200000" flipH="1">
            <a:off x="2434459" y="1002835"/>
            <a:ext cx="477785" cy="14284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肘形连接符 58">
            <a:extLst>
              <a:ext uri="{FF2B5EF4-FFF2-40B4-BE49-F238E27FC236}">
                <a16:creationId xmlns:a16="http://schemas.microsoft.com/office/drawing/2014/main" id="{5BB385B1-CEFF-8543-9812-1F5A96B5F947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rot="16200000" flipH="1">
            <a:off x="3148656" y="1717032"/>
            <a:ext cx="477787" cy="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DDA46E89-CCE4-7548-913F-5C7DC19A0DFF}"/>
              </a:ext>
            </a:extLst>
          </p:cNvPr>
          <p:cNvGrpSpPr/>
          <p:nvPr/>
        </p:nvGrpSpPr>
        <p:grpSpPr>
          <a:xfrm>
            <a:off x="1383120" y="932073"/>
            <a:ext cx="4008927" cy="551317"/>
            <a:chOff x="1338086" y="932073"/>
            <a:chExt cx="4008927" cy="551317"/>
          </a:xfrm>
        </p:grpSpPr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D5DC21B9-AE11-124D-9DDD-249A9D5D5BA0}"/>
                </a:ext>
              </a:extLst>
            </p:cNvPr>
            <p:cNvSpPr/>
            <p:nvPr/>
          </p:nvSpPr>
          <p:spPr>
            <a:xfrm>
              <a:off x="1338086" y="932075"/>
              <a:ext cx="1152000" cy="5461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UI</a:t>
              </a:r>
            </a:p>
          </p:txBody>
        </p:sp>
        <p:sp>
          <p:nvSpPr>
            <p:cNvPr id="26" name="圆角矩形 25">
              <a:extLst>
                <a:ext uri="{FF2B5EF4-FFF2-40B4-BE49-F238E27FC236}">
                  <a16:creationId xmlns:a16="http://schemas.microsoft.com/office/drawing/2014/main" id="{8AD8250E-F4D8-D44B-AADB-44A89C6FD602}"/>
                </a:ext>
              </a:extLst>
            </p:cNvPr>
            <p:cNvSpPr/>
            <p:nvPr/>
          </p:nvSpPr>
          <p:spPr>
            <a:xfrm>
              <a:off x="2766414" y="932073"/>
              <a:ext cx="1152135" cy="546100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dirty="0">
                  <a:solidFill>
                    <a:schemeClr val="tx1"/>
                  </a:solidFill>
                </a:rPr>
                <a:t>凤凰平台</a:t>
              </a:r>
              <a:endParaRPr kumimoji="1"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9" name="圆角矩形 38">
              <a:extLst>
                <a:ext uri="{FF2B5EF4-FFF2-40B4-BE49-F238E27FC236}">
                  <a16:creationId xmlns:a16="http://schemas.microsoft.com/office/drawing/2014/main" id="{611380CE-F1C1-4B47-A27B-D161B4E77E29}"/>
                </a:ext>
              </a:extLst>
            </p:cNvPr>
            <p:cNvSpPr/>
            <p:nvPr/>
          </p:nvSpPr>
          <p:spPr>
            <a:xfrm>
              <a:off x="4194878" y="937290"/>
              <a:ext cx="1152135" cy="546100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</a:rPr>
                <a:t>DBMS</a:t>
              </a:r>
            </a:p>
          </p:txBody>
        </p:sp>
      </p:grpSp>
      <p:cxnSp>
        <p:nvCxnSpPr>
          <p:cNvPr id="40" name="肘形连接符 39">
            <a:extLst>
              <a:ext uri="{FF2B5EF4-FFF2-40B4-BE49-F238E27FC236}">
                <a16:creationId xmlns:a16="http://schemas.microsoft.com/office/drawing/2014/main" id="{50E82832-AE4B-5C49-A826-4732B06F9DE2}"/>
              </a:ext>
            </a:extLst>
          </p:cNvPr>
          <p:cNvCxnSpPr>
            <a:cxnSpLocks/>
            <a:stCxn id="39" idx="2"/>
            <a:endCxn id="55" idx="0"/>
          </p:cNvCxnSpPr>
          <p:nvPr/>
        </p:nvCxnSpPr>
        <p:spPr>
          <a:xfrm rot="5400000">
            <a:off x="3865497" y="1005477"/>
            <a:ext cx="472570" cy="14283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9975586-7532-AE44-BBA0-E717E0B22597}"/>
              </a:ext>
            </a:extLst>
          </p:cNvPr>
          <p:cNvGrpSpPr/>
          <p:nvPr/>
        </p:nvGrpSpPr>
        <p:grpSpPr>
          <a:xfrm>
            <a:off x="1200150" y="1843088"/>
            <a:ext cx="4386263" cy="4714875"/>
            <a:chOff x="1200150" y="1843088"/>
            <a:chExt cx="4386263" cy="4714875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C79019A3-9C52-214C-96C2-F600E3E2A921}"/>
                </a:ext>
              </a:extLst>
            </p:cNvPr>
            <p:cNvSpPr/>
            <p:nvPr/>
          </p:nvSpPr>
          <p:spPr>
            <a:xfrm>
              <a:off x="1200150" y="1843088"/>
              <a:ext cx="4386263" cy="471487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sp>
          <p:nvSpPr>
            <p:cNvPr id="60" name="圆角矩形 59">
              <a:extLst>
                <a:ext uri="{FF2B5EF4-FFF2-40B4-BE49-F238E27FC236}">
                  <a16:creationId xmlns:a16="http://schemas.microsoft.com/office/drawing/2014/main" id="{0664F768-0ABD-4C48-9D5F-6755A13C67EB}"/>
                </a:ext>
              </a:extLst>
            </p:cNvPr>
            <p:cNvSpPr/>
            <p:nvPr/>
          </p:nvSpPr>
          <p:spPr>
            <a:xfrm>
              <a:off x="1342111" y="2857152"/>
              <a:ext cx="4090945" cy="519717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dirty="0">
                  <a:solidFill>
                    <a:schemeClr val="bg1"/>
                  </a:solidFill>
                </a:rPr>
                <a:t>读取</a:t>
              </a:r>
              <a:r>
                <a:rPr kumimoji="1" lang="en-US" altLang="zh-CN" sz="1600" dirty="0">
                  <a:solidFill>
                    <a:schemeClr val="bg1"/>
                  </a:solidFill>
                </a:rPr>
                <a:t>DB</a:t>
              </a:r>
              <a:r>
                <a:rPr kumimoji="1" lang="zh-CN" altLang="en-US" sz="1600" dirty="0">
                  <a:solidFill>
                    <a:schemeClr val="bg1"/>
                  </a:solidFill>
                </a:rPr>
                <a:t>当前配置</a:t>
              </a: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7BA66B86-8C58-4D4C-B18F-09161212ADBA}"/>
                </a:ext>
              </a:extLst>
            </p:cNvPr>
            <p:cNvSpPr/>
            <p:nvPr/>
          </p:nvSpPr>
          <p:spPr>
            <a:xfrm>
              <a:off x="2955386" y="1955960"/>
              <a:ext cx="864394" cy="6700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dirty="0"/>
                <a:t>写</a:t>
              </a:r>
              <a:r>
                <a:rPr kumimoji="1" lang="en-US" altLang="zh-CN" sz="1600" dirty="0"/>
                <a:t>API</a:t>
              </a:r>
              <a:endParaRPr kumimoji="1" lang="zh-CN" altLang="en-US" sz="1600" dirty="0"/>
            </a:p>
          </p:txBody>
        </p:sp>
        <p:cxnSp>
          <p:nvCxnSpPr>
            <p:cNvPr id="66" name="直线箭头连接符 65">
              <a:extLst>
                <a:ext uri="{FF2B5EF4-FFF2-40B4-BE49-F238E27FC236}">
                  <a16:creationId xmlns:a16="http://schemas.microsoft.com/office/drawing/2014/main" id="{1E31468A-9299-FC4C-9C68-37BD858601D4}"/>
                </a:ext>
              </a:extLst>
            </p:cNvPr>
            <p:cNvCxnSpPr>
              <a:stCxn id="55" idx="4"/>
              <a:endCxn id="60" idx="0"/>
            </p:cNvCxnSpPr>
            <p:nvPr/>
          </p:nvCxnSpPr>
          <p:spPr>
            <a:xfrm>
              <a:off x="3387583" y="2626017"/>
              <a:ext cx="1" cy="2311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圆角矩形 72">
              <a:extLst>
                <a:ext uri="{FF2B5EF4-FFF2-40B4-BE49-F238E27FC236}">
                  <a16:creationId xmlns:a16="http://schemas.microsoft.com/office/drawing/2014/main" id="{84818A2F-99A4-C949-8476-CC381C69FFE0}"/>
                </a:ext>
              </a:extLst>
            </p:cNvPr>
            <p:cNvSpPr/>
            <p:nvPr/>
          </p:nvSpPr>
          <p:spPr>
            <a:xfrm>
              <a:off x="1342111" y="3627225"/>
              <a:ext cx="4090945" cy="519717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dirty="0">
                  <a:solidFill>
                    <a:schemeClr val="bg1"/>
                  </a:solidFill>
                </a:rPr>
                <a:t>生成新配置及版本</a:t>
              </a:r>
            </a:p>
          </p:txBody>
        </p:sp>
        <p:cxnSp>
          <p:nvCxnSpPr>
            <p:cNvPr id="74" name="直线箭头连接符 73">
              <a:extLst>
                <a:ext uri="{FF2B5EF4-FFF2-40B4-BE49-F238E27FC236}">
                  <a16:creationId xmlns:a16="http://schemas.microsoft.com/office/drawing/2014/main" id="{6073402E-85AA-154F-A494-1D828833E5A1}"/>
                </a:ext>
              </a:extLst>
            </p:cNvPr>
            <p:cNvCxnSpPr>
              <a:cxnSpLocks/>
              <a:stCxn id="60" idx="2"/>
              <a:endCxn id="73" idx="0"/>
            </p:cNvCxnSpPr>
            <p:nvPr/>
          </p:nvCxnSpPr>
          <p:spPr>
            <a:xfrm>
              <a:off x="3387584" y="3376869"/>
              <a:ext cx="0" cy="2503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圆角矩形 77">
              <a:extLst>
                <a:ext uri="{FF2B5EF4-FFF2-40B4-BE49-F238E27FC236}">
                  <a16:creationId xmlns:a16="http://schemas.microsoft.com/office/drawing/2014/main" id="{ACE2655E-E550-CC4B-B7E7-55A53269FE22}"/>
                </a:ext>
              </a:extLst>
            </p:cNvPr>
            <p:cNvSpPr/>
            <p:nvPr/>
          </p:nvSpPr>
          <p:spPr>
            <a:xfrm>
              <a:off x="1342111" y="4410154"/>
              <a:ext cx="4090945" cy="519717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dirty="0">
                  <a:solidFill>
                    <a:schemeClr val="bg1"/>
                  </a:solidFill>
                </a:rPr>
                <a:t>写入</a:t>
              </a:r>
              <a:r>
                <a:rPr kumimoji="1" lang="en-US" altLang="zh-CN" sz="1600" dirty="0">
                  <a:solidFill>
                    <a:schemeClr val="bg1"/>
                  </a:solidFill>
                </a:rPr>
                <a:t>DB</a:t>
              </a:r>
              <a:endParaRPr kumimoji="1"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79" name="圆角矩形 78">
              <a:extLst>
                <a:ext uri="{FF2B5EF4-FFF2-40B4-BE49-F238E27FC236}">
                  <a16:creationId xmlns:a16="http://schemas.microsoft.com/office/drawing/2014/main" id="{8FC5EAD8-1D70-E64B-8F5E-8D4857FDDE9F}"/>
                </a:ext>
              </a:extLst>
            </p:cNvPr>
            <p:cNvSpPr/>
            <p:nvPr/>
          </p:nvSpPr>
          <p:spPr>
            <a:xfrm>
              <a:off x="1342111" y="5193083"/>
              <a:ext cx="4090945" cy="519717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dirty="0">
                  <a:solidFill>
                    <a:schemeClr val="bg1"/>
                  </a:solidFill>
                </a:rPr>
                <a:t>写入</a:t>
              </a:r>
              <a:r>
                <a:rPr kumimoji="1" lang="en-US" altLang="zh-CN" sz="1600" dirty="0" err="1">
                  <a:solidFill>
                    <a:schemeClr val="bg1"/>
                  </a:solidFill>
                </a:rPr>
                <a:t>Redis</a:t>
              </a:r>
              <a:endParaRPr kumimoji="1" lang="zh-CN" altLang="en-US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80" name="直线箭头连接符 79">
              <a:extLst>
                <a:ext uri="{FF2B5EF4-FFF2-40B4-BE49-F238E27FC236}">
                  <a16:creationId xmlns:a16="http://schemas.microsoft.com/office/drawing/2014/main" id="{4C789C0C-CF8E-CA41-80E5-2FF8B54C9F4B}"/>
                </a:ext>
              </a:extLst>
            </p:cNvPr>
            <p:cNvCxnSpPr>
              <a:cxnSpLocks/>
              <a:stCxn id="78" idx="2"/>
              <a:endCxn id="79" idx="0"/>
            </p:cNvCxnSpPr>
            <p:nvPr/>
          </p:nvCxnSpPr>
          <p:spPr>
            <a:xfrm>
              <a:off x="3387584" y="4929871"/>
              <a:ext cx="0" cy="2632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箭头连接符 82">
              <a:extLst>
                <a:ext uri="{FF2B5EF4-FFF2-40B4-BE49-F238E27FC236}">
                  <a16:creationId xmlns:a16="http://schemas.microsoft.com/office/drawing/2014/main" id="{E9C9A1DF-EBA1-DE4E-9EEC-C4ECB735349E}"/>
                </a:ext>
              </a:extLst>
            </p:cNvPr>
            <p:cNvCxnSpPr>
              <a:cxnSpLocks/>
              <a:stCxn id="73" idx="2"/>
              <a:endCxn id="78" idx="0"/>
            </p:cNvCxnSpPr>
            <p:nvPr/>
          </p:nvCxnSpPr>
          <p:spPr>
            <a:xfrm>
              <a:off x="3387584" y="4146942"/>
              <a:ext cx="0" cy="2632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圆角矩形 86">
              <a:extLst>
                <a:ext uri="{FF2B5EF4-FFF2-40B4-BE49-F238E27FC236}">
                  <a16:creationId xmlns:a16="http://schemas.microsoft.com/office/drawing/2014/main" id="{A6769B59-9C00-4143-B680-51E1B87B67CC}"/>
                </a:ext>
              </a:extLst>
            </p:cNvPr>
            <p:cNvSpPr/>
            <p:nvPr/>
          </p:nvSpPr>
          <p:spPr>
            <a:xfrm>
              <a:off x="1342111" y="5923946"/>
              <a:ext cx="4090945" cy="519717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 err="1">
                  <a:solidFill>
                    <a:schemeClr val="bg1"/>
                  </a:solidFill>
                </a:rPr>
                <a:t>Redis</a:t>
              </a:r>
              <a:r>
                <a:rPr kumimoji="1" lang="zh-CN" altLang="en-US" sz="1600" dirty="0">
                  <a:solidFill>
                    <a:schemeClr val="bg1"/>
                  </a:solidFill>
                </a:rPr>
                <a:t>发布变更</a:t>
              </a:r>
            </a:p>
          </p:txBody>
        </p:sp>
        <p:cxnSp>
          <p:nvCxnSpPr>
            <p:cNvPr id="88" name="直线箭头连接符 87">
              <a:extLst>
                <a:ext uri="{FF2B5EF4-FFF2-40B4-BE49-F238E27FC236}">
                  <a16:creationId xmlns:a16="http://schemas.microsoft.com/office/drawing/2014/main" id="{A6192D29-D076-794B-A0DC-417AE323CA94}"/>
                </a:ext>
              </a:extLst>
            </p:cNvPr>
            <p:cNvCxnSpPr>
              <a:cxnSpLocks/>
              <a:stCxn id="79" idx="2"/>
              <a:endCxn id="87" idx="0"/>
            </p:cNvCxnSpPr>
            <p:nvPr/>
          </p:nvCxnSpPr>
          <p:spPr>
            <a:xfrm>
              <a:off x="3387584" y="5712800"/>
              <a:ext cx="0" cy="2111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直线箭头连接符 109">
            <a:extLst>
              <a:ext uri="{FF2B5EF4-FFF2-40B4-BE49-F238E27FC236}">
                <a16:creationId xmlns:a16="http://schemas.microsoft.com/office/drawing/2014/main" id="{F37B6C13-E9E1-A242-8CAC-7368DABEE9D1}"/>
              </a:ext>
            </a:extLst>
          </p:cNvPr>
          <p:cNvCxnSpPr>
            <a:cxnSpLocks/>
            <a:stCxn id="24" idx="2"/>
            <a:endCxn id="100" idx="0"/>
          </p:cNvCxnSpPr>
          <p:nvPr/>
        </p:nvCxnSpPr>
        <p:spPr>
          <a:xfrm>
            <a:off x="9768445" y="1491366"/>
            <a:ext cx="2393" cy="463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E431049D-097F-B74F-97BD-4A34F38DA81C}"/>
              </a:ext>
            </a:extLst>
          </p:cNvPr>
          <p:cNvGrpSpPr/>
          <p:nvPr/>
        </p:nvGrpSpPr>
        <p:grpSpPr>
          <a:xfrm>
            <a:off x="5586413" y="3060542"/>
            <a:ext cx="2012769" cy="1851340"/>
            <a:chOff x="5586413" y="3060542"/>
            <a:chExt cx="2012769" cy="1851340"/>
          </a:xfrm>
        </p:grpSpPr>
        <p:sp>
          <p:nvSpPr>
            <p:cNvPr id="90" name="罐形 89">
              <a:extLst>
                <a:ext uri="{FF2B5EF4-FFF2-40B4-BE49-F238E27FC236}">
                  <a16:creationId xmlns:a16="http://schemas.microsoft.com/office/drawing/2014/main" id="{09C9AC3C-5FFA-304C-9835-E3E8FCBD267A}"/>
                </a:ext>
              </a:extLst>
            </p:cNvPr>
            <p:cNvSpPr/>
            <p:nvPr/>
          </p:nvSpPr>
          <p:spPr>
            <a:xfrm>
              <a:off x="6171475" y="3060542"/>
              <a:ext cx="914400" cy="711357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MySQL</a:t>
              </a:r>
              <a:endParaRPr kumimoji="1" lang="zh-CN" altLang="en-US" sz="1600" dirty="0"/>
            </a:p>
          </p:txBody>
        </p:sp>
        <p:sp>
          <p:nvSpPr>
            <p:cNvPr id="91" name="罐形 90">
              <a:extLst>
                <a:ext uri="{FF2B5EF4-FFF2-40B4-BE49-F238E27FC236}">
                  <a16:creationId xmlns:a16="http://schemas.microsoft.com/office/drawing/2014/main" id="{874D77E7-B1C6-E940-816B-BCE0E594D086}"/>
                </a:ext>
              </a:extLst>
            </p:cNvPr>
            <p:cNvSpPr/>
            <p:nvPr/>
          </p:nvSpPr>
          <p:spPr>
            <a:xfrm>
              <a:off x="6171475" y="4200525"/>
              <a:ext cx="914400" cy="711357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 err="1"/>
                <a:t>Redis</a:t>
              </a:r>
              <a:endParaRPr kumimoji="1" lang="zh-CN" altLang="en-US" sz="1600" dirty="0"/>
            </a:p>
          </p:txBody>
        </p:sp>
        <p:cxnSp>
          <p:nvCxnSpPr>
            <p:cNvPr id="92" name="直线箭头连接符 91">
              <a:extLst>
                <a:ext uri="{FF2B5EF4-FFF2-40B4-BE49-F238E27FC236}">
                  <a16:creationId xmlns:a16="http://schemas.microsoft.com/office/drawing/2014/main" id="{4370D3A2-E089-784E-8136-FDBC59927247}"/>
                </a:ext>
              </a:extLst>
            </p:cNvPr>
            <p:cNvCxnSpPr>
              <a:cxnSpLocks/>
              <a:endCxn id="90" idx="2"/>
            </p:cNvCxnSpPr>
            <p:nvPr/>
          </p:nvCxnSpPr>
          <p:spPr>
            <a:xfrm>
              <a:off x="5586413" y="3416221"/>
              <a:ext cx="5850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线箭头连接符 94">
              <a:extLst>
                <a:ext uri="{FF2B5EF4-FFF2-40B4-BE49-F238E27FC236}">
                  <a16:creationId xmlns:a16="http://schemas.microsoft.com/office/drawing/2014/main" id="{F9A1160B-DB1F-1E41-A3A4-E125C214C6A4}"/>
                </a:ext>
              </a:extLst>
            </p:cNvPr>
            <p:cNvCxnSpPr>
              <a:cxnSpLocks/>
              <a:endCxn id="91" idx="2"/>
            </p:cNvCxnSpPr>
            <p:nvPr/>
          </p:nvCxnSpPr>
          <p:spPr>
            <a:xfrm>
              <a:off x="5586413" y="4556204"/>
              <a:ext cx="5850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箭头连接符 186">
              <a:extLst>
                <a:ext uri="{FF2B5EF4-FFF2-40B4-BE49-F238E27FC236}">
                  <a16:creationId xmlns:a16="http://schemas.microsoft.com/office/drawing/2014/main" id="{1DF45E1C-240F-F64D-B145-7CD9B6FD4ABA}"/>
                </a:ext>
              </a:extLst>
            </p:cNvPr>
            <p:cNvCxnSpPr>
              <a:cxnSpLocks/>
              <a:stCxn id="91" idx="4"/>
            </p:cNvCxnSpPr>
            <p:nvPr/>
          </p:nvCxnSpPr>
          <p:spPr>
            <a:xfrm>
              <a:off x="7085875" y="4556204"/>
              <a:ext cx="513307" cy="7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线箭头连接符 190">
              <a:extLst>
                <a:ext uri="{FF2B5EF4-FFF2-40B4-BE49-F238E27FC236}">
                  <a16:creationId xmlns:a16="http://schemas.microsoft.com/office/drawing/2014/main" id="{A91BBDD9-1A55-D946-A8A0-C344B0708031}"/>
                </a:ext>
              </a:extLst>
            </p:cNvPr>
            <p:cNvCxnSpPr>
              <a:cxnSpLocks/>
              <a:stCxn id="90" idx="4"/>
            </p:cNvCxnSpPr>
            <p:nvPr/>
          </p:nvCxnSpPr>
          <p:spPr>
            <a:xfrm>
              <a:off x="7085875" y="3416221"/>
              <a:ext cx="5133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F6D257B3-199A-B049-89A9-83A18DD5F9C3}"/>
              </a:ext>
            </a:extLst>
          </p:cNvPr>
          <p:cNvGrpSpPr/>
          <p:nvPr/>
        </p:nvGrpSpPr>
        <p:grpSpPr>
          <a:xfrm>
            <a:off x="7570606" y="1843087"/>
            <a:ext cx="4367101" cy="4714875"/>
            <a:chOff x="7570606" y="1843087"/>
            <a:chExt cx="4367101" cy="4714875"/>
          </a:xfrm>
        </p:grpSpPr>
        <p:sp>
          <p:nvSpPr>
            <p:cNvPr id="100" name="圆角矩形 99">
              <a:extLst>
                <a:ext uri="{FF2B5EF4-FFF2-40B4-BE49-F238E27FC236}">
                  <a16:creationId xmlns:a16="http://schemas.microsoft.com/office/drawing/2014/main" id="{51B7D0A6-8BC7-FE4F-B770-A1752AA4C80B}"/>
                </a:ext>
              </a:extLst>
            </p:cNvPr>
            <p:cNvSpPr/>
            <p:nvPr/>
          </p:nvSpPr>
          <p:spPr>
            <a:xfrm>
              <a:off x="7725365" y="1955168"/>
              <a:ext cx="4090945" cy="55281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dirty="0">
                  <a:solidFill>
                    <a:schemeClr val="bg1"/>
                  </a:solidFill>
                </a:rPr>
                <a:t>读取系统环境变量</a:t>
              </a: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94761846-AD2A-5B45-8833-DD28AB4FC215}"/>
                </a:ext>
              </a:extLst>
            </p:cNvPr>
            <p:cNvSpPr/>
            <p:nvPr/>
          </p:nvSpPr>
          <p:spPr>
            <a:xfrm>
              <a:off x="7725363" y="2758776"/>
              <a:ext cx="1548000" cy="5119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HTTP</a:t>
              </a:r>
              <a:r>
                <a:rPr kumimoji="1" lang="zh-CN" altLang="en-US" sz="1600" dirty="0"/>
                <a:t>轮询</a:t>
              </a: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79C5D46B-BDCA-2944-B3AE-04E804963932}"/>
                </a:ext>
              </a:extLst>
            </p:cNvPr>
            <p:cNvSpPr/>
            <p:nvPr/>
          </p:nvSpPr>
          <p:spPr>
            <a:xfrm>
              <a:off x="10267374" y="2725563"/>
              <a:ext cx="1548936" cy="5341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Web</a:t>
              </a:r>
            </a:p>
            <a:p>
              <a:pPr algn="ctr"/>
              <a:r>
                <a:rPr kumimoji="1" lang="en-US" altLang="zh-CN" sz="1600" dirty="0"/>
                <a:t>Socket</a:t>
              </a:r>
            </a:p>
          </p:txBody>
        </p:sp>
        <p:cxnSp>
          <p:nvCxnSpPr>
            <p:cNvPr id="103" name="直线箭头连接符 102">
              <a:extLst>
                <a:ext uri="{FF2B5EF4-FFF2-40B4-BE49-F238E27FC236}">
                  <a16:creationId xmlns:a16="http://schemas.microsoft.com/office/drawing/2014/main" id="{83DCBC53-1998-9844-91F6-1E707D998D9F}"/>
                </a:ext>
              </a:extLst>
            </p:cNvPr>
            <p:cNvCxnSpPr>
              <a:cxnSpLocks/>
              <a:endCxn id="101" idx="0"/>
            </p:cNvCxnSpPr>
            <p:nvPr/>
          </p:nvCxnSpPr>
          <p:spPr>
            <a:xfrm>
              <a:off x="8495797" y="2465119"/>
              <a:ext cx="3566" cy="2936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箭头连接符 106">
              <a:extLst>
                <a:ext uri="{FF2B5EF4-FFF2-40B4-BE49-F238E27FC236}">
                  <a16:creationId xmlns:a16="http://schemas.microsoft.com/office/drawing/2014/main" id="{774C0EBC-B015-6142-9878-9B58684C8941}"/>
                </a:ext>
              </a:extLst>
            </p:cNvPr>
            <p:cNvCxnSpPr>
              <a:cxnSpLocks/>
              <a:endCxn id="102" idx="0"/>
            </p:cNvCxnSpPr>
            <p:nvPr/>
          </p:nvCxnSpPr>
          <p:spPr>
            <a:xfrm flipH="1">
              <a:off x="11041842" y="2435542"/>
              <a:ext cx="3666" cy="2900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箭头连接符 115">
              <a:extLst>
                <a:ext uri="{FF2B5EF4-FFF2-40B4-BE49-F238E27FC236}">
                  <a16:creationId xmlns:a16="http://schemas.microsoft.com/office/drawing/2014/main" id="{904DE13A-3C7D-A445-A925-2C5A88B88232}"/>
                </a:ext>
              </a:extLst>
            </p:cNvPr>
            <p:cNvCxnSpPr>
              <a:cxnSpLocks/>
              <a:stCxn id="101" idx="2"/>
              <a:endCxn id="133" idx="0"/>
            </p:cNvCxnSpPr>
            <p:nvPr/>
          </p:nvCxnSpPr>
          <p:spPr>
            <a:xfrm>
              <a:off x="8499363" y="3270722"/>
              <a:ext cx="881" cy="1355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A7ACB15C-775C-1F48-88ED-ACF01BFB436A}"/>
                </a:ext>
              </a:extLst>
            </p:cNvPr>
            <p:cNvSpPr/>
            <p:nvPr/>
          </p:nvSpPr>
          <p:spPr>
            <a:xfrm>
              <a:off x="8120754" y="3406246"/>
              <a:ext cx="758979" cy="58431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dirty="0"/>
                <a:t>读</a:t>
              </a:r>
              <a:r>
                <a:rPr kumimoji="1" lang="en-US" altLang="zh-CN" sz="1600" dirty="0"/>
                <a:t>API</a:t>
              </a:r>
              <a:endParaRPr kumimoji="1" lang="zh-CN" altLang="en-US" sz="1600" dirty="0"/>
            </a:p>
          </p:txBody>
        </p:sp>
        <p:sp>
          <p:nvSpPr>
            <p:cNvPr id="135" name="菱形 134">
              <a:extLst>
                <a:ext uri="{FF2B5EF4-FFF2-40B4-BE49-F238E27FC236}">
                  <a16:creationId xmlns:a16="http://schemas.microsoft.com/office/drawing/2014/main" id="{37C23953-28F6-C343-A70E-A5968078FFA3}"/>
                </a:ext>
              </a:extLst>
            </p:cNvPr>
            <p:cNvSpPr/>
            <p:nvPr/>
          </p:nvSpPr>
          <p:spPr>
            <a:xfrm>
              <a:off x="7725363" y="4120974"/>
              <a:ext cx="1547999" cy="48287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/>
                <a:t>读</a:t>
              </a:r>
              <a:r>
                <a:rPr kumimoji="1" lang="en-US" altLang="zh-CN" sz="1400" dirty="0" err="1"/>
                <a:t>Redis</a:t>
              </a:r>
              <a:endParaRPr kumimoji="1" lang="zh-CN" altLang="en-US" sz="1400" dirty="0"/>
            </a:p>
          </p:txBody>
        </p:sp>
        <p:cxnSp>
          <p:nvCxnSpPr>
            <p:cNvPr id="136" name="直线箭头连接符 135">
              <a:extLst>
                <a:ext uri="{FF2B5EF4-FFF2-40B4-BE49-F238E27FC236}">
                  <a16:creationId xmlns:a16="http://schemas.microsoft.com/office/drawing/2014/main" id="{9DE12C4A-7245-FB49-AE9B-D60844CDEBD0}"/>
                </a:ext>
              </a:extLst>
            </p:cNvPr>
            <p:cNvCxnSpPr>
              <a:cxnSpLocks/>
              <a:stCxn id="133" idx="4"/>
              <a:endCxn id="135" idx="0"/>
            </p:cNvCxnSpPr>
            <p:nvPr/>
          </p:nvCxnSpPr>
          <p:spPr>
            <a:xfrm flipH="1">
              <a:off x="8499363" y="3990564"/>
              <a:ext cx="881" cy="130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圆角矩形 146">
              <a:extLst>
                <a:ext uri="{FF2B5EF4-FFF2-40B4-BE49-F238E27FC236}">
                  <a16:creationId xmlns:a16="http://schemas.microsoft.com/office/drawing/2014/main" id="{BFC3BCBD-9695-D94B-A01C-AAE0DB036908}"/>
                </a:ext>
              </a:extLst>
            </p:cNvPr>
            <p:cNvSpPr/>
            <p:nvPr/>
          </p:nvSpPr>
          <p:spPr>
            <a:xfrm>
              <a:off x="7725363" y="4738612"/>
              <a:ext cx="1547999" cy="399795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dirty="0">
                  <a:solidFill>
                    <a:schemeClr val="bg1"/>
                  </a:solidFill>
                </a:rPr>
                <a:t>读</a:t>
              </a:r>
              <a:r>
                <a:rPr kumimoji="1" lang="en-US" altLang="zh-CN" sz="1600" dirty="0">
                  <a:solidFill>
                    <a:schemeClr val="bg1"/>
                  </a:solidFill>
                </a:rPr>
                <a:t>DB</a:t>
              </a:r>
              <a:endParaRPr kumimoji="1" lang="zh-CN" altLang="en-US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148" name="直线箭头连接符 147">
              <a:extLst>
                <a:ext uri="{FF2B5EF4-FFF2-40B4-BE49-F238E27FC236}">
                  <a16:creationId xmlns:a16="http://schemas.microsoft.com/office/drawing/2014/main" id="{438C12D1-CD2C-C048-9F87-BD6B00C1CFF3}"/>
                </a:ext>
              </a:extLst>
            </p:cNvPr>
            <p:cNvCxnSpPr>
              <a:cxnSpLocks/>
              <a:stCxn id="135" idx="2"/>
              <a:endCxn id="147" idx="0"/>
            </p:cNvCxnSpPr>
            <p:nvPr/>
          </p:nvCxnSpPr>
          <p:spPr>
            <a:xfrm>
              <a:off x="8499363" y="4603844"/>
              <a:ext cx="0" cy="1347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圆角矩形 157">
              <a:extLst>
                <a:ext uri="{FF2B5EF4-FFF2-40B4-BE49-F238E27FC236}">
                  <a16:creationId xmlns:a16="http://schemas.microsoft.com/office/drawing/2014/main" id="{8A564BE2-989C-D942-A0D9-2FC7460CC025}"/>
                </a:ext>
              </a:extLst>
            </p:cNvPr>
            <p:cNvSpPr/>
            <p:nvPr/>
          </p:nvSpPr>
          <p:spPr>
            <a:xfrm>
              <a:off x="7721797" y="5337664"/>
              <a:ext cx="1547999" cy="38815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dirty="0">
                  <a:solidFill>
                    <a:schemeClr val="bg1"/>
                  </a:solidFill>
                </a:rPr>
                <a:t>回写</a:t>
              </a:r>
              <a:r>
                <a:rPr kumimoji="1" lang="en-US" altLang="zh-CN" sz="1600" dirty="0" err="1">
                  <a:solidFill>
                    <a:schemeClr val="bg1"/>
                  </a:solidFill>
                </a:rPr>
                <a:t>Redis</a:t>
              </a:r>
              <a:endParaRPr kumimoji="1" lang="zh-CN" altLang="en-US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159" name="直线箭头连接符 158">
              <a:extLst>
                <a:ext uri="{FF2B5EF4-FFF2-40B4-BE49-F238E27FC236}">
                  <a16:creationId xmlns:a16="http://schemas.microsoft.com/office/drawing/2014/main" id="{177D15D3-F816-E048-BFD7-62CA195A7DA9}"/>
                </a:ext>
              </a:extLst>
            </p:cNvPr>
            <p:cNvCxnSpPr>
              <a:cxnSpLocks/>
              <a:stCxn id="147" idx="2"/>
              <a:endCxn id="158" idx="0"/>
            </p:cNvCxnSpPr>
            <p:nvPr/>
          </p:nvCxnSpPr>
          <p:spPr>
            <a:xfrm flipH="1">
              <a:off x="8495797" y="5138407"/>
              <a:ext cx="3566" cy="1992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AAB983C0-6D08-A040-B7DC-7E1BEA48820D}"/>
                </a:ext>
              </a:extLst>
            </p:cNvPr>
            <p:cNvSpPr txBox="1"/>
            <p:nvPr/>
          </p:nvSpPr>
          <p:spPr>
            <a:xfrm>
              <a:off x="8180104" y="4493437"/>
              <a:ext cx="316112" cy="327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N</a:t>
              </a:r>
              <a:endParaRPr kumimoji="1" lang="zh-CN" altLang="en-US" sz="1400" dirty="0"/>
            </a:p>
          </p:txBody>
        </p:sp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EB223986-7E9C-F54B-BABE-F2D254AC088C}"/>
                </a:ext>
              </a:extLst>
            </p:cNvPr>
            <p:cNvSpPr/>
            <p:nvPr/>
          </p:nvSpPr>
          <p:spPr>
            <a:xfrm>
              <a:off x="10662352" y="3406245"/>
              <a:ext cx="758979" cy="58431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WSAPI</a:t>
              </a:r>
              <a:endParaRPr kumimoji="1" lang="zh-CN" altLang="en-US" sz="1600" dirty="0"/>
            </a:p>
          </p:txBody>
        </p:sp>
        <p:cxnSp>
          <p:nvCxnSpPr>
            <p:cNvPr id="167" name="直线箭头连接符 166">
              <a:extLst>
                <a:ext uri="{FF2B5EF4-FFF2-40B4-BE49-F238E27FC236}">
                  <a16:creationId xmlns:a16="http://schemas.microsoft.com/office/drawing/2014/main" id="{75BD34E5-5EB0-5F48-AC28-2D974D8C155D}"/>
                </a:ext>
              </a:extLst>
            </p:cNvPr>
            <p:cNvCxnSpPr>
              <a:cxnSpLocks/>
              <a:stCxn id="102" idx="2"/>
              <a:endCxn id="166" idx="0"/>
            </p:cNvCxnSpPr>
            <p:nvPr/>
          </p:nvCxnSpPr>
          <p:spPr>
            <a:xfrm>
              <a:off x="11041842" y="3259728"/>
              <a:ext cx="0" cy="1465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圆角矩形 173">
              <a:extLst>
                <a:ext uri="{FF2B5EF4-FFF2-40B4-BE49-F238E27FC236}">
                  <a16:creationId xmlns:a16="http://schemas.microsoft.com/office/drawing/2014/main" id="{2D269398-4A82-9145-9394-8040BD44B3BA}"/>
                </a:ext>
              </a:extLst>
            </p:cNvPr>
            <p:cNvSpPr/>
            <p:nvPr/>
          </p:nvSpPr>
          <p:spPr>
            <a:xfrm>
              <a:off x="10267374" y="4282857"/>
              <a:ext cx="1547999" cy="552816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dirty="0">
                  <a:solidFill>
                    <a:schemeClr val="bg1"/>
                  </a:solidFill>
                </a:rPr>
                <a:t>监听</a:t>
              </a:r>
              <a:r>
                <a:rPr kumimoji="1" lang="en-US" altLang="zh-CN" sz="1600" dirty="0" err="1">
                  <a:solidFill>
                    <a:schemeClr val="bg1"/>
                  </a:solidFill>
                </a:rPr>
                <a:t>Redis</a:t>
              </a:r>
              <a:r>
                <a:rPr kumimoji="1" lang="zh-CN" altLang="en-US" sz="1600" dirty="0">
                  <a:solidFill>
                    <a:schemeClr val="bg1"/>
                  </a:solidFill>
                </a:rPr>
                <a:t>变更</a:t>
              </a:r>
            </a:p>
          </p:txBody>
        </p:sp>
        <p:cxnSp>
          <p:nvCxnSpPr>
            <p:cNvPr id="175" name="直线箭头连接符 174">
              <a:extLst>
                <a:ext uri="{FF2B5EF4-FFF2-40B4-BE49-F238E27FC236}">
                  <a16:creationId xmlns:a16="http://schemas.microsoft.com/office/drawing/2014/main" id="{07B80831-6558-2040-BA3A-66AB8B1097F5}"/>
                </a:ext>
              </a:extLst>
            </p:cNvPr>
            <p:cNvCxnSpPr>
              <a:cxnSpLocks/>
              <a:stCxn id="166" idx="4"/>
              <a:endCxn id="174" idx="0"/>
            </p:cNvCxnSpPr>
            <p:nvPr/>
          </p:nvCxnSpPr>
          <p:spPr>
            <a:xfrm flipH="1">
              <a:off x="11041374" y="3990563"/>
              <a:ext cx="468" cy="2922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圆角矩形 177">
              <a:extLst>
                <a:ext uri="{FF2B5EF4-FFF2-40B4-BE49-F238E27FC236}">
                  <a16:creationId xmlns:a16="http://schemas.microsoft.com/office/drawing/2014/main" id="{CC5ED640-EDA0-C944-A6E7-68EF90790885}"/>
                </a:ext>
              </a:extLst>
            </p:cNvPr>
            <p:cNvSpPr/>
            <p:nvPr/>
          </p:nvSpPr>
          <p:spPr>
            <a:xfrm>
              <a:off x="10267374" y="5173001"/>
              <a:ext cx="1547999" cy="55281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chemeClr val="bg1"/>
                  </a:solidFill>
                </a:rPr>
                <a:t>API</a:t>
              </a:r>
              <a:r>
                <a:rPr kumimoji="1" lang="zh-CN" altLang="en-US" sz="1600" dirty="0">
                  <a:solidFill>
                    <a:schemeClr val="bg1"/>
                  </a:solidFill>
                </a:rPr>
                <a:t>向</a:t>
              </a:r>
              <a:r>
                <a:rPr kumimoji="1" lang="en-US" altLang="zh-CN" sz="1600" dirty="0">
                  <a:solidFill>
                    <a:schemeClr val="bg1"/>
                  </a:solidFill>
                </a:rPr>
                <a:t>Client</a:t>
              </a:r>
              <a:r>
                <a:rPr kumimoji="1" lang="zh-CN" altLang="en-US" sz="1600" dirty="0">
                  <a:solidFill>
                    <a:schemeClr val="bg1"/>
                  </a:solidFill>
                </a:rPr>
                <a:t>推送新配置</a:t>
              </a:r>
            </a:p>
          </p:txBody>
        </p:sp>
        <p:cxnSp>
          <p:nvCxnSpPr>
            <p:cNvPr id="179" name="直线箭头连接符 178">
              <a:extLst>
                <a:ext uri="{FF2B5EF4-FFF2-40B4-BE49-F238E27FC236}">
                  <a16:creationId xmlns:a16="http://schemas.microsoft.com/office/drawing/2014/main" id="{37B2DC32-CBB4-A040-A495-19F307A8A12B}"/>
                </a:ext>
              </a:extLst>
            </p:cNvPr>
            <p:cNvCxnSpPr>
              <a:cxnSpLocks/>
              <a:stCxn id="174" idx="2"/>
              <a:endCxn id="178" idx="0"/>
            </p:cNvCxnSpPr>
            <p:nvPr/>
          </p:nvCxnSpPr>
          <p:spPr>
            <a:xfrm>
              <a:off x="11041374" y="4835673"/>
              <a:ext cx="0" cy="3373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B3CEC8FA-2B0C-9646-BDEC-86F879FB1740}"/>
                </a:ext>
              </a:extLst>
            </p:cNvPr>
            <p:cNvSpPr/>
            <p:nvPr/>
          </p:nvSpPr>
          <p:spPr>
            <a:xfrm>
              <a:off x="7570606" y="1843087"/>
              <a:ext cx="4367101" cy="471487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8" name="圆角矩形 197">
              <a:extLst>
                <a:ext uri="{FF2B5EF4-FFF2-40B4-BE49-F238E27FC236}">
                  <a16:creationId xmlns:a16="http://schemas.microsoft.com/office/drawing/2014/main" id="{573C8EEA-928F-8649-8179-17220802607D}"/>
                </a:ext>
              </a:extLst>
            </p:cNvPr>
            <p:cNvSpPr/>
            <p:nvPr/>
          </p:nvSpPr>
          <p:spPr>
            <a:xfrm>
              <a:off x="7721797" y="5968659"/>
              <a:ext cx="1547999" cy="40532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dirty="0">
                  <a:solidFill>
                    <a:schemeClr val="bg1"/>
                  </a:solidFill>
                </a:rPr>
                <a:t>返回当前配置</a:t>
              </a:r>
            </a:p>
          </p:txBody>
        </p:sp>
        <p:cxnSp>
          <p:nvCxnSpPr>
            <p:cNvPr id="203" name="直线箭头连接符 202">
              <a:extLst>
                <a:ext uri="{FF2B5EF4-FFF2-40B4-BE49-F238E27FC236}">
                  <a16:creationId xmlns:a16="http://schemas.microsoft.com/office/drawing/2014/main" id="{89126599-8EB7-E442-AD6E-47F9D90B7DD2}"/>
                </a:ext>
              </a:extLst>
            </p:cNvPr>
            <p:cNvCxnSpPr>
              <a:cxnSpLocks/>
              <a:stCxn id="158" idx="2"/>
              <a:endCxn id="198" idx="0"/>
            </p:cNvCxnSpPr>
            <p:nvPr/>
          </p:nvCxnSpPr>
          <p:spPr>
            <a:xfrm>
              <a:off x="8495797" y="5725818"/>
              <a:ext cx="0" cy="2428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肘形连接符 206">
              <a:extLst>
                <a:ext uri="{FF2B5EF4-FFF2-40B4-BE49-F238E27FC236}">
                  <a16:creationId xmlns:a16="http://schemas.microsoft.com/office/drawing/2014/main" id="{1F63958A-2736-9248-9B82-AEEC12ED010D}"/>
                </a:ext>
              </a:extLst>
            </p:cNvPr>
            <p:cNvCxnSpPr>
              <a:cxnSpLocks/>
              <a:stCxn id="135" idx="3"/>
              <a:endCxn id="198" idx="0"/>
            </p:cNvCxnSpPr>
            <p:nvPr/>
          </p:nvCxnSpPr>
          <p:spPr>
            <a:xfrm flipH="1">
              <a:off x="8495797" y="4362409"/>
              <a:ext cx="777565" cy="1606250"/>
            </a:xfrm>
            <a:prstGeom prst="bentConnector4">
              <a:avLst>
                <a:gd name="adj1" fmla="val -29399"/>
                <a:gd name="adj2" fmla="val 9220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7E528B31-BF36-4742-890D-4A7CDFC7C6B7}"/>
                </a:ext>
              </a:extLst>
            </p:cNvPr>
            <p:cNvSpPr txBox="1"/>
            <p:nvPr/>
          </p:nvSpPr>
          <p:spPr>
            <a:xfrm>
              <a:off x="9285962" y="5050203"/>
              <a:ext cx="2824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Y</a:t>
              </a:r>
              <a:endParaRPr kumimoji="1" lang="zh-CN" altLang="en-US" sz="1400" dirty="0"/>
            </a:p>
          </p:txBody>
        </p:sp>
        <p:cxnSp>
          <p:nvCxnSpPr>
            <p:cNvPr id="210" name="肘形连接符 209">
              <a:extLst>
                <a:ext uri="{FF2B5EF4-FFF2-40B4-BE49-F238E27FC236}">
                  <a16:creationId xmlns:a16="http://schemas.microsoft.com/office/drawing/2014/main" id="{268E0BC2-7D9F-214E-8872-F523DAEA879A}"/>
                </a:ext>
              </a:extLst>
            </p:cNvPr>
            <p:cNvCxnSpPr>
              <a:cxnSpLocks/>
              <a:stCxn id="198" idx="3"/>
              <a:endCxn id="101" idx="3"/>
            </p:cNvCxnSpPr>
            <p:nvPr/>
          </p:nvCxnSpPr>
          <p:spPr>
            <a:xfrm flipV="1">
              <a:off x="9269796" y="3014749"/>
              <a:ext cx="3567" cy="3156571"/>
            </a:xfrm>
            <a:prstGeom prst="bentConnector3">
              <a:avLst>
                <a:gd name="adj1" fmla="val 1411914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肘形连接符 221">
              <a:extLst>
                <a:ext uri="{FF2B5EF4-FFF2-40B4-BE49-F238E27FC236}">
                  <a16:creationId xmlns:a16="http://schemas.microsoft.com/office/drawing/2014/main" id="{5600206C-B93B-714A-8804-F744C7A8413C}"/>
                </a:ext>
              </a:extLst>
            </p:cNvPr>
            <p:cNvCxnSpPr>
              <a:cxnSpLocks/>
              <a:stCxn id="178" idx="1"/>
              <a:endCxn id="102" idx="1"/>
            </p:cNvCxnSpPr>
            <p:nvPr/>
          </p:nvCxnSpPr>
          <p:spPr>
            <a:xfrm rot="10800000">
              <a:off x="10267374" y="2992645"/>
              <a:ext cx="12700" cy="2456764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1" name="文本框 230">
            <a:extLst>
              <a:ext uri="{FF2B5EF4-FFF2-40B4-BE49-F238E27FC236}">
                <a16:creationId xmlns:a16="http://schemas.microsoft.com/office/drawing/2014/main" id="{86F2FFAC-01A9-AA40-B7BE-6BBC74F0378C}"/>
              </a:ext>
            </a:extLst>
          </p:cNvPr>
          <p:cNvSpPr txBox="1"/>
          <p:nvPr/>
        </p:nvSpPr>
        <p:spPr>
          <a:xfrm>
            <a:off x="8879733" y="3500839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QPS16k</a:t>
            </a:r>
            <a:endParaRPr kumimoji="1" lang="zh-CN" altLang="en-US" dirty="0"/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34B19FE3-24BB-7A47-8757-D95C5FA2902B}"/>
              </a:ext>
            </a:extLst>
          </p:cNvPr>
          <p:cNvSpPr txBox="1"/>
          <p:nvPr/>
        </p:nvSpPr>
        <p:spPr>
          <a:xfrm>
            <a:off x="10125025" y="351373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27k</a:t>
            </a:r>
            <a:endParaRPr kumimoji="1" lang="zh-CN" altLang="en-US" dirty="0"/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F0516611-6D20-704A-AF63-58DD7FE0D70C}"/>
              </a:ext>
            </a:extLst>
          </p:cNvPr>
          <p:cNvSpPr txBox="1"/>
          <p:nvPr/>
        </p:nvSpPr>
        <p:spPr>
          <a:xfrm>
            <a:off x="5957638" y="498935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Key:85k</a:t>
            </a:r>
          </a:p>
          <a:p>
            <a:r>
              <a:rPr kumimoji="1" lang="zh-CN" altLang="en-US" dirty="0"/>
              <a:t>容量</a:t>
            </a:r>
            <a:r>
              <a:rPr kumimoji="1" lang="en-US" altLang="zh-CN" dirty="0"/>
              <a:t>:300M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4796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>
            <a:extLst>
              <a:ext uri="{FF2B5EF4-FFF2-40B4-BE49-F238E27FC236}">
                <a16:creationId xmlns:a16="http://schemas.microsoft.com/office/drawing/2014/main" id="{806CDD70-3858-A943-BC78-1AEA4DEBC16D}"/>
              </a:ext>
            </a:extLst>
          </p:cNvPr>
          <p:cNvSpPr/>
          <p:nvPr/>
        </p:nvSpPr>
        <p:spPr>
          <a:xfrm>
            <a:off x="3230265" y="1053554"/>
            <a:ext cx="1547999" cy="546100"/>
          </a:xfrm>
          <a:prstGeom prst="round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</a:rPr>
              <a:t>Dal</a:t>
            </a:r>
          </a:p>
          <a:p>
            <a:pPr algn="ctr"/>
            <a:r>
              <a:rPr kumimoji="1" lang="zh-CN" altLang="en-US" sz="1600" dirty="0">
                <a:solidFill>
                  <a:schemeClr val="tx1"/>
                </a:solidFill>
              </a:rPr>
              <a:t>（ </a:t>
            </a:r>
            <a:r>
              <a:rPr kumimoji="1" lang="en-US" altLang="zh-CN" sz="1600" dirty="0">
                <a:solidFill>
                  <a:schemeClr val="tx1"/>
                </a:solidFill>
              </a:rPr>
              <a:t>3.2.0</a:t>
            </a:r>
            <a:r>
              <a:rPr kumimoji="1" lang="zh-CN" altLang="en-US" sz="1600" dirty="0">
                <a:solidFill>
                  <a:schemeClr val="tx1"/>
                </a:solidFill>
              </a:rPr>
              <a:t>以下）</a:t>
            </a:r>
            <a:endParaRPr kumimoji="1"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48" name="标题 1">
            <a:extLst>
              <a:ext uri="{FF2B5EF4-FFF2-40B4-BE49-F238E27FC236}">
                <a16:creationId xmlns:a16="http://schemas.microsoft.com/office/drawing/2014/main" id="{7B8DBB84-1563-5149-ACF1-D0FED5C5918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8578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Dal</a:t>
            </a:r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客户端逻辑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AE908F42-0C3D-9543-97C6-CFA7B532AFEF}"/>
              </a:ext>
            </a:extLst>
          </p:cNvPr>
          <p:cNvCxnSpPr>
            <a:cxnSpLocks/>
          </p:cNvCxnSpPr>
          <p:nvPr/>
        </p:nvCxnSpPr>
        <p:spPr>
          <a:xfrm>
            <a:off x="0" y="695243"/>
            <a:ext cx="12192000" cy="0"/>
          </a:xfrm>
          <a:prstGeom prst="line">
            <a:avLst/>
          </a:prstGeom>
          <a:ln w="85725">
            <a:gradFill flip="none" rotWithShape="1">
              <a:gsLst>
                <a:gs pos="0">
                  <a:srgbClr val="E81331"/>
                </a:gs>
                <a:gs pos="100000">
                  <a:srgbClr val="FF6600"/>
                </a:gs>
              </a:gsLst>
              <a:lin ang="2142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线箭头连接符 109">
            <a:extLst>
              <a:ext uri="{FF2B5EF4-FFF2-40B4-BE49-F238E27FC236}">
                <a16:creationId xmlns:a16="http://schemas.microsoft.com/office/drawing/2014/main" id="{F37B6C13-E9E1-A242-8CAC-7368DABEE9D1}"/>
              </a:ext>
            </a:extLst>
          </p:cNvPr>
          <p:cNvCxnSpPr>
            <a:cxnSpLocks/>
            <a:stCxn id="24" idx="2"/>
            <a:endCxn id="100" idx="0"/>
          </p:cNvCxnSpPr>
          <p:nvPr/>
        </p:nvCxnSpPr>
        <p:spPr>
          <a:xfrm>
            <a:off x="4004265" y="1599654"/>
            <a:ext cx="0" cy="235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圆角矩形 99">
            <a:extLst>
              <a:ext uri="{FF2B5EF4-FFF2-40B4-BE49-F238E27FC236}">
                <a16:creationId xmlns:a16="http://schemas.microsoft.com/office/drawing/2014/main" id="{51B7D0A6-8BC7-FE4F-B770-A1752AA4C80B}"/>
              </a:ext>
            </a:extLst>
          </p:cNvPr>
          <p:cNvSpPr/>
          <p:nvPr/>
        </p:nvSpPr>
        <p:spPr>
          <a:xfrm>
            <a:off x="3230265" y="1834851"/>
            <a:ext cx="1547999" cy="5528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</a:rPr>
              <a:t>读取系统环境变量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79C5D46B-BDCA-2944-B3AE-04E804963932}"/>
              </a:ext>
            </a:extLst>
          </p:cNvPr>
          <p:cNvSpPr/>
          <p:nvPr/>
        </p:nvSpPr>
        <p:spPr>
          <a:xfrm>
            <a:off x="3230311" y="2538260"/>
            <a:ext cx="1548936" cy="534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WebSocket</a:t>
            </a:r>
          </a:p>
          <a:p>
            <a:pPr algn="ctr"/>
            <a:r>
              <a:rPr kumimoji="1" lang="zh-CN" altLang="en-US" sz="1600" dirty="0"/>
              <a:t>轮询（</a:t>
            </a:r>
            <a:r>
              <a:rPr kumimoji="1" lang="en-US" altLang="zh-CN" sz="1600" dirty="0"/>
              <a:t>3s</a:t>
            </a:r>
            <a:r>
              <a:rPr kumimoji="1" lang="zh-CN" altLang="en-US" sz="1600" dirty="0"/>
              <a:t>）</a:t>
            </a:r>
            <a:endParaRPr kumimoji="1" lang="en-US" altLang="zh-CN" sz="1600" dirty="0"/>
          </a:p>
        </p:txBody>
      </p:sp>
      <p:sp>
        <p:nvSpPr>
          <p:cNvPr id="84" name="圆角矩形 83">
            <a:extLst>
              <a:ext uri="{FF2B5EF4-FFF2-40B4-BE49-F238E27FC236}">
                <a16:creationId xmlns:a16="http://schemas.microsoft.com/office/drawing/2014/main" id="{3101B9D4-1E5A-BD4F-A7B2-8CFF81BF4B51}"/>
              </a:ext>
            </a:extLst>
          </p:cNvPr>
          <p:cNvSpPr/>
          <p:nvPr/>
        </p:nvSpPr>
        <p:spPr>
          <a:xfrm>
            <a:off x="8857034" y="1058968"/>
            <a:ext cx="1547999" cy="546100"/>
          </a:xfrm>
          <a:prstGeom prst="round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</a:rPr>
              <a:t>Dal</a:t>
            </a:r>
          </a:p>
          <a:p>
            <a:pPr algn="ctr"/>
            <a:r>
              <a:rPr kumimoji="1" lang="zh-CN" altLang="en-US" sz="1600" dirty="0">
                <a:solidFill>
                  <a:schemeClr val="tx1"/>
                </a:solidFill>
              </a:rPr>
              <a:t>（ </a:t>
            </a:r>
            <a:r>
              <a:rPr kumimoji="1" lang="en-US" altLang="zh-CN" sz="1600" dirty="0">
                <a:solidFill>
                  <a:schemeClr val="tx1"/>
                </a:solidFill>
              </a:rPr>
              <a:t>3.2.0</a:t>
            </a:r>
            <a:r>
              <a:rPr kumimoji="1" lang="zh-CN" altLang="en-US" sz="1600" dirty="0">
                <a:solidFill>
                  <a:schemeClr val="tx1"/>
                </a:solidFill>
              </a:rPr>
              <a:t>及以上）</a:t>
            </a:r>
            <a:endParaRPr kumimoji="1" lang="en-US" altLang="zh-CN" sz="1600" dirty="0">
              <a:solidFill>
                <a:schemeClr val="tx1"/>
              </a:solidFill>
            </a:endParaRPr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DBCF08D4-79FC-604E-BB7B-8B2E1CB7712D}"/>
              </a:ext>
            </a:extLst>
          </p:cNvPr>
          <p:cNvCxnSpPr>
            <a:cxnSpLocks/>
            <a:stCxn id="84" idx="2"/>
            <a:endCxn id="86" idx="0"/>
          </p:cNvCxnSpPr>
          <p:nvPr/>
        </p:nvCxnSpPr>
        <p:spPr>
          <a:xfrm>
            <a:off x="9631034" y="1605068"/>
            <a:ext cx="0" cy="228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圆角矩形 85">
            <a:extLst>
              <a:ext uri="{FF2B5EF4-FFF2-40B4-BE49-F238E27FC236}">
                <a16:creationId xmlns:a16="http://schemas.microsoft.com/office/drawing/2014/main" id="{F6E314E7-A6EB-2447-820F-4CC692164746}"/>
              </a:ext>
            </a:extLst>
          </p:cNvPr>
          <p:cNvSpPr/>
          <p:nvPr/>
        </p:nvSpPr>
        <p:spPr>
          <a:xfrm>
            <a:off x="8857034" y="1833492"/>
            <a:ext cx="1547999" cy="5528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</a:rPr>
              <a:t>读取系统环境变量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8BB2A342-BC60-B948-AE9E-8F517A0E1D68}"/>
              </a:ext>
            </a:extLst>
          </p:cNvPr>
          <p:cNvSpPr/>
          <p:nvPr/>
        </p:nvSpPr>
        <p:spPr>
          <a:xfrm>
            <a:off x="6136402" y="4532318"/>
            <a:ext cx="1548000" cy="511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HTTP</a:t>
            </a:r>
            <a:r>
              <a:rPr kumimoji="1" lang="zh-CN" altLang="en-US" sz="1600" dirty="0"/>
              <a:t>获取最新配置</a:t>
            </a:r>
          </a:p>
        </p:txBody>
      </p:sp>
      <p:sp>
        <p:nvSpPr>
          <p:cNvPr id="111" name="圆角矩形 110">
            <a:extLst>
              <a:ext uri="{FF2B5EF4-FFF2-40B4-BE49-F238E27FC236}">
                <a16:creationId xmlns:a16="http://schemas.microsoft.com/office/drawing/2014/main" id="{DAEF854A-8492-A948-B742-20559C194076}"/>
              </a:ext>
            </a:extLst>
          </p:cNvPr>
          <p:cNvSpPr/>
          <p:nvPr/>
        </p:nvSpPr>
        <p:spPr>
          <a:xfrm>
            <a:off x="1271606" y="2026434"/>
            <a:ext cx="1547999" cy="54610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</a:rPr>
              <a:t>API</a:t>
            </a:r>
            <a:r>
              <a:rPr kumimoji="1" lang="zh-CN" altLang="en-US" sz="1600" dirty="0">
                <a:solidFill>
                  <a:schemeClr val="bg1"/>
                </a:solidFill>
              </a:rPr>
              <a:t>推送最新版本或配置</a:t>
            </a:r>
            <a:endParaRPr kumimoji="1" lang="en-US" altLang="zh-CN" sz="1600" dirty="0">
              <a:solidFill>
                <a:schemeClr val="bg1"/>
              </a:solidFill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89D7C1C6-083C-7040-A3E4-547CD015E0EC}"/>
              </a:ext>
            </a:extLst>
          </p:cNvPr>
          <p:cNvSpPr/>
          <p:nvPr/>
        </p:nvSpPr>
        <p:spPr>
          <a:xfrm>
            <a:off x="3230979" y="3232678"/>
            <a:ext cx="1548936" cy="534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请求最新版本</a:t>
            </a:r>
            <a:endParaRPr kumimoji="1" lang="en-US" altLang="zh-CN" sz="1600" dirty="0"/>
          </a:p>
        </p:txBody>
      </p:sp>
      <p:cxnSp>
        <p:nvCxnSpPr>
          <p:cNvPr id="113" name="直线箭头连接符 112">
            <a:extLst>
              <a:ext uri="{FF2B5EF4-FFF2-40B4-BE49-F238E27FC236}">
                <a16:creationId xmlns:a16="http://schemas.microsoft.com/office/drawing/2014/main" id="{F19E8441-B4CA-F549-8F03-7E7DE5A1C4CF}"/>
              </a:ext>
            </a:extLst>
          </p:cNvPr>
          <p:cNvCxnSpPr>
            <a:cxnSpLocks/>
            <a:stCxn id="102" idx="2"/>
            <a:endCxn id="112" idx="0"/>
          </p:cNvCxnSpPr>
          <p:nvPr/>
        </p:nvCxnSpPr>
        <p:spPr>
          <a:xfrm>
            <a:off x="4004779" y="3072424"/>
            <a:ext cx="668" cy="16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肘形连接符 116">
            <a:extLst>
              <a:ext uri="{FF2B5EF4-FFF2-40B4-BE49-F238E27FC236}">
                <a16:creationId xmlns:a16="http://schemas.microsoft.com/office/drawing/2014/main" id="{1D0D9E93-6FB9-7645-B526-8D001362BD9C}"/>
              </a:ext>
            </a:extLst>
          </p:cNvPr>
          <p:cNvCxnSpPr>
            <a:cxnSpLocks/>
            <a:stCxn id="111" idx="2"/>
            <a:endCxn id="153" idx="0"/>
          </p:cNvCxnSpPr>
          <p:nvPr/>
        </p:nvCxnSpPr>
        <p:spPr>
          <a:xfrm rot="16200000" flipH="1">
            <a:off x="2281392" y="2336748"/>
            <a:ext cx="1487087" cy="1958658"/>
          </a:xfrm>
          <a:prstGeom prst="bentConnector3">
            <a:avLst>
              <a:gd name="adj1" fmla="val 884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菱形 35">
            <a:extLst>
              <a:ext uri="{FF2B5EF4-FFF2-40B4-BE49-F238E27FC236}">
                <a16:creationId xmlns:a16="http://schemas.microsoft.com/office/drawing/2014/main" id="{67092EC5-73F4-CB45-B904-F0FC73D76D39}"/>
              </a:ext>
            </a:extLst>
          </p:cNvPr>
          <p:cNvSpPr/>
          <p:nvPr/>
        </p:nvSpPr>
        <p:spPr>
          <a:xfrm>
            <a:off x="5867729" y="5759980"/>
            <a:ext cx="1547999" cy="9144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判断是否变化</a:t>
            </a:r>
          </a:p>
        </p:txBody>
      </p:sp>
      <p:cxnSp>
        <p:nvCxnSpPr>
          <p:cNvPr id="122" name="肘形连接符 121">
            <a:extLst>
              <a:ext uri="{FF2B5EF4-FFF2-40B4-BE49-F238E27FC236}">
                <a16:creationId xmlns:a16="http://schemas.microsoft.com/office/drawing/2014/main" id="{79587923-1823-DD48-94AD-497345EDB7EB}"/>
              </a:ext>
            </a:extLst>
          </p:cNvPr>
          <p:cNvCxnSpPr>
            <a:cxnSpLocks/>
            <a:stCxn id="89" idx="2"/>
            <a:endCxn id="36" idx="0"/>
          </p:cNvCxnSpPr>
          <p:nvPr/>
        </p:nvCxnSpPr>
        <p:spPr>
          <a:xfrm rot="5400000">
            <a:off x="6418208" y="5267786"/>
            <a:ext cx="715716" cy="2686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肘形连接符 125">
            <a:extLst>
              <a:ext uri="{FF2B5EF4-FFF2-40B4-BE49-F238E27FC236}">
                <a16:creationId xmlns:a16="http://schemas.microsoft.com/office/drawing/2014/main" id="{67A38B08-6A0A-5C4D-9406-6D38BB690C46}"/>
              </a:ext>
            </a:extLst>
          </p:cNvPr>
          <p:cNvCxnSpPr>
            <a:cxnSpLocks/>
            <a:stCxn id="153" idx="2"/>
            <a:endCxn id="36" idx="0"/>
          </p:cNvCxnSpPr>
          <p:nvPr/>
        </p:nvCxnSpPr>
        <p:spPr>
          <a:xfrm rot="16200000" flipH="1">
            <a:off x="4930017" y="4048267"/>
            <a:ext cx="785959" cy="26374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 131">
            <a:extLst>
              <a:ext uri="{FF2B5EF4-FFF2-40B4-BE49-F238E27FC236}">
                <a16:creationId xmlns:a16="http://schemas.microsoft.com/office/drawing/2014/main" id="{D5B87F74-A4BF-8949-8B6A-73B90055BF11}"/>
              </a:ext>
            </a:extLst>
          </p:cNvPr>
          <p:cNvSpPr/>
          <p:nvPr/>
        </p:nvSpPr>
        <p:spPr>
          <a:xfrm>
            <a:off x="8712964" y="5961207"/>
            <a:ext cx="1548000" cy="511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新建连接池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释放旧连接池</a:t>
            </a:r>
          </a:p>
        </p:txBody>
      </p:sp>
      <p:cxnSp>
        <p:nvCxnSpPr>
          <p:cNvPr id="134" name="直线箭头连接符 133">
            <a:extLst>
              <a:ext uri="{FF2B5EF4-FFF2-40B4-BE49-F238E27FC236}">
                <a16:creationId xmlns:a16="http://schemas.microsoft.com/office/drawing/2014/main" id="{EA6943DF-32E4-4848-8F95-B03BD51A2106}"/>
              </a:ext>
            </a:extLst>
          </p:cNvPr>
          <p:cNvCxnSpPr>
            <a:cxnSpLocks/>
            <a:stCxn id="36" idx="3"/>
            <a:endCxn id="132" idx="1"/>
          </p:cNvCxnSpPr>
          <p:nvPr/>
        </p:nvCxnSpPr>
        <p:spPr>
          <a:xfrm>
            <a:off x="7415728" y="6217180"/>
            <a:ext cx="12972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6370FF6D-3132-3244-B005-487C45612BA7}"/>
              </a:ext>
            </a:extLst>
          </p:cNvPr>
          <p:cNvSpPr txBox="1"/>
          <p:nvPr/>
        </p:nvSpPr>
        <p:spPr>
          <a:xfrm>
            <a:off x="7908694" y="58478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cxnSp>
        <p:nvCxnSpPr>
          <p:cNvPr id="149" name="肘形连接符 148">
            <a:extLst>
              <a:ext uri="{FF2B5EF4-FFF2-40B4-BE49-F238E27FC236}">
                <a16:creationId xmlns:a16="http://schemas.microsoft.com/office/drawing/2014/main" id="{1C1932FF-9C07-C14F-820C-F7699437C356}"/>
              </a:ext>
            </a:extLst>
          </p:cNvPr>
          <p:cNvCxnSpPr>
            <a:cxnSpLocks/>
            <a:stCxn id="152" idx="2"/>
            <a:endCxn id="89" idx="0"/>
          </p:cNvCxnSpPr>
          <p:nvPr/>
        </p:nvCxnSpPr>
        <p:spPr>
          <a:xfrm rot="5400000">
            <a:off x="7662026" y="2563311"/>
            <a:ext cx="1217384" cy="27206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>
            <a:extLst>
              <a:ext uri="{FF2B5EF4-FFF2-40B4-BE49-F238E27FC236}">
                <a16:creationId xmlns:a16="http://schemas.microsoft.com/office/drawing/2014/main" id="{31CFCB88-5A1E-D04B-8C06-C52D0DE6C28F}"/>
              </a:ext>
            </a:extLst>
          </p:cNvPr>
          <p:cNvSpPr/>
          <p:nvPr/>
        </p:nvSpPr>
        <p:spPr>
          <a:xfrm>
            <a:off x="8857033" y="2802988"/>
            <a:ext cx="1548000" cy="511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定时任务（</a:t>
            </a:r>
            <a:r>
              <a:rPr kumimoji="1" lang="en-US" altLang="zh-CN" sz="1600" dirty="0"/>
              <a:t>3s</a:t>
            </a:r>
            <a:r>
              <a:rPr kumimoji="1" lang="zh-CN" altLang="en-US" sz="1600" dirty="0"/>
              <a:t>）</a:t>
            </a:r>
          </a:p>
        </p:txBody>
      </p:sp>
      <p:cxnSp>
        <p:nvCxnSpPr>
          <p:cNvPr id="157" name="直线箭头连接符 156">
            <a:extLst>
              <a:ext uri="{FF2B5EF4-FFF2-40B4-BE49-F238E27FC236}">
                <a16:creationId xmlns:a16="http://schemas.microsoft.com/office/drawing/2014/main" id="{A9E588DC-87CE-C344-B684-2E320C187030}"/>
              </a:ext>
            </a:extLst>
          </p:cNvPr>
          <p:cNvCxnSpPr>
            <a:cxnSpLocks/>
            <a:stCxn id="86" idx="2"/>
            <a:endCxn id="152" idx="0"/>
          </p:cNvCxnSpPr>
          <p:nvPr/>
        </p:nvCxnSpPr>
        <p:spPr>
          <a:xfrm flipH="1">
            <a:off x="9631033" y="2386308"/>
            <a:ext cx="1" cy="416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圆角矩形 167">
            <a:extLst>
              <a:ext uri="{FF2B5EF4-FFF2-40B4-BE49-F238E27FC236}">
                <a16:creationId xmlns:a16="http://schemas.microsoft.com/office/drawing/2014/main" id="{53C5588F-1CA0-1E47-8A74-4CA905CF3CEE}"/>
              </a:ext>
            </a:extLst>
          </p:cNvPr>
          <p:cNvSpPr/>
          <p:nvPr/>
        </p:nvSpPr>
        <p:spPr>
          <a:xfrm>
            <a:off x="6129377" y="1841567"/>
            <a:ext cx="1547999" cy="54610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/>
                </a:solidFill>
              </a:rPr>
              <a:t>首次启动</a:t>
            </a:r>
          </a:p>
        </p:txBody>
      </p: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9A829AF2-2F81-F841-9D68-A19D58E04BF8}"/>
              </a:ext>
            </a:extLst>
          </p:cNvPr>
          <p:cNvCxnSpPr>
            <a:cxnSpLocks/>
            <a:stCxn id="100" idx="3"/>
            <a:endCxn id="168" idx="1"/>
          </p:cNvCxnSpPr>
          <p:nvPr/>
        </p:nvCxnSpPr>
        <p:spPr>
          <a:xfrm>
            <a:off x="4778264" y="2111259"/>
            <a:ext cx="1351113" cy="3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25345009-D76A-D34C-86AC-742FDD4D5296}"/>
              </a:ext>
            </a:extLst>
          </p:cNvPr>
          <p:cNvCxnSpPr>
            <a:cxnSpLocks/>
            <a:stCxn id="168" idx="2"/>
            <a:endCxn id="89" idx="0"/>
          </p:cNvCxnSpPr>
          <p:nvPr/>
        </p:nvCxnSpPr>
        <p:spPr>
          <a:xfrm>
            <a:off x="6903377" y="2387667"/>
            <a:ext cx="7025" cy="2144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箭头连接符 175">
            <a:extLst>
              <a:ext uri="{FF2B5EF4-FFF2-40B4-BE49-F238E27FC236}">
                <a16:creationId xmlns:a16="http://schemas.microsoft.com/office/drawing/2014/main" id="{9B000600-4F2F-0649-958F-4FFB1622F338}"/>
              </a:ext>
            </a:extLst>
          </p:cNvPr>
          <p:cNvCxnSpPr>
            <a:cxnSpLocks/>
            <a:stCxn id="86" idx="1"/>
            <a:endCxn id="168" idx="3"/>
          </p:cNvCxnSpPr>
          <p:nvPr/>
        </p:nvCxnSpPr>
        <p:spPr>
          <a:xfrm flipH="1">
            <a:off x="7677376" y="2109900"/>
            <a:ext cx="1179658" cy="4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线箭头连接符 176">
            <a:extLst>
              <a:ext uri="{FF2B5EF4-FFF2-40B4-BE49-F238E27FC236}">
                <a16:creationId xmlns:a16="http://schemas.microsoft.com/office/drawing/2014/main" id="{F310EB8D-1B0B-CD40-A3F7-A2D4994B1C3A}"/>
              </a:ext>
            </a:extLst>
          </p:cNvPr>
          <p:cNvCxnSpPr>
            <a:cxnSpLocks/>
            <a:stCxn id="100" idx="2"/>
            <a:endCxn id="102" idx="0"/>
          </p:cNvCxnSpPr>
          <p:nvPr/>
        </p:nvCxnSpPr>
        <p:spPr>
          <a:xfrm>
            <a:off x="4004265" y="2387667"/>
            <a:ext cx="514" cy="150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肘形连接符 179">
            <a:extLst>
              <a:ext uri="{FF2B5EF4-FFF2-40B4-BE49-F238E27FC236}">
                <a16:creationId xmlns:a16="http://schemas.microsoft.com/office/drawing/2014/main" id="{CA9FC578-32B4-B24A-8634-60CCE3984E01}"/>
              </a:ext>
            </a:extLst>
          </p:cNvPr>
          <p:cNvCxnSpPr>
            <a:cxnSpLocks/>
            <a:stCxn id="112" idx="1"/>
            <a:endCxn id="111" idx="3"/>
          </p:cNvCxnSpPr>
          <p:nvPr/>
        </p:nvCxnSpPr>
        <p:spPr>
          <a:xfrm rot="10800000">
            <a:off x="2819605" y="2299484"/>
            <a:ext cx="411374" cy="12002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菱形 152">
            <a:extLst>
              <a:ext uri="{FF2B5EF4-FFF2-40B4-BE49-F238E27FC236}">
                <a16:creationId xmlns:a16="http://schemas.microsoft.com/office/drawing/2014/main" id="{525ED5C5-9717-0642-80D4-59EDC3406949}"/>
              </a:ext>
            </a:extLst>
          </p:cNvPr>
          <p:cNvSpPr/>
          <p:nvPr/>
        </p:nvSpPr>
        <p:spPr>
          <a:xfrm>
            <a:off x="3230265" y="4059621"/>
            <a:ext cx="1547998" cy="9144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recieve</a:t>
            </a:r>
            <a:endParaRPr kumimoji="1" lang="zh-CN" altLang="en-US" sz="1400" dirty="0"/>
          </a:p>
        </p:txBody>
      </p:sp>
      <p:cxnSp>
        <p:nvCxnSpPr>
          <p:cNvPr id="188" name="肘形连接符 187">
            <a:extLst>
              <a:ext uri="{FF2B5EF4-FFF2-40B4-BE49-F238E27FC236}">
                <a16:creationId xmlns:a16="http://schemas.microsoft.com/office/drawing/2014/main" id="{0C5BDD1C-CB43-8941-B744-6C71A1C7A964}"/>
              </a:ext>
            </a:extLst>
          </p:cNvPr>
          <p:cNvCxnSpPr>
            <a:cxnSpLocks/>
            <a:stCxn id="153" idx="3"/>
            <a:endCxn id="89" idx="1"/>
          </p:cNvCxnSpPr>
          <p:nvPr/>
        </p:nvCxnSpPr>
        <p:spPr>
          <a:xfrm>
            <a:off x="4778263" y="4516821"/>
            <a:ext cx="1358139" cy="2714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>
            <a:extLst>
              <a:ext uri="{FF2B5EF4-FFF2-40B4-BE49-F238E27FC236}">
                <a16:creationId xmlns:a16="http://schemas.microsoft.com/office/drawing/2014/main" id="{5CCEC1EA-024E-D54D-9728-40CCF46525ED}"/>
              </a:ext>
            </a:extLst>
          </p:cNvPr>
          <p:cNvSpPr txBox="1"/>
          <p:nvPr/>
        </p:nvSpPr>
        <p:spPr>
          <a:xfrm>
            <a:off x="5068125" y="4234294"/>
            <a:ext cx="6575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version</a:t>
            </a:r>
            <a:endParaRPr kumimoji="1" lang="zh-CN" altLang="en-US" sz="1200" dirty="0"/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AB00FAA9-F3E7-1D4B-9880-C05197735EB0}"/>
              </a:ext>
            </a:extLst>
          </p:cNvPr>
          <p:cNvSpPr txBox="1"/>
          <p:nvPr/>
        </p:nvSpPr>
        <p:spPr>
          <a:xfrm>
            <a:off x="4742749" y="5410367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data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23916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1">
            <a:extLst>
              <a:ext uri="{FF2B5EF4-FFF2-40B4-BE49-F238E27FC236}">
                <a16:creationId xmlns:a16="http://schemas.microsoft.com/office/drawing/2014/main" id="{7B8DBB84-1563-5149-ACF1-D0FED5C5918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8578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依赖故障影响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AE908F42-0C3D-9543-97C6-CFA7B532AFEF}"/>
              </a:ext>
            </a:extLst>
          </p:cNvPr>
          <p:cNvCxnSpPr>
            <a:cxnSpLocks/>
          </p:cNvCxnSpPr>
          <p:nvPr/>
        </p:nvCxnSpPr>
        <p:spPr>
          <a:xfrm>
            <a:off x="0" y="695243"/>
            <a:ext cx="12192000" cy="0"/>
          </a:xfrm>
          <a:prstGeom prst="line">
            <a:avLst/>
          </a:prstGeom>
          <a:ln w="85725">
            <a:gradFill flip="none" rotWithShape="1">
              <a:gsLst>
                <a:gs pos="0">
                  <a:srgbClr val="E81331"/>
                </a:gs>
                <a:gs pos="100000">
                  <a:srgbClr val="FF6600"/>
                </a:gs>
              </a:gsLst>
              <a:lin ang="2142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88E5FFF-9270-DA40-9349-E56A6C34A259}"/>
              </a:ext>
            </a:extLst>
          </p:cNvPr>
          <p:cNvSpPr txBox="1"/>
          <p:nvPr/>
        </p:nvSpPr>
        <p:spPr>
          <a:xfrm>
            <a:off x="1014413" y="1371600"/>
            <a:ext cx="96726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2800" dirty="0" err="1"/>
              <a:t>Redis</a:t>
            </a:r>
            <a:r>
              <a:rPr kumimoji="1" lang="zh-CN" altLang="en-US" sz="2800" dirty="0"/>
              <a:t>：故障会导致数据库压力变大；</a:t>
            </a:r>
            <a:r>
              <a:rPr kumimoji="1" lang="en-US" altLang="zh-CN" sz="2800" dirty="0"/>
              <a:t>WebSocket</a:t>
            </a:r>
            <a:r>
              <a:rPr kumimoji="1" lang="zh-CN" altLang="en-US" sz="2800" dirty="0"/>
              <a:t>无法正常推送新配置，</a:t>
            </a:r>
            <a:r>
              <a:rPr kumimoji="1" lang="en-US" altLang="zh-CN" sz="2800" dirty="0"/>
              <a:t>V4</a:t>
            </a:r>
            <a:r>
              <a:rPr kumimoji="1" lang="zh-CN" altLang="en-US" sz="2800" dirty="0"/>
              <a:t>版本</a:t>
            </a:r>
            <a:r>
              <a:rPr kumimoji="1" lang="en-US" altLang="zh-CN" sz="2800" dirty="0"/>
              <a:t>SDK</a:t>
            </a:r>
            <a:r>
              <a:rPr kumimoji="1" lang="zh-CN" altLang="en-US" sz="2800" dirty="0"/>
              <a:t>将拿不到新配置，不影响高版本</a:t>
            </a:r>
            <a:endParaRPr kumimoji="1"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kumimoji="1"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2800" dirty="0" err="1"/>
              <a:t>Mysql</a:t>
            </a:r>
            <a:r>
              <a:rPr kumimoji="1" lang="zh-CN" altLang="en-US" sz="2800" dirty="0"/>
              <a:t>：无法更新配置，业务线重启时由于拿不到配置导致服务不可用；在数据库切换时，会导致业务线拿不到新的数据库</a:t>
            </a:r>
            <a:endParaRPr kumimoji="1"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kumimoji="1"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2800" dirty="0"/>
              <a:t>Admin</a:t>
            </a:r>
            <a:r>
              <a:rPr kumimoji="1" lang="zh-CN" altLang="en-US" sz="2800" dirty="0"/>
              <a:t>：</a:t>
            </a:r>
            <a:r>
              <a:rPr kumimoji="1" lang="en-US" altLang="zh-CN" sz="2800" dirty="0"/>
              <a:t>V4</a:t>
            </a:r>
            <a:r>
              <a:rPr kumimoji="1" lang="zh-CN" altLang="en-US" sz="2800" dirty="0"/>
              <a:t>版本</a:t>
            </a:r>
            <a:r>
              <a:rPr kumimoji="1" lang="en-US" altLang="zh-CN" sz="2800" dirty="0"/>
              <a:t>SDK</a:t>
            </a:r>
            <a:r>
              <a:rPr kumimoji="1" lang="zh-CN" altLang="en-US" sz="2800" dirty="0"/>
              <a:t>无法获取配置</a:t>
            </a:r>
            <a:endParaRPr kumimoji="1"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7837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1">
            <a:extLst>
              <a:ext uri="{FF2B5EF4-FFF2-40B4-BE49-F238E27FC236}">
                <a16:creationId xmlns:a16="http://schemas.microsoft.com/office/drawing/2014/main" id="{7B8DBB84-1563-5149-ACF1-D0FED5C5918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8578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故障处理及降级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AE908F42-0C3D-9543-97C6-CFA7B532AFEF}"/>
              </a:ext>
            </a:extLst>
          </p:cNvPr>
          <p:cNvCxnSpPr>
            <a:cxnSpLocks/>
          </p:cNvCxnSpPr>
          <p:nvPr/>
        </p:nvCxnSpPr>
        <p:spPr>
          <a:xfrm>
            <a:off x="0" y="695243"/>
            <a:ext cx="12192000" cy="0"/>
          </a:xfrm>
          <a:prstGeom prst="line">
            <a:avLst/>
          </a:prstGeom>
          <a:ln w="85725">
            <a:gradFill flip="none" rotWithShape="1">
              <a:gsLst>
                <a:gs pos="0">
                  <a:srgbClr val="E81331"/>
                </a:gs>
                <a:gs pos="100000">
                  <a:srgbClr val="FF6600"/>
                </a:gs>
              </a:gsLst>
              <a:lin ang="2142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88E5FFF-9270-DA40-9349-E56A6C34A259}"/>
              </a:ext>
            </a:extLst>
          </p:cNvPr>
          <p:cNvSpPr txBox="1"/>
          <p:nvPr/>
        </p:nvSpPr>
        <p:spPr>
          <a:xfrm>
            <a:off x="1014413" y="1371600"/>
            <a:ext cx="967263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上线导致的异常，直接回滚，涉及数据的，需要对</a:t>
            </a:r>
            <a:r>
              <a:rPr kumimoji="1" lang="en-US" altLang="zh-CN" sz="2800" dirty="0" err="1"/>
              <a:t>Redis</a:t>
            </a:r>
            <a:r>
              <a:rPr kumimoji="1" lang="zh-CN" altLang="en-US" sz="2800" dirty="0"/>
              <a:t>进行</a:t>
            </a:r>
            <a:r>
              <a:rPr kumimoji="1" lang="en-US" altLang="zh-CN" sz="2800" dirty="0"/>
              <a:t>flush</a:t>
            </a:r>
            <a:r>
              <a:rPr kumimoji="1" lang="zh-CN" altLang="en-US" sz="2800" dirty="0"/>
              <a:t>清理缓存脏数据</a:t>
            </a:r>
            <a:endParaRPr kumimoji="1" lang="en-US" altLang="zh-CN" sz="2800" dirty="0"/>
          </a:p>
          <a:p>
            <a:endParaRPr kumimoji="1"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2800" dirty="0"/>
              <a:t>NodeJS</a:t>
            </a:r>
            <a:r>
              <a:rPr kumimoji="1" lang="zh-CN" altLang="en-US" sz="2800" dirty="0"/>
              <a:t>前端</a:t>
            </a:r>
            <a:r>
              <a:rPr kumimoji="1" lang="en-US" altLang="zh-CN" sz="2800" dirty="0"/>
              <a:t>UI</a:t>
            </a:r>
            <a:r>
              <a:rPr kumimoji="1" lang="zh-CN" altLang="en-US" sz="2800" dirty="0"/>
              <a:t>故障时，重启服务</a:t>
            </a:r>
            <a:endParaRPr kumimoji="1" lang="en-US" altLang="zh-CN" sz="2800" dirty="0"/>
          </a:p>
          <a:p>
            <a:endParaRPr kumimoji="1"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统一登录故障时，关闭登录验证，只允许管理员登录</a:t>
            </a:r>
            <a:endParaRPr kumimoji="1"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kumimoji="1"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2800" dirty="0"/>
              <a:t>Admin</a:t>
            </a:r>
            <a:r>
              <a:rPr kumimoji="1" lang="zh-CN" altLang="en-US" sz="2800" dirty="0"/>
              <a:t>故障时，重启</a:t>
            </a:r>
            <a:r>
              <a:rPr kumimoji="1" lang="en-US" altLang="zh-CN" sz="2800" dirty="0"/>
              <a:t>admin</a:t>
            </a:r>
            <a:r>
              <a:rPr kumimoji="1" lang="zh-CN" altLang="en-US" sz="2800" dirty="0"/>
              <a:t>服务</a:t>
            </a:r>
            <a:endParaRPr kumimoji="1"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08997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1">
            <a:extLst>
              <a:ext uri="{FF2B5EF4-FFF2-40B4-BE49-F238E27FC236}">
                <a16:creationId xmlns:a16="http://schemas.microsoft.com/office/drawing/2014/main" id="{7B8DBB84-1563-5149-ACF1-D0FED5C5918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8578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后续计划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AE908F42-0C3D-9543-97C6-CFA7B532AFEF}"/>
              </a:ext>
            </a:extLst>
          </p:cNvPr>
          <p:cNvCxnSpPr>
            <a:cxnSpLocks/>
          </p:cNvCxnSpPr>
          <p:nvPr/>
        </p:nvCxnSpPr>
        <p:spPr>
          <a:xfrm>
            <a:off x="0" y="695243"/>
            <a:ext cx="12192000" cy="0"/>
          </a:xfrm>
          <a:prstGeom prst="line">
            <a:avLst/>
          </a:prstGeom>
          <a:ln w="85725">
            <a:gradFill flip="none" rotWithShape="1">
              <a:gsLst>
                <a:gs pos="0">
                  <a:srgbClr val="E81331"/>
                </a:gs>
                <a:gs pos="100000">
                  <a:srgbClr val="FF6600"/>
                </a:gs>
              </a:gsLst>
              <a:lin ang="2142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88E5FFF-9270-DA40-9349-E56A6C34A259}"/>
              </a:ext>
            </a:extLst>
          </p:cNvPr>
          <p:cNvSpPr txBox="1"/>
          <p:nvPr/>
        </p:nvSpPr>
        <p:spPr>
          <a:xfrm>
            <a:off x="1014413" y="1371600"/>
            <a:ext cx="9672637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增加对系统性能及使用情况的监控</a:t>
            </a:r>
            <a:endParaRPr kumimoji="1" lang="en-US" altLang="zh-CN" sz="280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增加线上</a:t>
            </a:r>
            <a:r>
              <a:rPr kumimoji="1" lang="en-US" altLang="zh-CN" sz="2800" dirty="0"/>
              <a:t>demo</a:t>
            </a:r>
            <a:r>
              <a:rPr kumimoji="1" lang="zh-CN" altLang="en-US" sz="2800" dirty="0"/>
              <a:t>测试项目，定时自动化测试核心接口</a:t>
            </a:r>
            <a:endParaRPr kumimoji="1" lang="en-US" altLang="zh-CN" sz="280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新版</a:t>
            </a:r>
            <a:r>
              <a:rPr kumimoji="1" lang="en-US" altLang="zh-CN" sz="2800" dirty="0"/>
              <a:t>SDK</a:t>
            </a:r>
            <a:r>
              <a:rPr kumimoji="1" lang="zh-CN" altLang="en-US" sz="2800" dirty="0"/>
              <a:t>增加值变更的反馈，</a:t>
            </a:r>
            <a:r>
              <a:rPr kumimoji="1" lang="en-US" altLang="zh-CN" sz="2800" dirty="0"/>
              <a:t>API</a:t>
            </a:r>
            <a:r>
              <a:rPr kumimoji="1" lang="zh-CN" altLang="en-US" sz="2800" dirty="0"/>
              <a:t>增加反馈接口</a:t>
            </a:r>
            <a:endParaRPr kumimoji="1" lang="en-US" altLang="zh-CN" sz="280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逐步取消</a:t>
            </a:r>
            <a:r>
              <a:rPr kumimoji="1" lang="en-US" altLang="zh-CN" sz="2800" dirty="0" err="1"/>
              <a:t>websocket</a:t>
            </a:r>
            <a:endParaRPr kumimoji="1" lang="en-US" altLang="zh-CN" sz="280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推动业务线升级</a:t>
            </a:r>
            <a:r>
              <a:rPr kumimoji="1" lang="en-US" altLang="zh-CN" sz="2800" dirty="0"/>
              <a:t>SDK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kumimoji="1"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2970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10508</TotalTime>
  <Words>342</Words>
  <Application>Microsoft Macintosh PowerPoint</Application>
  <PresentationFormat>宽屏</PresentationFormat>
  <Paragraphs>91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SimSun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用户</cp:lastModifiedBy>
  <cp:revision>34</cp:revision>
  <dcterms:created xsi:type="dcterms:W3CDTF">2019-06-18T08:52:31Z</dcterms:created>
  <dcterms:modified xsi:type="dcterms:W3CDTF">2019-07-05T07:41:10Z</dcterms:modified>
</cp:coreProperties>
</file>